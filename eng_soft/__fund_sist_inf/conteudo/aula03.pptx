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53"/>
  </p:notesMasterIdLst>
  <p:handoutMasterIdLst>
    <p:handoutMasterId r:id="rId54"/>
  </p:handoutMasterIdLst>
  <p:sldIdLst>
    <p:sldId id="256" r:id="rId2"/>
    <p:sldId id="269" r:id="rId3"/>
    <p:sldId id="299" r:id="rId4"/>
    <p:sldId id="307" r:id="rId5"/>
    <p:sldId id="304" r:id="rId6"/>
    <p:sldId id="305" r:id="rId7"/>
    <p:sldId id="306" r:id="rId8"/>
    <p:sldId id="308" r:id="rId9"/>
    <p:sldId id="309" r:id="rId10"/>
    <p:sldId id="310" r:id="rId11"/>
    <p:sldId id="315" r:id="rId12"/>
    <p:sldId id="311" r:id="rId13"/>
    <p:sldId id="312" r:id="rId14"/>
    <p:sldId id="313" r:id="rId15"/>
    <p:sldId id="314" r:id="rId16"/>
    <p:sldId id="316" r:id="rId17"/>
    <p:sldId id="317" r:id="rId18"/>
    <p:sldId id="318" r:id="rId19"/>
    <p:sldId id="300" r:id="rId20"/>
    <p:sldId id="319" r:id="rId21"/>
    <p:sldId id="320" r:id="rId22"/>
    <p:sldId id="32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22" r:id="rId33"/>
    <p:sldId id="323" r:id="rId34"/>
    <p:sldId id="324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26" r:id="rId45"/>
    <p:sldId id="327" r:id="rId46"/>
    <p:sldId id="329" r:id="rId47"/>
    <p:sldId id="331" r:id="rId48"/>
    <p:sldId id="328" r:id="rId49"/>
    <p:sldId id="330" r:id="rId50"/>
    <p:sldId id="325" r:id="rId51"/>
    <p:sldId id="259" r:id="rId52"/>
  </p:sldIdLst>
  <p:sldSz cx="9144000" cy="6858000" type="screen4x3"/>
  <p:notesSz cx="7010400" cy="92964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CE6792-E139-4CC6-B95A-5684923948AC}" v="284" dt="2026-03-03T17:19:15.149"/>
  </p1510:revLst>
</p1510:revInfo>
</file>

<file path=ppt/tableStyles.xml><?xml version="1.0" encoding="utf-8"?>
<a:tblStyleLst xmlns:a="http://schemas.openxmlformats.org/drawingml/2006/main" def="{90651C3A-4460-11DB-9652-00E08161165F}"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222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06"/>
    </p:cViewPr>
  </p:sorterViewPr>
  <p:notesViewPr>
    <p:cSldViewPr>
      <p:cViewPr varScale="1">
        <p:scale>
          <a:sx n="84" d="100"/>
          <a:sy n="84" d="100"/>
        </p:scale>
        <p:origin x="38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vo Medeiros" userId="52f93e62-72bc-4d5d-8e07-af043120901b" providerId="ADAL" clId="{40095463-1CA9-41B2-94DA-1CD85C949CC9}"/>
    <pc:docChg chg="undo custSel addSld delSld modSld modMainMaster modNotesMaster">
      <pc:chgData name="Rosalvo Medeiros" userId="52f93e62-72bc-4d5d-8e07-af043120901b" providerId="ADAL" clId="{40095463-1CA9-41B2-94DA-1CD85C949CC9}" dt="2026-03-03T17:21:23.912" v="1734" actId="1076"/>
      <pc:docMkLst>
        <pc:docMk/>
      </pc:docMkLst>
      <pc:sldChg chg="modSp mod modClrScheme chgLayout">
        <pc:chgData name="Rosalvo Medeiros" userId="52f93e62-72bc-4d5d-8e07-af043120901b" providerId="ADAL" clId="{40095463-1CA9-41B2-94DA-1CD85C949CC9}" dt="2026-02-24T12:18:13.074" v="100" actId="1076"/>
        <pc:sldMkLst>
          <pc:docMk/>
          <pc:sldMk cId="0" sldId="256"/>
        </pc:sldMkLst>
        <pc:spChg chg="mod ord">
          <ac:chgData name="Rosalvo Medeiros" userId="52f93e62-72bc-4d5d-8e07-af043120901b" providerId="ADAL" clId="{40095463-1CA9-41B2-94DA-1CD85C949CC9}" dt="2026-02-24T12:17:39.090" v="94" actId="1076"/>
          <ac:spMkLst>
            <pc:docMk/>
            <pc:sldMk cId="0" sldId="256"/>
            <ac:spMk id="31" creationId="{00000000-0000-0000-0000-000000000000}"/>
          </ac:spMkLst>
        </pc:spChg>
        <pc:spChg chg="mod ord">
          <ac:chgData name="Rosalvo Medeiros" userId="52f93e62-72bc-4d5d-8e07-af043120901b" providerId="ADAL" clId="{40095463-1CA9-41B2-94DA-1CD85C949CC9}" dt="2026-02-24T12:18:13.074" v="100" actId="1076"/>
          <ac:spMkLst>
            <pc:docMk/>
            <pc:sldMk cId="0" sldId="256"/>
            <ac:spMk id="32" creationId="{00000000-0000-0000-0000-000000000000}"/>
          </ac:spMkLst>
        </pc:spChg>
      </pc:sldChg>
      <pc:sldChg chg="addSp delSp modSp mod">
        <pc:chgData name="Rosalvo Medeiros" userId="52f93e62-72bc-4d5d-8e07-af043120901b" providerId="ADAL" clId="{40095463-1CA9-41B2-94DA-1CD85C949CC9}" dt="2026-02-24T14:06:26.046" v="493" actId="14100"/>
        <pc:sldMkLst>
          <pc:docMk/>
          <pc:sldMk cId="1652147480" sldId="269"/>
        </pc:sldMkLst>
        <pc:spChg chg="mod">
          <ac:chgData name="Rosalvo Medeiros" userId="52f93e62-72bc-4d5d-8e07-af043120901b" providerId="ADAL" clId="{40095463-1CA9-41B2-94DA-1CD85C949CC9}" dt="2026-02-24T14:06:26.046" v="493" actId="14100"/>
          <ac:spMkLst>
            <pc:docMk/>
            <pc:sldMk cId="1652147480" sldId="269"/>
            <ac:spMk id="3" creationId="{00000000-0000-0000-0000-000000000000}"/>
          </ac:spMkLst>
        </pc:spChg>
      </pc:sldChg>
      <pc:sldChg chg="modSp">
        <pc:chgData name="Rosalvo Medeiros" userId="52f93e62-72bc-4d5d-8e07-af043120901b" providerId="ADAL" clId="{40095463-1CA9-41B2-94DA-1CD85C949CC9}" dt="2026-02-24T12:08:34.688" v="18"/>
        <pc:sldMkLst>
          <pc:docMk/>
          <pc:sldMk cId="1802180162" sldId="299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1802180162" sldId="299"/>
            <ac:spMk id="14338" creationId="{00000000-0000-0000-0000-000000000000}"/>
          </ac:spMkLst>
        </pc:spChg>
      </pc:sldChg>
      <pc:sldChg chg="addSp delSp modSp mod modAnim">
        <pc:chgData name="Rosalvo Medeiros" userId="52f93e62-72bc-4d5d-8e07-af043120901b" providerId="ADAL" clId="{40095463-1CA9-41B2-94DA-1CD85C949CC9}" dt="2026-02-24T18:08:02.052" v="1153"/>
        <pc:sldMkLst>
          <pc:docMk/>
          <pc:sldMk cId="4143733504" sldId="300"/>
        </pc:sldMkLst>
        <pc:spChg chg="mod">
          <ac:chgData name="Rosalvo Medeiros" userId="52f93e62-72bc-4d5d-8e07-af043120901b" providerId="ADAL" clId="{40095463-1CA9-41B2-94DA-1CD85C949CC9}" dt="2026-02-24T18:04:44.613" v="1120" actId="20577"/>
          <ac:spMkLst>
            <pc:docMk/>
            <pc:sldMk cId="4143733504" sldId="300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2-24T18:06:43.292" v="1141" actId="1076"/>
          <ac:spMkLst>
            <pc:docMk/>
            <pc:sldMk cId="4143733504" sldId="300"/>
            <ac:spMk id="6" creationId="{7CC1F771-3369-B761-4618-4EB3344C0FBE}"/>
          </ac:spMkLst>
        </pc:spChg>
        <pc:spChg chg="add mod">
          <ac:chgData name="Rosalvo Medeiros" userId="52f93e62-72bc-4d5d-8e07-af043120901b" providerId="ADAL" clId="{40095463-1CA9-41B2-94DA-1CD85C949CC9}" dt="2026-02-24T18:07:41.737" v="1152" actId="1076"/>
          <ac:spMkLst>
            <pc:docMk/>
            <pc:sldMk cId="4143733504" sldId="300"/>
            <ac:spMk id="7" creationId="{48B71A7C-3C04-C03C-3311-A826E8421667}"/>
          </ac:spMkLst>
        </pc:spChg>
        <pc:graphicFrameChg chg="add mod modGraphic">
          <ac:chgData name="Rosalvo Medeiros" userId="52f93e62-72bc-4d5d-8e07-af043120901b" providerId="ADAL" clId="{40095463-1CA9-41B2-94DA-1CD85C949CC9}" dt="2026-02-24T18:06:23.658" v="1135" actId="1076"/>
          <ac:graphicFrameMkLst>
            <pc:docMk/>
            <pc:sldMk cId="4143733504" sldId="300"/>
            <ac:graphicFrameMk id="2" creationId="{E22D3DB9-2260-2694-A540-63EBCE9ADB57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2:40:23.208" v="438"/>
        <pc:sldMkLst>
          <pc:docMk/>
          <pc:sldMk cId="1620569640" sldId="304"/>
        </pc:sldMkLst>
        <pc:spChg chg="add mod">
          <ac:chgData name="Rosalvo Medeiros" userId="52f93e62-72bc-4d5d-8e07-af043120901b" providerId="ADAL" clId="{40095463-1CA9-41B2-94DA-1CD85C949CC9}" dt="2026-02-24T12:30:45.469" v="234" actId="255"/>
          <ac:spMkLst>
            <pc:docMk/>
            <pc:sldMk cId="1620569640" sldId="304"/>
            <ac:spMk id="3" creationId="{31F8ECF2-EDAB-60D4-9983-DAD1081CA538}"/>
          </ac:spMkLst>
        </pc:spChg>
        <pc:spChg chg="add mod">
          <ac:chgData name="Rosalvo Medeiros" userId="52f93e62-72bc-4d5d-8e07-af043120901b" providerId="ADAL" clId="{40095463-1CA9-41B2-94DA-1CD85C949CC9}" dt="2026-02-24T12:31:29.971" v="257" actId="20577"/>
          <ac:spMkLst>
            <pc:docMk/>
            <pc:sldMk cId="1620569640" sldId="304"/>
            <ac:spMk id="4" creationId="{BF038074-5186-FE7F-DA49-568A845AECA6}"/>
          </ac:spMkLst>
        </pc:spChg>
        <pc:spChg chg="add mod">
          <ac:chgData name="Rosalvo Medeiros" userId="52f93e62-72bc-4d5d-8e07-af043120901b" providerId="ADAL" clId="{40095463-1CA9-41B2-94DA-1CD85C949CC9}" dt="2026-02-24T12:32:07.203" v="272" actId="20577"/>
          <ac:spMkLst>
            <pc:docMk/>
            <pc:sldMk cId="1620569640" sldId="304"/>
            <ac:spMk id="5" creationId="{501F3D05-B805-C998-11EA-324F32D20B92}"/>
          </ac:spMkLst>
        </pc:spChg>
        <pc:spChg chg="add mod">
          <ac:chgData name="Rosalvo Medeiros" userId="52f93e62-72bc-4d5d-8e07-af043120901b" providerId="ADAL" clId="{40095463-1CA9-41B2-94DA-1CD85C949CC9}" dt="2026-02-24T12:33:09.970" v="297" actId="20577"/>
          <ac:spMkLst>
            <pc:docMk/>
            <pc:sldMk cId="1620569640" sldId="304"/>
            <ac:spMk id="6" creationId="{2CA20D22-A267-53CC-67C7-EF74F2950536}"/>
          </ac:spMkLst>
        </pc:spChg>
        <pc:spChg chg="add mod">
          <ac:chgData name="Rosalvo Medeiros" userId="52f93e62-72bc-4d5d-8e07-af043120901b" providerId="ADAL" clId="{40095463-1CA9-41B2-94DA-1CD85C949CC9}" dt="2026-02-24T12:37:23.044" v="396" actId="14100"/>
          <ac:spMkLst>
            <pc:docMk/>
            <pc:sldMk cId="1620569640" sldId="304"/>
            <ac:spMk id="10" creationId="{AE023DA9-D047-E97E-999A-821C0DE2A10D}"/>
          </ac:spMkLst>
        </pc:spChg>
        <pc:spChg chg="add mod">
          <ac:chgData name="Rosalvo Medeiros" userId="52f93e62-72bc-4d5d-8e07-af043120901b" providerId="ADAL" clId="{40095463-1CA9-41B2-94DA-1CD85C949CC9}" dt="2026-02-24T12:37:54.377" v="423" actId="1076"/>
          <ac:spMkLst>
            <pc:docMk/>
            <pc:sldMk cId="1620569640" sldId="304"/>
            <ac:spMk id="11" creationId="{F3427474-C70D-2A78-F72B-C5A0B9AAEDC4}"/>
          </ac:spMkLst>
        </pc:spChg>
        <pc:spChg chg="mod">
          <ac:chgData name="Rosalvo Medeiros" userId="52f93e62-72bc-4d5d-8e07-af043120901b" providerId="ADAL" clId="{40095463-1CA9-41B2-94DA-1CD85C949CC9}" dt="2026-02-24T12:07:36.969" v="14" actId="14100"/>
          <ac:spMkLst>
            <pc:docMk/>
            <pc:sldMk cId="1620569640" sldId="304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2:40:03.195" v="436" actId="14100"/>
          <ac:spMkLst>
            <pc:docMk/>
            <pc:sldMk cId="1620569640" sldId="304"/>
            <ac:spMk id="35843" creationId="{1065AF43-AB31-4106-A9A1-45F974BD61FF}"/>
          </ac:spMkLst>
        </pc:spChg>
      </pc:sldChg>
      <pc:sldChg chg="modSp add mod">
        <pc:chgData name="Rosalvo Medeiros" userId="52f93e62-72bc-4d5d-8e07-af043120901b" providerId="ADAL" clId="{40095463-1CA9-41B2-94DA-1CD85C949CC9}" dt="2026-02-24T12:35:58.848" v="377" actId="1076"/>
        <pc:sldMkLst>
          <pc:docMk/>
          <pc:sldMk cId="2436249082" sldId="305"/>
        </pc:sldMkLst>
        <pc:spChg chg="mod">
          <ac:chgData name="Rosalvo Medeiros" userId="52f93e62-72bc-4d5d-8e07-af043120901b" providerId="ADAL" clId="{40095463-1CA9-41B2-94DA-1CD85C949CC9}" dt="2026-02-24T12:33:49.072" v="315" actId="20577"/>
          <ac:spMkLst>
            <pc:docMk/>
            <pc:sldMk cId="2436249082" sldId="305"/>
            <ac:spMk id="3" creationId="{31F8ECF2-EDAB-60D4-9983-DAD1081CA538}"/>
          </ac:spMkLst>
        </pc:spChg>
        <pc:spChg chg="mod">
          <ac:chgData name="Rosalvo Medeiros" userId="52f93e62-72bc-4d5d-8e07-af043120901b" providerId="ADAL" clId="{40095463-1CA9-41B2-94DA-1CD85C949CC9}" dt="2026-02-24T12:35:58.848" v="377" actId="1076"/>
          <ac:spMkLst>
            <pc:docMk/>
            <pc:sldMk cId="2436249082" sldId="305"/>
            <ac:spMk id="4" creationId="{BF038074-5186-FE7F-DA49-568A845AECA6}"/>
          </ac:spMkLst>
        </pc:spChg>
        <pc:spChg chg="mod">
          <ac:chgData name="Rosalvo Medeiros" userId="52f93e62-72bc-4d5d-8e07-af043120901b" providerId="ADAL" clId="{40095463-1CA9-41B2-94DA-1CD85C949CC9}" dt="2026-02-24T12:35:50.323" v="375" actId="1076"/>
          <ac:spMkLst>
            <pc:docMk/>
            <pc:sldMk cId="2436249082" sldId="305"/>
            <ac:spMk id="5" creationId="{501F3D05-B805-C998-11EA-324F32D20B92}"/>
          </ac:spMkLst>
        </pc:spChg>
        <pc:spChg chg="mod">
          <ac:chgData name="Rosalvo Medeiros" userId="52f93e62-72bc-4d5d-8e07-af043120901b" providerId="ADAL" clId="{40095463-1CA9-41B2-94DA-1CD85C949CC9}" dt="2026-02-24T12:35:54.347" v="376" actId="1076"/>
          <ac:spMkLst>
            <pc:docMk/>
            <pc:sldMk cId="2436249082" sldId="305"/>
            <ac:spMk id="6" creationId="{2CA20D22-A267-53CC-67C7-EF74F2950536}"/>
          </ac:spMkLst>
        </pc:spChg>
        <pc:spChg chg="mod">
          <ac:chgData name="Rosalvo Medeiros" userId="52f93e62-72bc-4d5d-8e07-af043120901b" providerId="ADAL" clId="{40095463-1CA9-41B2-94DA-1CD85C949CC9}" dt="2026-02-24T12:28:24.908" v="179" actId="14100"/>
          <ac:spMkLst>
            <pc:docMk/>
            <pc:sldMk cId="2436249082" sldId="305"/>
            <ac:spMk id="35843" creationId="{1065AF43-AB31-4106-A9A1-45F974BD61FF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2:51:00.283" v="481" actId="113"/>
        <pc:sldMkLst>
          <pc:docMk/>
          <pc:sldMk cId="650240911" sldId="306"/>
        </pc:sldMkLst>
        <pc:spChg chg="add mod">
          <ac:chgData name="Rosalvo Medeiros" userId="52f93e62-72bc-4d5d-8e07-af043120901b" providerId="ADAL" clId="{40095463-1CA9-41B2-94DA-1CD85C949CC9}" dt="2026-02-24T12:48:59.580" v="471" actId="1076"/>
          <ac:spMkLst>
            <pc:docMk/>
            <pc:sldMk cId="650240911" sldId="306"/>
            <ac:spMk id="10" creationId="{CBD12C47-DD89-903B-7838-AABD29A0C46C}"/>
          </ac:spMkLst>
        </pc:spChg>
        <pc:spChg chg="mod">
          <ac:chgData name="Rosalvo Medeiros" userId="52f93e62-72bc-4d5d-8e07-af043120901b" providerId="ADAL" clId="{40095463-1CA9-41B2-94DA-1CD85C949CC9}" dt="2026-02-24T12:45:33.039" v="458" actId="20577"/>
          <ac:spMkLst>
            <pc:docMk/>
            <pc:sldMk cId="650240911" sldId="306"/>
            <ac:spMk id="14338" creationId="{33398789-1F2E-D137-849D-3217D453F81E}"/>
          </ac:spMkLst>
        </pc:spChg>
        <pc:graphicFrameChg chg="add mod modGraphic">
          <ac:chgData name="Rosalvo Medeiros" userId="52f93e62-72bc-4d5d-8e07-af043120901b" providerId="ADAL" clId="{40095463-1CA9-41B2-94DA-1CD85C949CC9}" dt="2026-02-24T12:51:00.283" v="481" actId="113"/>
          <ac:graphicFrameMkLst>
            <pc:docMk/>
            <pc:sldMk cId="650240911" sldId="306"/>
            <ac:graphicFrameMk id="8" creationId="{54D6F57D-0834-8435-05D6-61283583EEF8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2-24T14:18:26.681" v="565"/>
        <pc:sldMkLst>
          <pc:docMk/>
          <pc:sldMk cId="2290673271" sldId="307"/>
        </pc:sldMkLst>
        <pc:spChg chg="add mod">
          <ac:chgData name="Rosalvo Medeiros" userId="52f93e62-72bc-4d5d-8e07-af043120901b" providerId="ADAL" clId="{40095463-1CA9-41B2-94DA-1CD85C949CC9}" dt="2026-02-24T14:15:20.802" v="553" actId="1076"/>
          <ac:spMkLst>
            <pc:docMk/>
            <pc:sldMk cId="2290673271" sldId="307"/>
            <ac:spMk id="4" creationId="{B118B071-19C4-A40E-5C3C-3BAC42D0703A}"/>
          </ac:spMkLst>
        </pc:spChg>
        <pc:spChg chg="add mod">
          <ac:chgData name="Rosalvo Medeiros" userId="52f93e62-72bc-4d5d-8e07-af043120901b" providerId="ADAL" clId="{40095463-1CA9-41B2-94DA-1CD85C949CC9}" dt="2026-02-24T14:15:24.044" v="554" actId="1076"/>
          <ac:spMkLst>
            <pc:docMk/>
            <pc:sldMk cId="2290673271" sldId="307"/>
            <ac:spMk id="8" creationId="{6764B7D1-67F4-CC06-DD60-63A4AE85A0AE}"/>
          </ac:spMkLst>
        </pc:spChg>
        <pc:spChg chg="add mod">
          <ac:chgData name="Rosalvo Medeiros" userId="52f93e62-72bc-4d5d-8e07-af043120901b" providerId="ADAL" clId="{40095463-1CA9-41B2-94DA-1CD85C949CC9}" dt="2026-02-24T14:15:39.216" v="558" actId="108"/>
          <ac:spMkLst>
            <pc:docMk/>
            <pc:sldMk cId="2290673271" sldId="307"/>
            <ac:spMk id="10" creationId="{756C12CE-012E-ADF0-7D95-AE1CD7F38EB4}"/>
          </ac:spMkLst>
        </pc:spChg>
        <pc:spChg chg="add mod">
          <ac:chgData name="Rosalvo Medeiros" userId="52f93e62-72bc-4d5d-8e07-af043120901b" providerId="ADAL" clId="{40095463-1CA9-41B2-94DA-1CD85C949CC9}" dt="2026-02-24T14:17:49.011" v="561" actId="1076"/>
          <ac:spMkLst>
            <pc:docMk/>
            <pc:sldMk cId="2290673271" sldId="307"/>
            <ac:spMk id="12" creationId="{30939B17-5C84-8706-9074-974F8C028E25}"/>
          </ac:spMkLst>
        </pc:spChg>
        <pc:spChg chg="add del mod">
          <ac:chgData name="Rosalvo Medeiros" userId="52f93e62-72bc-4d5d-8e07-af043120901b" providerId="ADAL" clId="{40095463-1CA9-41B2-94DA-1CD85C949CC9}" dt="2026-02-24T14:15:12.675" v="551" actId="14100"/>
          <ac:spMkLst>
            <pc:docMk/>
            <pc:sldMk cId="2290673271" sldId="307"/>
            <ac:spMk id="35843" creationId="{00000000-0000-0000-0000-000000000000}"/>
          </ac:spMkLst>
        </pc:spChg>
        <pc:graphicFrameChg chg="add mod modGraphic">
          <ac:chgData name="Rosalvo Medeiros" userId="52f93e62-72bc-4d5d-8e07-af043120901b" providerId="ADAL" clId="{40095463-1CA9-41B2-94DA-1CD85C949CC9}" dt="2026-02-24T14:15:16.241" v="552" actId="1076"/>
          <ac:graphicFrameMkLst>
            <pc:docMk/>
            <pc:sldMk cId="2290673271" sldId="307"/>
            <ac:graphicFrameMk id="2" creationId="{6810A836-26A4-EE26-E766-B9AD27E2B12F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4:25:55.876" v="617"/>
        <pc:sldMkLst>
          <pc:docMk/>
          <pc:sldMk cId="873148110" sldId="308"/>
        </pc:sldMkLst>
        <pc:spChg chg="add mod">
          <ac:chgData name="Rosalvo Medeiros" userId="52f93e62-72bc-4d5d-8e07-af043120901b" providerId="ADAL" clId="{40095463-1CA9-41B2-94DA-1CD85C949CC9}" dt="2026-02-24T14:25:27.719" v="615" actId="108"/>
          <ac:spMkLst>
            <pc:docMk/>
            <pc:sldMk cId="873148110" sldId="308"/>
            <ac:spMk id="9" creationId="{FCDB5326-395E-6020-6C6A-E7BF8ABEA5DD}"/>
          </ac:spMkLst>
        </pc:spChg>
        <pc:spChg chg="mod">
          <ac:chgData name="Rosalvo Medeiros" userId="52f93e62-72bc-4d5d-8e07-af043120901b" providerId="ADAL" clId="{40095463-1CA9-41B2-94DA-1CD85C949CC9}" dt="2026-02-24T14:21:39.948" v="596" actId="20577"/>
          <ac:spMkLst>
            <pc:docMk/>
            <pc:sldMk cId="873148110" sldId="308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4:24:47.564" v="609"/>
          <ac:spMkLst>
            <pc:docMk/>
            <pc:sldMk cId="873148110" sldId="308"/>
            <ac:spMk id="35843" creationId="{1065AF43-AB31-4106-A9A1-45F974BD61FF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2-24T14:35:24.541" v="733" actId="1076"/>
        <pc:sldMkLst>
          <pc:docMk/>
          <pc:sldMk cId="1021563305" sldId="309"/>
        </pc:sldMkLst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11" creationId="{B471ED1A-2186-CFBC-5D18-4D33458E7337}"/>
          </ac:spMkLst>
        </pc:spChg>
        <pc:spChg chg="add mod">
          <ac:chgData name="Rosalvo Medeiros" userId="52f93e62-72bc-4d5d-8e07-af043120901b" providerId="ADAL" clId="{40095463-1CA9-41B2-94DA-1CD85C949CC9}" dt="2026-02-24T14:34:47.456" v="728" actId="1076"/>
          <ac:spMkLst>
            <pc:docMk/>
            <pc:sldMk cId="1021563305" sldId="309"/>
            <ac:spMk id="15" creationId="{04A6DB49-CDFD-2B08-DF2B-222161DD90F7}"/>
          </ac:spMkLst>
        </pc:spChg>
        <pc:spChg chg="add mod">
          <ac:chgData name="Rosalvo Medeiros" userId="52f93e62-72bc-4d5d-8e07-af043120901b" providerId="ADAL" clId="{40095463-1CA9-41B2-94DA-1CD85C949CC9}" dt="2026-02-24T14:34:41.288" v="727" actId="1076"/>
          <ac:spMkLst>
            <pc:docMk/>
            <pc:sldMk cId="1021563305" sldId="309"/>
            <ac:spMk id="21" creationId="{AE67E4B2-A636-F058-2B8D-19A6B2914724}"/>
          </ac:spMkLst>
        </pc:spChg>
        <pc:spChg chg="add mod">
          <ac:chgData name="Rosalvo Medeiros" userId="52f93e62-72bc-4d5d-8e07-af043120901b" providerId="ADAL" clId="{40095463-1CA9-41B2-94DA-1CD85C949CC9}" dt="2026-02-24T14:34:22.075" v="711" actId="113"/>
          <ac:spMkLst>
            <pc:docMk/>
            <pc:sldMk cId="1021563305" sldId="309"/>
            <ac:spMk id="23" creationId="{A47ECA98-607A-1DC1-7536-0669DCA25484}"/>
          </ac:spMkLst>
        </pc:spChg>
        <pc:spChg chg="add mod">
          <ac:chgData name="Rosalvo Medeiros" userId="52f93e62-72bc-4d5d-8e07-af043120901b" providerId="ADAL" clId="{40095463-1CA9-41B2-94DA-1CD85C949CC9}" dt="2026-02-24T14:35:24.541" v="733" actId="1076"/>
          <ac:spMkLst>
            <pc:docMk/>
            <pc:sldMk cId="1021563305" sldId="309"/>
            <ac:spMk id="24" creationId="{91191174-EC35-8472-E144-D1B2F4C23E82}"/>
          </ac:spMkLst>
        </pc:spChg>
      </pc:sldChg>
      <pc:sldChg chg="delSp modSp add mod delAnim">
        <pc:chgData name="Rosalvo Medeiros" userId="52f93e62-72bc-4d5d-8e07-af043120901b" providerId="ADAL" clId="{40095463-1CA9-41B2-94DA-1CD85C949CC9}" dt="2026-02-24T14:37:41.142" v="837" actId="20577"/>
        <pc:sldMkLst>
          <pc:docMk/>
          <pc:sldMk cId="1417358966" sldId="310"/>
        </pc:sldMkLst>
        <pc:spChg chg="mod">
          <ac:chgData name="Rosalvo Medeiros" userId="52f93e62-72bc-4d5d-8e07-af043120901b" providerId="ADAL" clId="{40095463-1CA9-41B2-94DA-1CD85C949CC9}" dt="2026-02-24T14:37:41.142" v="837" actId="20577"/>
          <ac:spMkLst>
            <pc:docMk/>
            <pc:sldMk cId="1417358966" sldId="310"/>
            <ac:spMk id="5" creationId="{BD208377-EB6F-6DC6-2DB9-2438C7F5D710}"/>
          </ac:spMkLst>
        </pc:spChg>
      </pc:sldChg>
      <pc:sldChg chg="addSp modSp add mod modAnim">
        <pc:chgData name="Rosalvo Medeiros" userId="52f93e62-72bc-4d5d-8e07-af043120901b" providerId="ADAL" clId="{40095463-1CA9-41B2-94DA-1CD85C949CC9}" dt="2026-02-24T17:08:09.661" v="941"/>
        <pc:sldMkLst>
          <pc:docMk/>
          <pc:sldMk cId="1548436164" sldId="311"/>
        </pc:sldMkLst>
        <pc:spChg chg="add mod">
          <ac:chgData name="Rosalvo Medeiros" userId="52f93e62-72bc-4d5d-8e07-af043120901b" providerId="ADAL" clId="{40095463-1CA9-41B2-94DA-1CD85C949CC9}" dt="2026-02-24T14:47:50.911" v="875" actId="255"/>
          <ac:spMkLst>
            <pc:docMk/>
            <pc:sldMk cId="1548436164" sldId="311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4:47:44.860" v="874" actId="1076"/>
          <ac:spMkLst>
            <pc:docMk/>
            <pc:sldMk cId="1548436164" sldId="311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51:34.166" v="915" actId="20577"/>
          <ac:spMkLst>
            <pc:docMk/>
            <pc:sldMk cId="1548436164" sldId="311"/>
            <ac:spMk id="6" creationId="{29AF9775-8786-68F3-089F-214494123744}"/>
          </ac:spMkLst>
        </pc:spChg>
        <pc:spChg chg="add mod">
          <ac:chgData name="Rosalvo Medeiros" userId="52f93e62-72bc-4d5d-8e07-af043120901b" providerId="ADAL" clId="{40095463-1CA9-41B2-94DA-1CD85C949CC9}" dt="2026-02-24T17:05:08.601" v="929" actId="113"/>
          <ac:spMkLst>
            <pc:docMk/>
            <pc:sldMk cId="1548436164" sldId="311"/>
            <ac:spMk id="8" creationId="{978F37A3-38D3-990A-B4A1-27C0E937FB60}"/>
          </ac:spMkLst>
        </pc:spChg>
        <pc:spChg chg="mod">
          <ac:chgData name="Rosalvo Medeiros" userId="52f93e62-72bc-4d5d-8e07-af043120901b" providerId="ADAL" clId="{40095463-1CA9-41B2-94DA-1CD85C949CC9}" dt="2026-02-24T14:47:07.299" v="846" actId="20577"/>
          <ac:spMkLst>
            <pc:docMk/>
            <pc:sldMk cId="1548436164" sldId="311"/>
            <ac:spMk id="14338" creationId="{33398789-1F2E-D137-849D-3217D453F81E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7:08:25.986" v="942" actId="14100"/>
        <pc:sldMkLst>
          <pc:docMk/>
          <pc:sldMk cId="2364333060" sldId="312"/>
        </pc:sldMkLst>
        <pc:spChg chg="add mod">
          <ac:chgData name="Rosalvo Medeiros" userId="52f93e62-72bc-4d5d-8e07-af043120901b" providerId="ADAL" clId="{40095463-1CA9-41B2-94DA-1CD85C949CC9}" dt="2026-02-24T17:07:23.337" v="939" actId="1076"/>
          <ac:spMkLst>
            <pc:docMk/>
            <pc:sldMk cId="2364333060" sldId="312"/>
            <ac:spMk id="9" creationId="{03B29778-98C7-89B1-00E6-0BC76B99D030}"/>
          </ac:spMkLst>
        </pc:spChg>
        <pc:picChg chg="add mod">
          <ac:chgData name="Rosalvo Medeiros" userId="52f93e62-72bc-4d5d-8e07-af043120901b" providerId="ADAL" clId="{40095463-1CA9-41B2-94DA-1CD85C949CC9}" dt="2026-02-24T17:08:25.986" v="942" actId="14100"/>
          <ac:picMkLst>
            <pc:docMk/>
            <pc:sldMk cId="2364333060" sldId="312"/>
            <ac:picMk id="4" creationId="{0212B500-946B-59DC-EF09-66A07631D56D}"/>
          </ac:picMkLst>
        </pc:picChg>
      </pc:sldChg>
      <pc:sldChg chg="addSp modSp add mod addAnim delAnim modAnim">
        <pc:chgData name="Rosalvo Medeiros" userId="52f93e62-72bc-4d5d-8e07-af043120901b" providerId="ADAL" clId="{40095463-1CA9-41B2-94DA-1CD85C949CC9}" dt="2026-02-24T17:15:27.461" v="1044"/>
        <pc:sldMkLst>
          <pc:docMk/>
          <pc:sldMk cId="1989657404" sldId="313"/>
        </pc:sldMkLst>
        <pc:spChg chg="mod">
          <ac:chgData name="Rosalvo Medeiros" userId="52f93e62-72bc-4d5d-8e07-af043120901b" providerId="ADAL" clId="{40095463-1CA9-41B2-94DA-1CD85C949CC9}" dt="2026-02-24T17:09:43.407" v="987" actId="20577"/>
          <ac:spMkLst>
            <pc:docMk/>
            <pc:sldMk cId="1989657404" sldId="313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15:03.636" v="1042" actId="113"/>
          <ac:spMkLst>
            <pc:docMk/>
            <pc:sldMk cId="1989657404" sldId="313"/>
            <ac:spMk id="4" creationId="{1AD71DF4-D295-FE23-2993-63A46D4B5CF6}"/>
          </ac:spMkLst>
        </pc:spChg>
        <pc:spChg chg="mod">
          <ac:chgData name="Rosalvo Medeiros" userId="52f93e62-72bc-4d5d-8e07-af043120901b" providerId="ADAL" clId="{40095463-1CA9-41B2-94DA-1CD85C949CC9}" dt="2026-02-24T17:12:18.291" v="1006" actId="20577"/>
          <ac:spMkLst>
            <pc:docMk/>
            <pc:sldMk cId="1989657404" sldId="313"/>
            <ac:spMk id="6" creationId="{29AF9775-8786-68F3-089F-214494123744}"/>
          </ac:spMkLst>
        </pc:spChg>
        <pc:spChg chg="mod">
          <ac:chgData name="Rosalvo Medeiros" userId="52f93e62-72bc-4d5d-8e07-af043120901b" providerId="ADAL" clId="{40095463-1CA9-41B2-94DA-1CD85C949CC9}" dt="2026-02-24T17:13:01.736" v="1027"/>
          <ac:spMkLst>
            <pc:docMk/>
            <pc:sldMk cId="1989657404" sldId="313"/>
            <ac:spMk id="8" creationId="{978F37A3-38D3-990A-B4A1-27C0E937FB60}"/>
          </ac:spMkLst>
        </pc:spChg>
        <pc:spChg chg="add mod">
          <ac:chgData name="Rosalvo Medeiros" userId="52f93e62-72bc-4d5d-8e07-af043120901b" providerId="ADAL" clId="{40095463-1CA9-41B2-94DA-1CD85C949CC9}" dt="2026-02-24T17:14:09.766" v="1035" actId="1076"/>
          <ac:spMkLst>
            <pc:docMk/>
            <pc:sldMk cId="1989657404" sldId="313"/>
            <ac:spMk id="9" creationId="{7EEF0800-35A7-5503-ED67-D5715F405D5B}"/>
          </ac:spMkLst>
        </pc:spChg>
        <pc:spChg chg="mod">
          <ac:chgData name="Rosalvo Medeiros" userId="52f93e62-72bc-4d5d-8e07-af043120901b" providerId="ADAL" clId="{40095463-1CA9-41B2-94DA-1CD85C949CC9}" dt="2026-02-24T17:09:13.597" v="971" actId="14100"/>
          <ac:spMkLst>
            <pc:docMk/>
            <pc:sldMk cId="1989657404" sldId="313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2-24T17:22:24.246" v="1053" actId="1076"/>
        <pc:sldMkLst>
          <pc:docMk/>
          <pc:sldMk cId="4029841299" sldId="314"/>
        </pc:sldMkLst>
        <pc:spChg chg="add mod">
          <ac:chgData name="Rosalvo Medeiros" userId="52f93e62-72bc-4d5d-8e07-af043120901b" providerId="ADAL" clId="{40095463-1CA9-41B2-94DA-1CD85C949CC9}" dt="2026-02-24T17:22:24.246" v="1053" actId="1076"/>
          <ac:spMkLst>
            <pc:docMk/>
            <pc:sldMk cId="4029841299" sldId="314"/>
            <ac:spMk id="11" creationId="{80319764-29E9-89A4-7A46-778A15850342}"/>
          </ac:spMkLst>
        </pc:spChg>
        <pc:picChg chg="add mod">
          <ac:chgData name="Rosalvo Medeiros" userId="52f93e62-72bc-4d5d-8e07-af043120901b" providerId="ADAL" clId="{40095463-1CA9-41B2-94DA-1CD85C949CC9}" dt="2026-02-24T17:20:08.116" v="1050" actId="14100"/>
          <ac:picMkLst>
            <pc:docMk/>
            <pc:sldMk cId="4029841299" sldId="314"/>
            <ac:picMk id="7" creationId="{8E76E2BA-89FC-7795-6C94-C6A4E3900387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2-24T17:29:15.093" v="1067"/>
        <pc:sldMkLst>
          <pc:docMk/>
          <pc:sldMk cId="316159094" sldId="315"/>
        </pc:sldMkLst>
        <pc:spChg chg="add mod">
          <ac:chgData name="Rosalvo Medeiros" userId="52f93e62-72bc-4d5d-8e07-af043120901b" providerId="ADAL" clId="{40095463-1CA9-41B2-94DA-1CD85C949CC9}" dt="2026-02-24T17:29:15.093" v="1067"/>
          <ac:spMkLst>
            <pc:docMk/>
            <pc:sldMk cId="316159094" sldId="315"/>
            <ac:spMk id="6" creationId="{F52D4885-4021-1E57-2E8F-142FA670ED15}"/>
          </ac:spMkLst>
        </pc:spChg>
        <pc:spChg chg="mod">
          <ac:chgData name="Rosalvo Medeiros" userId="52f93e62-72bc-4d5d-8e07-af043120901b" providerId="ADAL" clId="{40095463-1CA9-41B2-94DA-1CD85C949CC9}" dt="2026-02-24T17:27:30.170" v="1061" actId="20577"/>
          <ac:spMkLst>
            <pc:docMk/>
            <pc:sldMk cId="316159094" sldId="315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7:27:39.702" v="1066" actId="14100"/>
          <ac:picMkLst>
            <pc:docMk/>
            <pc:sldMk cId="316159094" sldId="315"/>
            <ac:picMk id="3" creationId="{E77F62D6-A3B7-6310-2FA1-D12FE80545A8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2-24T17:32:41.816" v="1087"/>
        <pc:sldMkLst>
          <pc:docMk/>
          <pc:sldMk cId="1458589871" sldId="316"/>
        </pc:sldMkLst>
        <pc:spChg chg="mod">
          <ac:chgData name="Rosalvo Medeiros" userId="52f93e62-72bc-4d5d-8e07-af043120901b" providerId="ADAL" clId="{40095463-1CA9-41B2-94DA-1CD85C949CC9}" dt="2026-02-24T17:31:35.525" v="1071"/>
          <ac:spMkLst>
            <pc:docMk/>
            <pc:sldMk cId="1458589871" sldId="316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32:28.485" v="1086" actId="20577"/>
          <ac:spMkLst>
            <pc:docMk/>
            <pc:sldMk cId="1458589871" sldId="316"/>
            <ac:spMk id="7" creationId="{2D0E4D09-5492-66D4-8620-6D9877AC5F8D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8:23:55.651" v="1164" actId="14100"/>
        <pc:sldMkLst>
          <pc:docMk/>
          <pc:sldMk cId="243823491" sldId="317"/>
        </pc:sldMkLst>
        <pc:spChg chg="mod">
          <ac:chgData name="Rosalvo Medeiros" userId="52f93e62-72bc-4d5d-8e07-af043120901b" providerId="ADAL" clId="{40095463-1CA9-41B2-94DA-1CD85C949CC9}" dt="2026-02-24T17:36:42.436" v="1098" actId="20577"/>
          <ac:spMkLst>
            <pc:docMk/>
            <pc:sldMk cId="243823491" sldId="317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8:23:55.651" v="1164" actId="14100"/>
          <ac:picMkLst>
            <pc:docMk/>
            <pc:sldMk cId="243823491" sldId="317"/>
            <ac:picMk id="13" creationId="{8E4C787E-C199-C2EA-D9DD-E571ED3BF6BA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2-24T18:28:16.808" v="1207" actId="1076"/>
        <pc:sldMkLst>
          <pc:docMk/>
          <pc:sldMk cId="521094035" sldId="318"/>
        </pc:sldMkLst>
        <pc:spChg chg="add del mod">
          <ac:chgData name="Rosalvo Medeiros" userId="52f93e62-72bc-4d5d-8e07-af043120901b" providerId="ADAL" clId="{40095463-1CA9-41B2-94DA-1CD85C949CC9}" dt="2026-02-24T18:28:16.808" v="1207" actId="1076"/>
          <ac:spMkLst>
            <pc:docMk/>
            <pc:sldMk cId="521094035" sldId="318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8:27:50.504" v="1174" actId="20577"/>
          <ac:spMkLst>
            <pc:docMk/>
            <pc:sldMk cId="521094035" sldId="318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6:22:36.436" v="1294" actId="14100"/>
        <pc:sldMkLst>
          <pc:docMk/>
          <pc:sldMk cId="3079102378" sldId="319"/>
        </pc:sldMkLst>
        <pc:spChg chg="mod">
          <ac:chgData name="Rosalvo Medeiros" userId="52f93e62-72bc-4d5d-8e07-af043120901b" providerId="ADAL" clId="{40095463-1CA9-41B2-94DA-1CD85C949CC9}" dt="2026-03-03T16:19:10.642" v="1213" actId="14100"/>
          <ac:spMkLst>
            <pc:docMk/>
            <pc:sldMk cId="3079102378" sldId="319"/>
            <ac:spMk id="3" creationId="{00160C4E-BC2C-4AB7-B308-8618FB70E1AB}"/>
          </ac:spMkLst>
        </pc:spChg>
        <pc:spChg chg="del">
          <ac:chgData name="Rosalvo Medeiros" userId="52f93e62-72bc-4d5d-8e07-af043120901b" providerId="ADAL" clId="{40095463-1CA9-41B2-94DA-1CD85C949CC9}" dt="2026-03-03T16:18:24.807" v="1210" actId="478"/>
          <ac:spMkLst>
            <pc:docMk/>
            <pc:sldMk cId="3079102378" sldId="319"/>
            <ac:spMk id="6" creationId="{7CC1F771-3369-B761-4618-4EB3344C0FBE}"/>
          </ac:spMkLst>
        </pc:spChg>
        <pc:spChg chg="del">
          <ac:chgData name="Rosalvo Medeiros" userId="52f93e62-72bc-4d5d-8e07-af043120901b" providerId="ADAL" clId="{40095463-1CA9-41B2-94DA-1CD85C949CC9}" dt="2026-03-03T16:18:21.865" v="1209" actId="478"/>
          <ac:spMkLst>
            <pc:docMk/>
            <pc:sldMk cId="3079102378" sldId="319"/>
            <ac:spMk id="7" creationId="{48B71A7C-3C04-C03C-3311-A826E8421667}"/>
          </ac:spMkLst>
        </pc:spChg>
        <pc:spChg chg="add mod">
          <ac:chgData name="Rosalvo Medeiros" userId="52f93e62-72bc-4d5d-8e07-af043120901b" providerId="ADAL" clId="{40095463-1CA9-41B2-94DA-1CD85C949CC9}" dt="2026-03-03T16:22:36.436" v="1294" actId="14100"/>
          <ac:spMkLst>
            <pc:docMk/>
            <pc:sldMk cId="3079102378" sldId="319"/>
            <ac:spMk id="8" creationId="{41149D56-0B3A-778C-D5CE-F528114C5CBE}"/>
          </ac:spMkLst>
        </pc:spChg>
        <pc:graphicFrameChg chg="del">
          <ac:chgData name="Rosalvo Medeiros" userId="52f93e62-72bc-4d5d-8e07-af043120901b" providerId="ADAL" clId="{40095463-1CA9-41B2-94DA-1CD85C949CC9}" dt="2026-03-03T16:18:26.587" v="1211" actId="478"/>
          <ac:graphicFrameMkLst>
            <pc:docMk/>
            <pc:sldMk cId="3079102378" sldId="319"/>
            <ac:graphicFrameMk id="2" creationId="{E22D3DB9-2260-2694-A540-63EBCE9ADB57}"/>
          </ac:graphicFrameMkLst>
        </pc:graphicFrameChg>
        <pc:picChg chg="add mod">
          <ac:chgData name="Rosalvo Medeiros" userId="52f93e62-72bc-4d5d-8e07-af043120901b" providerId="ADAL" clId="{40095463-1CA9-41B2-94DA-1CD85C949CC9}" dt="2026-03-03T16:22:12.645" v="1289" actId="1076"/>
          <ac:picMkLst>
            <pc:docMk/>
            <pc:sldMk cId="3079102378" sldId="319"/>
            <ac:picMk id="5" creationId="{12A42956-5EE3-F506-B879-C906CF0EC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03T16:26:37.201" v="1317" actId="1076"/>
        <pc:sldMkLst>
          <pc:docMk/>
          <pc:sldMk cId="2150312722" sldId="320"/>
        </pc:sldMkLst>
        <pc:spChg chg="add mod">
          <ac:chgData name="Rosalvo Medeiros" userId="52f93e62-72bc-4d5d-8e07-af043120901b" providerId="ADAL" clId="{40095463-1CA9-41B2-94DA-1CD85C949CC9}" dt="2026-03-03T16:23:13.455" v="1300" actId="14100"/>
          <ac:spMkLst>
            <pc:docMk/>
            <pc:sldMk cId="2150312722" sldId="320"/>
            <ac:spMk id="4" creationId="{D99EB38D-A23A-751C-BB51-5476EB30D7AB}"/>
          </ac:spMkLst>
        </pc:spChg>
        <pc:spChg chg="add mod">
          <ac:chgData name="Rosalvo Medeiros" userId="52f93e62-72bc-4d5d-8e07-af043120901b" providerId="ADAL" clId="{40095463-1CA9-41B2-94DA-1CD85C949CC9}" dt="2026-03-03T16:23:31.245" v="1303" actId="14100"/>
          <ac:spMkLst>
            <pc:docMk/>
            <pc:sldMk cId="2150312722" sldId="320"/>
            <ac:spMk id="7" creationId="{B9070AF3-5C6B-978D-509A-B32ECA7F0B86}"/>
          </ac:spMkLst>
        </pc:spChg>
        <pc:spChg chg="del">
          <ac:chgData name="Rosalvo Medeiros" userId="52f93e62-72bc-4d5d-8e07-af043120901b" providerId="ADAL" clId="{40095463-1CA9-41B2-94DA-1CD85C949CC9}" dt="2026-03-03T16:22:48.510" v="1297" actId="478"/>
          <ac:spMkLst>
            <pc:docMk/>
            <pc:sldMk cId="2150312722" sldId="320"/>
            <ac:spMk id="8" creationId="{41149D56-0B3A-778C-D5CE-F528114C5CBE}"/>
          </ac:spMkLst>
        </pc:spChg>
        <pc:graphicFrameChg chg="add del mod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9" creationId="{EB044EE3-CEAA-C67A-F728-699497231048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0" creationId="{D1BC226A-7685-1318-6E8F-F3C3B8B14F47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1" creationId="{5C2A5CF4-7B05-EB9D-B580-F132536EAD6A}"/>
          </ac:graphicFrameMkLst>
        </pc:graphicFrameChg>
        <pc:graphicFrameChg chg="del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2" creationId="{7FC44F0C-542E-02F3-9A10-DE1D812A36D4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3" creationId="{C65E76EC-4FAA-EBC9-06BE-E413DB8F7FDC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4" creationId="{F1F18587-B5A7-9AE0-4816-257DCABAEB94}"/>
          </ac:graphicFrameMkLst>
        </pc:graphicFrameChg>
        <pc:graphicFrameChg chg="add mod">
          <ac:chgData name="Rosalvo Medeiros" userId="52f93e62-72bc-4d5d-8e07-af043120901b" providerId="ADAL" clId="{40095463-1CA9-41B2-94DA-1CD85C949CC9}" dt="2026-03-03T16:25:28.483" v="1304"/>
          <ac:graphicFrameMkLst>
            <pc:docMk/>
            <pc:sldMk cId="2150312722" sldId="320"/>
            <ac:graphicFrameMk id="15" creationId="{AF46EB94-FEEF-0DC5-6DFE-81F3AD4B85D7}"/>
          </ac:graphicFrameMkLst>
        </pc:graphicFrameChg>
        <pc:graphicFrameChg chg="del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6" creationId="{63E2C144-6FFD-0C05-97D0-EAFAD1D3DFD4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7" creationId="{8276E468-B666-A37B-3BFB-4AE87B82C003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8" creationId="{EF0E28A4-7400-222A-1EE4-C1B4855B23B2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03T16:25:43.332" v="1310" actId="478"/>
          <ac:graphicFrameMkLst>
            <pc:docMk/>
            <pc:sldMk cId="2150312722" sldId="320"/>
            <ac:graphicFrameMk id="19" creationId="{7F37018B-C2EA-003F-8280-902BA2D7C819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03T16:25:40.581" v="1309" actId="478"/>
          <ac:graphicFrameMkLst>
            <pc:docMk/>
            <pc:sldMk cId="2150312722" sldId="320"/>
            <ac:graphicFrameMk id="20" creationId="{C04CCD61-40C2-B577-2A56-A0E9F1E551B1}"/>
          </ac:graphicFrameMkLst>
        </pc:graphicFrameChg>
        <pc:graphicFrameChg chg="del mod modGraphic">
          <ac:chgData name="Rosalvo Medeiros" userId="52f93e62-72bc-4d5d-8e07-af043120901b" providerId="ADAL" clId="{40095463-1CA9-41B2-94DA-1CD85C949CC9}" dt="2026-03-03T16:25:37.634" v="1308" actId="478"/>
          <ac:graphicFrameMkLst>
            <pc:docMk/>
            <pc:sldMk cId="2150312722" sldId="320"/>
            <ac:graphicFrameMk id="21" creationId="{336FE1E5-DA34-C01F-3B81-7E594775EE27}"/>
          </ac:graphicFrameMkLst>
        </pc:graphicFrameChg>
        <pc:graphicFrameChg chg="add mod modGraphic">
          <ac:chgData name="Rosalvo Medeiros" userId="52f93e62-72bc-4d5d-8e07-af043120901b" providerId="ADAL" clId="{40095463-1CA9-41B2-94DA-1CD85C949CC9}" dt="2026-03-03T16:26:37.201" v="1317" actId="1076"/>
          <ac:graphicFrameMkLst>
            <pc:docMk/>
            <pc:sldMk cId="2150312722" sldId="320"/>
            <ac:graphicFrameMk id="22" creationId="{91790F47-9691-B17E-88C4-8205D5B333C7}"/>
          </ac:graphicFrameMkLst>
        </pc:graphicFrameChg>
        <pc:picChg chg="del">
          <ac:chgData name="Rosalvo Medeiros" userId="52f93e62-72bc-4d5d-8e07-af043120901b" providerId="ADAL" clId="{40095463-1CA9-41B2-94DA-1CD85C949CC9}" dt="2026-03-03T16:22:45.335" v="1296" actId="478"/>
          <ac:picMkLst>
            <pc:docMk/>
            <pc:sldMk cId="2150312722" sldId="320"/>
            <ac:picMk id="5" creationId="{12A42956-5EE3-F506-B879-C906CF0EC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03T16:31:41.899" v="1328" actId="1076"/>
        <pc:sldMkLst>
          <pc:docMk/>
          <pc:sldMk cId="3498275022" sldId="321"/>
        </pc:sldMkLst>
        <pc:spChg chg="del">
          <ac:chgData name="Rosalvo Medeiros" userId="52f93e62-72bc-4d5d-8e07-af043120901b" providerId="ADAL" clId="{40095463-1CA9-41B2-94DA-1CD85C949CC9}" dt="2026-03-03T16:30:31.594" v="1321" actId="478"/>
          <ac:spMkLst>
            <pc:docMk/>
            <pc:sldMk cId="3498275022" sldId="321"/>
            <ac:spMk id="4" creationId="{D99EB38D-A23A-751C-BB51-5476EB30D7AB}"/>
          </ac:spMkLst>
        </pc:spChg>
        <pc:spChg chg="del">
          <ac:chgData name="Rosalvo Medeiros" userId="52f93e62-72bc-4d5d-8e07-af043120901b" providerId="ADAL" clId="{40095463-1CA9-41B2-94DA-1CD85C949CC9}" dt="2026-03-03T16:30:30.203" v="1320" actId="478"/>
          <ac:spMkLst>
            <pc:docMk/>
            <pc:sldMk cId="3498275022" sldId="321"/>
            <ac:spMk id="7" creationId="{B9070AF3-5C6B-978D-509A-B32ECA7F0B86}"/>
          </ac:spMkLst>
        </pc:spChg>
        <pc:graphicFrameChg chg="add del mod modGraphic">
          <ac:chgData name="Rosalvo Medeiros" userId="52f93e62-72bc-4d5d-8e07-af043120901b" providerId="ADAL" clId="{40095463-1CA9-41B2-94DA-1CD85C949CC9}" dt="2026-03-03T16:31:35.888" v="1325" actId="478"/>
          <ac:graphicFrameMkLst>
            <pc:docMk/>
            <pc:sldMk cId="3498275022" sldId="321"/>
            <ac:graphicFrameMk id="2" creationId="{B4EDC01C-9019-30B7-971E-3F895C9D57E2}"/>
          </ac:graphicFrameMkLst>
        </pc:graphicFrameChg>
        <pc:graphicFrameChg chg="del">
          <ac:chgData name="Rosalvo Medeiros" userId="52f93e62-72bc-4d5d-8e07-af043120901b" providerId="ADAL" clId="{40095463-1CA9-41B2-94DA-1CD85C949CC9}" dt="2026-03-03T16:30:27.437" v="1319" actId="478"/>
          <ac:graphicFrameMkLst>
            <pc:docMk/>
            <pc:sldMk cId="3498275022" sldId="321"/>
            <ac:graphicFrameMk id="22" creationId="{91790F47-9691-B17E-88C4-8205D5B333C7}"/>
          </ac:graphicFrameMkLst>
        </pc:graphicFrameChg>
        <pc:picChg chg="add mod">
          <ac:chgData name="Rosalvo Medeiros" userId="52f93e62-72bc-4d5d-8e07-af043120901b" providerId="ADAL" clId="{40095463-1CA9-41B2-94DA-1CD85C949CC9}" dt="2026-03-03T16:31:41.899" v="1328" actId="1076"/>
          <ac:picMkLst>
            <pc:docMk/>
            <pc:sldMk cId="3498275022" sldId="321"/>
            <ac:picMk id="6" creationId="{679CC56B-0EB8-DB23-89C4-9FF22E3C929D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6:43:02.365" v="1357"/>
        <pc:sldMkLst>
          <pc:docMk/>
          <pc:sldMk cId="1950212582" sldId="322"/>
        </pc:sldMkLst>
        <pc:spChg chg="add mod">
          <ac:chgData name="Rosalvo Medeiros" userId="52f93e62-72bc-4d5d-8e07-af043120901b" providerId="ADAL" clId="{40095463-1CA9-41B2-94DA-1CD85C949CC9}" dt="2026-03-03T16:40:11.275" v="1333" actId="255"/>
          <ac:spMkLst>
            <pc:docMk/>
            <pc:sldMk cId="1950212582" sldId="322"/>
            <ac:spMk id="4" creationId="{039D91EC-B026-370F-0F3F-D484E195BC9C}"/>
          </ac:spMkLst>
        </pc:spChg>
        <pc:spChg chg="add">
          <ac:chgData name="Rosalvo Medeiros" userId="52f93e62-72bc-4d5d-8e07-af043120901b" providerId="ADAL" clId="{40095463-1CA9-41B2-94DA-1CD85C949CC9}" dt="2026-03-03T16:40:28.711" v="1334"/>
          <ac:spMkLst>
            <pc:docMk/>
            <pc:sldMk cId="1950212582" sldId="322"/>
            <ac:spMk id="5" creationId="{7099DDC0-7F2D-5ACC-7D63-6915A58D495A}"/>
          </ac:spMkLst>
        </pc:spChg>
        <pc:spChg chg="add mod">
          <ac:chgData name="Rosalvo Medeiros" userId="52f93e62-72bc-4d5d-8e07-af043120901b" providerId="ADAL" clId="{40095463-1CA9-41B2-94DA-1CD85C949CC9}" dt="2026-03-03T16:43:02.365" v="1357"/>
          <ac:spMkLst>
            <pc:docMk/>
            <pc:sldMk cId="1950212582" sldId="322"/>
            <ac:spMk id="8" creationId="{8EB3B0B9-CC21-A000-0619-E1B43172EFDB}"/>
          </ac:spMkLst>
        </pc:spChg>
        <pc:picChg chg="del">
          <ac:chgData name="Rosalvo Medeiros" userId="52f93e62-72bc-4d5d-8e07-af043120901b" providerId="ADAL" clId="{40095463-1CA9-41B2-94DA-1CD85C949CC9}" dt="2026-03-03T16:40:02.238" v="1330" actId="478"/>
          <ac:picMkLst>
            <pc:docMk/>
            <pc:sldMk cId="1950212582" sldId="322"/>
            <ac:picMk id="6" creationId="{679CC56B-0EB8-DB23-89C4-9FF22E3C929D}"/>
          </ac:picMkLst>
        </pc:picChg>
      </pc:sldChg>
      <pc:sldChg chg="modSp add modAnim">
        <pc:chgData name="Rosalvo Medeiros" userId="52f93e62-72bc-4d5d-8e07-af043120901b" providerId="ADAL" clId="{40095463-1CA9-41B2-94DA-1CD85C949CC9}" dt="2026-03-03T16:43:41.273" v="1361"/>
        <pc:sldMkLst>
          <pc:docMk/>
          <pc:sldMk cId="1295706215" sldId="323"/>
        </pc:sldMkLst>
        <pc:spChg chg="mod">
          <ac:chgData name="Rosalvo Medeiros" userId="52f93e62-72bc-4d5d-8e07-af043120901b" providerId="ADAL" clId="{40095463-1CA9-41B2-94DA-1CD85C949CC9}" dt="2026-03-03T16:42:06.893" v="1350"/>
          <ac:spMkLst>
            <pc:docMk/>
            <pc:sldMk cId="1295706215" sldId="323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2:53.554" v="1356" actId="20577"/>
          <ac:spMkLst>
            <pc:docMk/>
            <pc:sldMk cId="1295706215" sldId="323"/>
            <ac:spMk id="8" creationId="{8EB3B0B9-CC21-A000-0619-E1B43172EFDB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6:53:56.073" v="1573" actId="20577"/>
        <pc:sldMkLst>
          <pc:docMk/>
          <pc:sldMk cId="2769118522" sldId="324"/>
        </pc:sldMkLst>
        <pc:spChg chg="add mod">
          <ac:chgData name="Rosalvo Medeiros" userId="52f93e62-72bc-4d5d-8e07-af043120901b" providerId="ADAL" clId="{40095463-1CA9-41B2-94DA-1CD85C949CC9}" dt="2026-03-03T16:48:30.677" v="1454" actId="14100"/>
          <ac:spMkLst>
            <pc:docMk/>
            <pc:sldMk cId="2769118522" sldId="324"/>
            <ac:spMk id="2" creationId="{01A907B9-87B8-7F82-65D1-17201EA17065}"/>
          </ac:spMkLst>
        </pc:spChg>
        <pc:spChg chg="mod">
          <ac:chgData name="Rosalvo Medeiros" userId="52f93e62-72bc-4d5d-8e07-af043120901b" providerId="ADAL" clId="{40095463-1CA9-41B2-94DA-1CD85C949CC9}" dt="2026-03-03T16:46:48.767" v="1381" actId="20577"/>
          <ac:spMkLst>
            <pc:docMk/>
            <pc:sldMk cId="2769118522" sldId="324"/>
            <ac:spMk id="4" creationId="{039D91EC-B026-370F-0F3F-D484E195BC9C}"/>
          </ac:spMkLst>
        </pc:spChg>
        <pc:spChg chg="add del mod">
          <ac:chgData name="Rosalvo Medeiros" userId="52f93e62-72bc-4d5d-8e07-af043120901b" providerId="ADAL" clId="{40095463-1CA9-41B2-94DA-1CD85C949CC9}" dt="2026-03-03T16:49:17.624" v="1458" actId="22"/>
          <ac:spMkLst>
            <pc:docMk/>
            <pc:sldMk cId="2769118522" sldId="324"/>
            <ac:spMk id="6" creationId="{1D1C1E1E-2A0E-3205-7E0F-C324B4F58873}"/>
          </ac:spMkLst>
        </pc:spChg>
        <pc:spChg chg="mod">
          <ac:chgData name="Rosalvo Medeiros" userId="52f93e62-72bc-4d5d-8e07-af043120901b" providerId="ADAL" clId="{40095463-1CA9-41B2-94DA-1CD85C949CC9}" dt="2026-03-03T16:47:18.183" v="1451" actId="20577"/>
          <ac:spMkLst>
            <pc:docMk/>
            <pc:sldMk cId="2769118522" sldId="324"/>
            <ac:spMk id="8" creationId="{8EB3B0B9-CC21-A000-0619-E1B43172EFDB}"/>
          </ac:spMkLst>
        </pc:spChg>
        <pc:spChg chg="add mod">
          <ac:chgData name="Rosalvo Medeiros" userId="52f93e62-72bc-4d5d-8e07-af043120901b" providerId="ADAL" clId="{40095463-1CA9-41B2-94DA-1CD85C949CC9}" dt="2026-03-03T16:53:56.073" v="1573" actId="20577"/>
          <ac:spMkLst>
            <pc:docMk/>
            <pc:sldMk cId="2769118522" sldId="324"/>
            <ac:spMk id="9" creationId="{7E8BAFCC-9528-D11C-AE68-E59A8A3C6A1A}"/>
          </ac:spMkLst>
        </pc:spChg>
      </pc:sldChg>
      <pc:sldChg chg="modSp add mod">
        <pc:chgData name="Rosalvo Medeiros" userId="52f93e62-72bc-4d5d-8e07-af043120901b" providerId="ADAL" clId="{40095463-1CA9-41B2-94DA-1CD85C949CC9}" dt="2026-03-03T17:19:25.143" v="1723" actId="14100"/>
        <pc:sldMkLst>
          <pc:docMk/>
          <pc:sldMk cId="342854164" sldId="325"/>
        </pc:sldMkLst>
        <pc:spChg chg="mod">
          <ac:chgData name="Rosalvo Medeiros" userId="52f93e62-72bc-4d5d-8e07-af043120901b" providerId="ADAL" clId="{40095463-1CA9-41B2-94DA-1CD85C949CC9}" dt="2026-03-03T17:19:25.143" v="1723" actId="14100"/>
          <ac:spMkLst>
            <pc:docMk/>
            <pc:sldMk cId="342854164" sldId="325"/>
            <ac:spMk id="8" creationId="{8EB3B0B9-CC21-A000-0619-E1B43172EFDB}"/>
          </ac:spMkLst>
        </pc:spChg>
      </pc:sldChg>
      <pc:sldChg chg="add del">
        <pc:chgData name="Rosalvo Medeiros" userId="52f93e62-72bc-4d5d-8e07-af043120901b" providerId="ADAL" clId="{40095463-1CA9-41B2-94DA-1CD85C949CC9}" dt="2026-03-03T16:54:26.022" v="1575" actId="47"/>
        <pc:sldMkLst>
          <pc:docMk/>
          <pc:sldMk cId="2241575093" sldId="326"/>
        </pc:sldMkLst>
      </pc:sldChg>
      <pc:sldChg chg="addSp delSp modSp add mod delAnim modAnim">
        <pc:chgData name="Rosalvo Medeiros" userId="52f93e62-72bc-4d5d-8e07-af043120901b" providerId="ADAL" clId="{40095463-1CA9-41B2-94DA-1CD85C949CC9}" dt="2026-03-03T16:57:25.692" v="1596"/>
        <pc:sldMkLst>
          <pc:docMk/>
          <pc:sldMk cId="2660517713" sldId="326"/>
        </pc:sldMkLst>
        <pc:spChg chg="del">
          <ac:chgData name="Rosalvo Medeiros" userId="52f93e62-72bc-4d5d-8e07-af043120901b" providerId="ADAL" clId="{40095463-1CA9-41B2-94DA-1CD85C949CC9}" dt="2026-03-03T16:54:55.856" v="1578" actId="478"/>
          <ac:spMkLst>
            <pc:docMk/>
            <pc:sldMk cId="2660517713" sldId="326"/>
            <ac:spMk id="2" creationId="{01A907B9-87B8-7F82-65D1-17201EA17065}"/>
          </ac:spMkLst>
        </pc:spChg>
        <pc:spChg chg="mod">
          <ac:chgData name="Rosalvo Medeiros" userId="52f93e62-72bc-4d5d-8e07-af043120901b" providerId="ADAL" clId="{40095463-1CA9-41B2-94DA-1CD85C949CC9}" dt="2026-03-03T16:55:48.881" v="1580"/>
          <ac:spMkLst>
            <pc:docMk/>
            <pc:sldMk cId="2660517713" sldId="326"/>
            <ac:spMk id="4" creationId="{039D91EC-B026-370F-0F3F-D484E195BC9C}"/>
          </ac:spMkLst>
        </pc:spChg>
        <pc:spChg chg="add">
          <ac:chgData name="Rosalvo Medeiros" userId="52f93e62-72bc-4d5d-8e07-af043120901b" providerId="ADAL" clId="{40095463-1CA9-41B2-94DA-1CD85C949CC9}" dt="2026-03-03T16:56:07.330" v="1581"/>
          <ac:spMkLst>
            <pc:docMk/>
            <pc:sldMk cId="2660517713" sldId="326"/>
            <ac:spMk id="5" creationId="{EC9FE78D-9335-61EB-0348-97DCE4463819}"/>
          </ac:spMkLst>
        </pc:spChg>
        <pc:spChg chg="add mod">
          <ac:chgData name="Rosalvo Medeiros" userId="52f93e62-72bc-4d5d-8e07-af043120901b" providerId="ADAL" clId="{40095463-1CA9-41B2-94DA-1CD85C949CC9}" dt="2026-03-03T16:57:08.010" v="1594" actId="255"/>
          <ac:spMkLst>
            <pc:docMk/>
            <pc:sldMk cId="2660517713" sldId="326"/>
            <ac:spMk id="7" creationId="{4F97DDEC-B689-325D-65A5-9EB5764C42A7}"/>
          </ac:spMkLst>
        </pc:spChg>
        <pc:spChg chg="del">
          <ac:chgData name="Rosalvo Medeiros" userId="52f93e62-72bc-4d5d-8e07-af043120901b" providerId="ADAL" clId="{40095463-1CA9-41B2-94DA-1CD85C949CC9}" dt="2026-03-03T16:54:54.487" v="1577" actId="478"/>
          <ac:spMkLst>
            <pc:docMk/>
            <pc:sldMk cId="2660517713" sldId="326"/>
            <ac:spMk id="8" creationId="{8EB3B0B9-CC21-A000-0619-E1B43172EFDB}"/>
          </ac:spMkLst>
        </pc:spChg>
        <pc:spChg chg="del">
          <ac:chgData name="Rosalvo Medeiros" userId="52f93e62-72bc-4d5d-8e07-af043120901b" providerId="ADAL" clId="{40095463-1CA9-41B2-94DA-1CD85C949CC9}" dt="2026-03-03T16:54:57.464" v="1579" actId="478"/>
          <ac:spMkLst>
            <pc:docMk/>
            <pc:sldMk cId="2660517713" sldId="326"/>
            <ac:spMk id="9" creationId="{7E8BAFCC-9528-D11C-AE68-E59A8A3C6A1A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4:42.556" v="1635" actId="22"/>
        <pc:sldMkLst>
          <pc:docMk/>
          <pc:sldMk cId="4006406919" sldId="327"/>
        </pc:sldMkLst>
        <pc:spChg chg="mod">
          <ac:chgData name="Rosalvo Medeiros" userId="52f93e62-72bc-4d5d-8e07-af043120901b" providerId="ADAL" clId="{40095463-1CA9-41B2-94DA-1CD85C949CC9}" dt="2026-03-03T16:58:08.452" v="1599" actId="14100"/>
          <ac:spMkLst>
            <pc:docMk/>
            <pc:sldMk cId="4006406919" sldId="327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58:54.791" v="1618" actId="6549"/>
          <ac:spMkLst>
            <pc:docMk/>
            <pc:sldMk cId="4006406919" sldId="327"/>
            <ac:spMk id="7" creationId="{4F97DDEC-B689-325D-65A5-9EB5764C42A7}"/>
          </ac:spMkLst>
        </pc:spChg>
        <pc:picChg chg="add del">
          <ac:chgData name="Rosalvo Medeiros" userId="52f93e62-72bc-4d5d-8e07-af043120901b" providerId="ADAL" clId="{40095463-1CA9-41B2-94DA-1CD85C949CC9}" dt="2026-03-03T17:04:42.556" v="1635" actId="22"/>
          <ac:picMkLst>
            <pc:docMk/>
            <pc:sldMk cId="4006406919" sldId="327"/>
            <ac:picMk id="5" creationId="{184806EE-FB16-C98E-66E9-9A641D54A067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7:08:35.840" v="1657"/>
        <pc:sldMkLst>
          <pc:docMk/>
          <pc:sldMk cId="447731015" sldId="328"/>
        </pc:sldMkLst>
        <pc:spChg chg="mod">
          <ac:chgData name="Rosalvo Medeiros" userId="52f93e62-72bc-4d5d-8e07-af043120901b" providerId="ADAL" clId="{40095463-1CA9-41B2-94DA-1CD85C949CC9}" dt="2026-03-03T17:01:48.900" v="1620"/>
          <ac:spMkLst>
            <pc:docMk/>
            <pc:sldMk cId="447731015" sldId="328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7:07:07.825" v="1650"/>
          <ac:spMkLst>
            <pc:docMk/>
            <pc:sldMk cId="447731015" sldId="328"/>
            <ac:spMk id="5" creationId="{779604EF-678B-4E95-5FEF-CE54F5108B87}"/>
          </ac:spMkLst>
        </pc:spChg>
        <pc:spChg chg="mod">
          <ac:chgData name="Rosalvo Medeiros" userId="52f93e62-72bc-4d5d-8e07-af043120901b" providerId="ADAL" clId="{40095463-1CA9-41B2-94DA-1CD85C949CC9}" dt="2026-03-03T17:02:43.839" v="1626" actId="1076"/>
          <ac:spMkLst>
            <pc:docMk/>
            <pc:sldMk cId="447731015" sldId="328"/>
            <ac:spMk id="7" creationId="{4F97DDEC-B689-325D-65A5-9EB5764C42A7}"/>
          </ac:spMkLst>
        </pc:spChg>
        <pc:spChg chg="add del">
          <ac:chgData name="Rosalvo Medeiros" userId="52f93e62-72bc-4d5d-8e07-af043120901b" providerId="ADAL" clId="{40095463-1CA9-41B2-94DA-1CD85C949CC9}" dt="2026-03-03T17:06:36.465" v="1643" actId="22"/>
          <ac:spMkLst>
            <pc:docMk/>
            <pc:sldMk cId="447731015" sldId="328"/>
            <ac:spMk id="8" creationId="{2C67A121-5AD4-EAEB-9015-4E82165DC48D}"/>
          </ac:spMkLst>
        </pc:spChg>
        <pc:spChg chg="add mod">
          <ac:chgData name="Rosalvo Medeiros" userId="52f93e62-72bc-4d5d-8e07-af043120901b" providerId="ADAL" clId="{40095463-1CA9-41B2-94DA-1CD85C949CC9}" dt="2026-03-03T17:07:45.536" v="1654" actId="255"/>
          <ac:spMkLst>
            <pc:docMk/>
            <pc:sldMk cId="447731015" sldId="328"/>
            <ac:spMk id="10" creationId="{5650A760-3B1B-26E0-D024-5939B2677602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7:21:08.217" v="1728" actId="1076"/>
        <pc:sldMkLst>
          <pc:docMk/>
          <pc:sldMk cId="3807038001" sldId="329"/>
        </pc:sldMkLst>
        <pc:spChg chg="del">
          <ac:chgData name="Rosalvo Medeiros" userId="52f93e62-72bc-4d5d-8e07-af043120901b" providerId="ADAL" clId="{40095463-1CA9-41B2-94DA-1CD85C949CC9}" dt="2026-03-03T17:04:23.677" v="1631" actId="478"/>
          <ac:spMkLst>
            <pc:docMk/>
            <pc:sldMk cId="3807038001" sldId="329"/>
            <ac:spMk id="4" creationId="{039D91EC-B026-370F-0F3F-D484E195BC9C}"/>
          </ac:spMkLst>
        </pc:spChg>
        <pc:spChg chg="add del">
          <ac:chgData name="Rosalvo Medeiros" userId="52f93e62-72bc-4d5d-8e07-af043120901b" providerId="ADAL" clId="{40095463-1CA9-41B2-94DA-1CD85C949CC9}" dt="2026-03-03T17:04:27.442" v="1633" actId="22"/>
          <ac:spMkLst>
            <pc:docMk/>
            <pc:sldMk cId="3807038001" sldId="329"/>
            <ac:spMk id="5" creationId="{A482D20F-7C95-D1F7-B446-93A04B461684}"/>
          </ac:spMkLst>
        </pc:spChg>
        <pc:spChg chg="del">
          <ac:chgData name="Rosalvo Medeiros" userId="52f93e62-72bc-4d5d-8e07-af043120901b" providerId="ADAL" clId="{40095463-1CA9-41B2-94DA-1CD85C949CC9}" dt="2026-03-03T17:04:21.786" v="1630" actId="478"/>
          <ac:spMkLst>
            <pc:docMk/>
            <pc:sldMk cId="3807038001" sldId="329"/>
            <ac:spMk id="7" creationId="{4F97DDEC-B689-325D-65A5-9EB5764C42A7}"/>
          </ac:spMkLst>
        </pc:spChg>
        <pc:picChg chg="add del mod">
          <ac:chgData name="Rosalvo Medeiros" userId="52f93e62-72bc-4d5d-8e07-af043120901b" providerId="ADAL" clId="{40095463-1CA9-41B2-94DA-1CD85C949CC9}" dt="2026-03-03T17:20:56.642" v="1724" actId="478"/>
          <ac:picMkLst>
            <pc:docMk/>
            <pc:sldMk cId="3807038001" sldId="329"/>
            <ac:picMk id="8" creationId="{EEE36B1A-3C71-BFCA-9701-8D846ACFF0E3}"/>
          </ac:picMkLst>
        </pc:picChg>
        <pc:picChg chg="add mod">
          <ac:chgData name="Rosalvo Medeiros" userId="52f93e62-72bc-4d5d-8e07-af043120901b" providerId="ADAL" clId="{40095463-1CA9-41B2-94DA-1CD85C949CC9}" dt="2026-03-03T17:21:08.217" v="1728" actId="1076"/>
          <ac:picMkLst>
            <pc:docMk/>
            <pc:sldMk cId="3807038001" sldId="329"/>
            <ac:picMk id="10" creationId="{91ECFE90-3F22-3E55-65F5-EE166E997E0D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03T17:14:00.108" v="1705" actId="1076"/>
        <pc:sldMkLst>
          <pc:docMk/>
          <pc:sldMk cId="329634413" sldId="330"/>
        </pc:sldMkLst>
        <pc:spChg chg="add">
          <ac:chgData name="Rosalvo Medeiros" userId="52f93e62-72bc-4d5d-8e07-af043120901b" providerId="ADAL" clId="{40095463-1CA9-41B2-94DA-1CD85C949CC9}" dt="2026-03-03T17:09:39.952" v="1662"/>
          <ac:spMkLst>
            <pc:docMk/>
            <pc:sldMk cId="329634413" sldId="330"/>
            <ac:spMk id="2" creationId="{41A7D991-B2A8-2543-1CB0-7464829F8D41}"/>
          </ac:spMkLst>
        </pc:spChg>
        <pc:spChg chg="del">
          <ac:chgData name="Rosalvo Medeiros" userId="52f93e62-72bc-4d5d-8e07-af043120901b" providerId="ADAL" clId="{40095463-1CA9-41B2-94DA-1CD85C949CC9}" dt="2026-03-03T17:09:33.293" v="1660" actId="478"/>
          <ac:spMkLst>
            <pc:docMk/>
            <pc:sldMk cId="329634413" sldId="330"/>
            <ac:spMk id="5" creationId="{779604EF-678B-4E95-5FEF-CE54F5108B87}"/>
          </ac:spMkLst>
        </pc:spChg>
        <pc:spChg chg="del">
          <ac:chgData name="Rosalvo Medeiros" userId="52f93e62-72bc-4d5d-8e07-af043120901b" providerId="ADAL" clId="{40095463-1CA9-41B2-94DA-1CD85C949CC9}" dt="2026-03-03T17:09:31.806" v="1659" actId="478"/>
          <ac:spMkLst>
            <pc:docMk/>
            <pc:sldMk cId="329634413" sldId="330"/>
            <ac:spMk id="7" creationId="{4F97DDEC-B689-325D-65A5-9EB5764C42A7}"/>
          </ac:spMkLst>
        </pc:spChg>
        <pc:spChg chg="add mod">
          <ac:chgData name="Rosalvo Medeiros" userId="52f93e62-72bc-4d5d-8e07-af043120901b" providerId="ADAL" clId="{40095463-1CA9-41B2-94DA-1CD85C949CC9}" dt="2026-03-03T17:12:48.217" v="1701" actId="207"/>
          <ac:spMkLst>
            <pc:docMk/>
            <pc:sldMk cId="329634413" sldId="330"/>
            <ac:spMk id="8" creationId="{1814FBEF-C228-ED28-A49A-62198E2B9D93}"/>
          </ac:spMkLst>
        </pc:spChg>
        <pc:spChg chg="mod">
          <ac:chgData name="Rosalvo Medeiros" userId="52f93e62-72bc-4d5d-8e07-af043120901b" providerId="ADAL" clId="{40095463-1CA9-41B2-94DA-1CD85C949CC9}" dt="2026-03-03T17:09:38.749" v="1661" actId="1076"/>
          <ac:spMkLst>
            <pc:docMk/>
            <pc:sldMk cId="329634413" sldId="330"/>
            <ac:spMk id="10" creationId="{5650A760-3B1B-26E0-D024-5939B2677602}"/>
          </ac:spMkLst>
        </pc:spChg>
        <pc:picChg chg="add mod">
          <ac:chgData name="Rosalvo Medeiros" userId="52f93e62-72bc-4d5d-8e07-af043120901b" providerId="ADAL" clId="{40095463-1CA9-41B2-94DA-1CD85C949CC9}" dt="2026-03-03T17:14:00.108" v="1705" actId="1076"/>
          <ac:picMkLst>
            <pc:docMk/>
            <pc:sldMk cId="329634413" sldId="330"/>
            <ac:picMk id="11" creationId="{91F380D2-9E82-D2C0-A80A-29E853B52A26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7:21:23.912" v="1734" actId="1076"/>
        <pc:sldMkLst>
          <pc:docMk/>
          <pc:sldMk cId="1668088582" sldId="331"/>
        </pc:sldMkLst>
        <pc:spChg chg="add mod">
          <ac:chgData name="Rosalvo Medeiros" userId="52f93e62-72bc-4d5d-8e07-af043120901b" providerId="ADAL" clId="{40095463-1CA9-41B2-94DA-1CD85C949CC9}" dt="2026-03-03T17:16:41.328" v="1714" actId="255"/>
          <ac:spMkLst>
            <pc:docMk/>
            <pc:sldMk cId="1668088582" sldId="331"/>
            <ac:spMk id="4" creationId="{64A18D7F-1BDB-1AA6-FDC2-8D0FECCC165B}"/>
          </ac:spMkLst>
        </pc:spChg>
        <pc:spChg chg="add mod">
          <ac:chgData name="Rosalvo Medeiros" userId="52f93e62-72bc-4d5d-8e07-af043120901b" providerId="ADAL" clId="{40095463-1CA9-41B2-94DA-1CD85C949CC9}" dt="2026-03-03T17:18:43.144" v="1718" actId="14100"/>
          <ac:spMkLst>
            <pc:docMk/>
            <pc:sldMk cId="1668088582" sldId="331"/>
            <ac:spMk id="6" creationId="{E8F36E52-9B9E-F9AE-C81A-6315BD317DCF}"/>
          </ac:spMkLst>
        </pc:spChg>
        <pc:picChg chg="del mod">
          <ac:chgData name="Rosalvo Medeiros" userId="52f93e62-72bc-4d5d-8e07-af043120901b" providerId="ADAL" clId="{40095463-1CA9-41B2-94DA-1CD85C949CC9}" dt="2026-03-03T17:21:14.426" v="1729" actId="478"/>
          <ac:picMkLst>
            <pc:docMk/>
            <pc:sldMk cId="1668088582" sldId="331"/>
            <ac:picMk id="8" creationId="{EEE36B1A-3C71-BFCA-9701-8D846ACFF0E3}"/>
          </ac:picMkLst>
        </pc:picChg>
        <pc:picChg chg="add mod">
          <ac:chgData name="Rosalvo Medeiros" userId="52f93e62-72bc-4d5d-8e07-af043120901b" providerId="ADAL" clId="{40095463-1CA9-41B2-94DA-1CD85C949CC9}" dt="2026-03-03T17:21:23.912" v="1734" actId="1076"/>
          <ac:picMkLst>
            <pc:docMk/>
            <pc:sldMk cId="1668088582" sldId="331"/>
            <ac:picMk id="9" creationId="{F22C7806-4A34-C892-7B3B-6A20FD49FB31}"/>
          </ac:picMkLst>
        </pc:picChg>
      </pc:sldChg>
      <pc:sldMasterChg chg="delSp modSp mod modSldLayout">
        <pc:chgData name="Rosalvo Medeiros" userId="52f93e62-72bc-4d5d-8e07-af043120901b" providerId="ADAL" clId="{40095463-1CA9-41B2-94DA-1CD85C949CC9}" dt="2026-02-24T12:18:03.543" v="99" actId="1076"/>
        <pc:sldMasterMkLst>
          <pc:docMk/>
          <pc:sldMasterMk cId="0" sldId="2147483652"/>
        </pc:sldMasterMkLst>
        <pc:spChg chg="mod">
          <ac:chgData name="Rosalvo Medeiros" userId="52f93e62-72bc-4d5d-8e07-af043120901b" providerId="ADAL" clId="{40095463-1CA9-41B2-94DA-1CD85C949CC9}" dt="2026-02-24T12:16:10.994" v="43" actId="14100"/>
          <ac:spMkLst>
            <pc:docMk/>
            <pc:sldMasterMk cId="0" sldId="2147483652"/>
            <ac:spMk id="9" creationId="{00000000-0000-0000-0000-000000000000}"/>
          </ac:spMkLst>
        </pc:spChg>
        <pc:sldLayoutChg chg="addSp delSp modSp mod">
          <pc:chgData name="Rosalvo Medeiros" userId="52f93e62-72bc-4d5d-8e07-af043120901b" providerId="ADAL" clId="{40095463-1CA9-41B2-94DA-1CD85C949CC9}" dt="2026-02-24T12:18:03.543" v="99" actId="1076"/>
          <pc:sldLayoutMkLst>
            <pc:docMk/>
            <pc:sldMasterMk cId="0" sldId="2147483652"/>
            <pc:sldLayoutMk cId="0" sldId="2147483648"/>
          </pc:sldLayoutMkLst>
          <pc:spChg chg="mod">
            <ac:chgData name="Rosalvo Medeiros" userId="52f93e62-72bc-4d5d-8e07-af043120901b" providerId="ADAL" clId="{40095463-1CA9-41B2-94DA-1CD85C949CC9}" dt="2026-02-24T12:17:51.756" v="96" actId="1076"/>
            <ac:spMkLst>
              <pc:docMk/>
              <pc:sldMasterMk cId="0" sldId="2147483652"/>
              <pc:sldLayoutMk cId="0" sldId="2147483648"/>
              <ac:spMk id="14" creationId="{00000000-0000-0000-0000-000000000000}"/>
            </ac:spMkLst>
          </pc:spChg>
          <pc:spChg chg="add del mod">
            <ac:chgData name="Rosalvo Medeiros" userId="52f93e62-72bc-4d5d-8e07-af043120901b" providerId="ADAL" clId="{40095463-1CA9-41B2-94DA-1CD85C949CC9}" dt="2026-02-24T12:17:56.858" v="97" actId="1076"/>
            <ac:spMkLst>
              <pc:docMk/>
              <pc:sldMasterMk cId="0" sldId="2147483652"/>
              <pc:sldLayoutMk cId="0" sldId="2147483648"/>
              <ac:spMk id="16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18:03.543" v="99" actId="1076"/>
            <ac:spMkLst>
              <pc:docMk/>
              <pc:sldMasterMk cId="0" sldId="2147483652"/>
              <pc:sldLayoutMk cId="0" sldId="2147483648"/>
              <ac:spMk id="17" creationId="{00000000-0000-0000-0000-000000000000}"/>
            </ac:spMkLst>
          </pc:spChg>
          <pc:picChg chg="mod">
            <ac:chgData name="Rosalvo Medeiros" userId="52f93e62-72bc-4d5d-8e07-af043120901b" providerId="ADAL" clId="{40095463-1CA9-41B2-94DA-1CD85C949CC9}" dt="2026-02-24T12:16:29.278" v="47" actId="14100"/>
            <ac:picMkLst>
              <pc:docMk/>
              <pc:sldMasterMk cId="0" sldId="2147483652"/>
              <pc:sldLayoutMk cId="0" sldId="2147483648"/>
              <ac:picMk id="12" creationId="{00000000-0000-0000-0000-000000000000}"/>
            </ac:picMkLst>
          </pc:picChg>
          <pc:picChg chg="mod">
            <ac:chgData name="Rosalvo Medeiros" userId="52f93e62-72bc-4d5d-8e07-af043120901b" providerId="ADAL" clId="{40095463-1CA9-41B2-94DA-1CD85C949CC9}" dt="2026-02-24T12:09:55.713" v="27" actId="1076"/>
            <ac:picMkLst>
              <pc:docMk/>
              <pc:sldMasterMk cId="0" sldId="2147483652"/>
              <pc:sldLayoutMk cId="0" sldId="2147483648"/>
              <ac:picMk id="13" creationId="{00000000-0000-0000-0000-000000000000}"/>
            </ac:picMkLst>
          </pc:picChg>
          <pc:cxnChg chg="mod">
            <ac:chgData name="Rosalvo Medeiros" userId="52f93e62-72bc-4d5d-8e07-af043120901b" providerId="ADAL" clId="{40095463-1CA9-41B2-94DA-1CD85C949CC9}" dt="2026-02-24T12:17:59.715" v="98" actId="1076"/>
            <ac:cxnSpMkLst>
              <pc:docMk/>
              <pc:sldMasterMk cId="0" sldId="2147483652"/>
              <pc:sldLayoutMk cId="0" sldId="2147483648"/>
              <ac:cxnSpMk id="15" creationId="{00000000-0000-0000-0000-000000000000}"/>
            </ac:cxnSpMkLst>
          </pc:cxnChg>
        </pc:sldLayoutChg>
        <pc:sldLayoutChg chg="addSp modSp">
          <pc:chgData name="Rosalvo Medeiros" userId="52f93e62-72bc-4d5d-8e07-af043120901b" providerId="ADAL" clId="{40095463-1CA9-41B2-94DA-1CD85C949CC9}" dt="2026-02-24T12:09:39.077" v="24"/>
          <pc:sldLayoutMkLst>
            <pc:docMk/>
            <pc:sldMasterMk cId="0" sldId="2147483652"/>
            <pc:sldLayoutMk cId="0" sldId="2147483651"/>
          </pc:sldLayoutMkLst>
          <pc:spChg chg="add mod">
            <ac:chgData name="Rosalvo Medeiros" userId="52f93e62-72bc-4d5d-8e07-af043120901b" providerId="ADAL" clId="{40095463-1CA9-41B2-94DA-1CD85C949CC9}" dt="2026-02-24T12:09:39.077" v="24"/>
            <ac:spMkLst>
              <pc:docMk/>
              <pc:sldMasterMk cId="0" sldId="2147483652"/>
              <pc:sldLayoutMk cId="0" sldId="2147483651"/>
              <ac:spMk id="2" creationId="{7F13BADC-3AAC-0B97-2AAC-26D86D76060B}"/>
            </ac:spMkLst>
          </pc:spChg>
        </pc:sldLayoutChg>
        <pc:sldLayoutChg chg="modSp mod">
          <pc:chgData name="Rosalvo Medeiros" userId="52f93e62-72bc-4d5d-8e07-af043120901b" providerId="ADAL" clId="{40095463-1CA9-41B2-94DA-1CD85C949CC9}" dt="2026-02-24T12:08:58.074" v="21" actId="14100"/>
          <pc:sldLayoutMkLst>
            <pc:docMk/>
            <pc:sldMasterMk cId="0" sldId="2147483652"/>
            <pc:sldLayoutMk cId="2784126168" sldId="2147483653"/>
          </pc:sldLayoutMkLst>
          <pc:spChg chg="mod">
            <ac:chgData name="Rosalvo Medeiros" userId="52f93e62-72bc-4d5d-8e07-af043120901b" providerId="ADAL" clId="{40095463-1CA9-41B2-94DA-1CD85C949CC9}" dt="2026-02-24T12:08:50.959" v="20" actId="14100"/>
            <ac:spMkLst>
              <pc:docMk/>
              <pc:sldMasterMk cId="0" sldId="2147483652"/>
              <pc:sldLayoutMk cId="2784126168" sldId="2147483653"/>
              <ac:spMk id="27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58.074" v="21" actId="14100"/>
            <ac:spMkLst>
              <pc:docMk/>
              <pc:sldMasterMk cId="0" sldId="2147483652"/>
              <pc:sldLayoutMk cId="2784126168" sldId="2147483653"/>
              <ac:spMk id="30" creationId="{00000000-0000-0000-0000-000000000000}"/>
            </ac:spMkLst>
          </pc:spChg>
        </pc:sldLayoutChg>
        <pc:sldLayoutChg chg="addSp delSp modSp mod">
          <pc:chgData name="Rosalvo Medeiros" userId="52f93e62-72bc-4d5d-8e07-af043120901b" providerId="ADAL" clId="{40095463-1CA9-41B2-94DA-1CD85C949CC9}" dt="2026-02-24T12:09:22.637" v="23" actId="14100"/>
          <pc:sldLayoutMkLst>
            <pc:docMk/>
            <pc:sldMasterMk cId="0" sldId="2147483652"/>
            <pc:sldLayoutMk cId="1684073690" sldId="2147483654"/>
          </pc:sldLayoutMkLst>
          <pc:spChg chg="add mod">
            <ac:chgData name="Rosalvo Medeiros" userId="52f93e62-72bc-4d5d-8e07-af043120901b" providerId="ADAL" clId="{40095463-1CA9-41B2-94DA-1CD85C949CC9}" dt="2026-02-24T12:09:12.926" v="22" actId="14100"/>
            <ac:spMkLst>
              <pc:docMk/>
              <pc:sldMasterMk cId="0" sldId="2147483652"/>
              <pc:sldLayoutMk cId="1684073690" sldId="2147483654"/>
              <ac:spMk id="2" creationId="{3252CA6B-935C-2001-2FE6-5D714B74D466}"/>
            </ac:spMkLst>
          </pc:spChg>
          <pc:spChg chg="mod">
            <ac:chgData name="Rosalvo Medeiros" userId="52f93e62-72bc-4d5d-8e07-af043120901b" providerId="ADAL" clId="{40095463-1CA9-41B2-94DA-1CD85C949CC9}" dt="2026-02-24T12:08:13.997" v="16" actId="1076"/>
            <ac:spMkLst>
              <pc:docMk/>
              <pc:sldMasterMk cId="0" sldId="2147483652"/>
              <pc:sldLayoutMk cId="1684073690" sldId="2147483654"/>
              <ac:spMk id="3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9:22.637" v="23" actId="14100"/>
            <ac:spMkLst>
              <pc:docMk/>
              <pc:sldMasterMk cId="0" sldId="2147483652"/>
              <pc:sldLayoutMk cId="1684073690" sldId="2147483654"/>
              <ac:spMk id="4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26.240" v="17" actId="14100"/>
            <ac:spMkLst>
              <pc:docMk/>
              <pc:sldMasterMk cId="0" sldId="2147483652"/>
              <pc:sldLayoutMk cId="1684073690" sldId="2147483654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F4C25A3-D560-C197-9D40-460BC71A65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9B3FE0-1272-A2B1-B686-6D356CE3B8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C1690-DD5C-4427-A133-DA45A64EC18D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1E32AD-A523-3E6D-0372-EC48754AD4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B499A9-7263-E03E-A44A-5F1BBAAE5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A0BAF-B98A-417C-9AB2-441DDCC794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10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19548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Clr>
                <a:srgbClr val="000000"/>
              </a:buClr>
              <a:buSzPct val="25000"/>
              <a:buFont typeface="Times New Roman"/>
              <a:buNone/>
            </a:pPr>
            <a:r>
              <a:rPr lang="en-US"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</a:p>
        </p:txBody>
      </p:sp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98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200" cy="41832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36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ap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Shape 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25725" y="989725"/>
            <a:ext cx="2492549" cy="22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0" y="4299300"/>
            <a:ext cx="9161400" cy="255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5" name="Shape 15"/>
          <p:cNvCxnSpPr/>
          <p:nvPr/>
        </p:nvCxnSpPr>
        <p:spPr>
          <a:xfrm>
            <a:off x="1242300" y="5517232"/>
            <a:ext cx="6676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1114000" y="4428650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3600">
                <a:solidFill>
                  <a:srgbClr val="005F37"/>
                </a:solidFill>
              </a:defRPr>
            </a:lvl1pPr>
            <a:lvl2pPr algn="ctr" rtl="0">
              <a:buNone/>
              <a:defRPr>
                <a:solidFill>
                  <a:srgbClr val="005F37"/>
                </a:solidFill>
              </a:defRPr>
            </a:lvl2pPr>
            <a:lvl3pPr algn="ctr" rtl="0">
              <a:buNone/>
              <a:defRPr>
                <a:solidFill>
                  <a:srgbClr val="005F37"/>
                </a:solidFill>
              </a:defRPr>
            </a:lvl3pPr>
            <a:lvl4pPr algn="ctr" rtl="0">
              <a:buNone/>
              <a:defRPr>
                <a:solidFill>
                  <a:srgbClr val="005F37"/>
                </a:solidFill>
              </a:defRPr>
            </a:lvl4pPr>
            <a:lvl5pPr algn="ctr" rtl="0">
              <a:buNone/>
              <a:defRPr>
                <a:solidFill>
                  <a:srgbClr val="005F37"/>
                </a:solidFill>
              </a:defRPr>
            </a:lvl5pPr>
            <a:lvl6pPr algn="ctr" rtl="0">
              <a:buNone/>
              <a:defRPr>
                <a:solidFill>
                  <a:srgbClr val="005F37"/>
                </a:solidFill>
              </a:defRPr>
            </a:lvl6pPr>
            <a:lvl7pPr algn="ctr" rtl="0">
              <a:buNone/>
              <a:defRPr>
                <a:solidFill>
                  <a:srgbClr val="005F37"/>
                </a:solidFill>
              </a:defRPr>
            </a:lvl7pPr>
            <a:lvl8pPr algn="ctr" rtl="0">
              <a:buNone/>
              <a:defRPr>
                <a:solidFill>
                  <a:srgbClr val="005F37"/>
                </a:solidFill>
              </a:defRPr>
            </a:lvl8pPr>
            <a:lvl9pPr algn="ctr">
              <a:buNone/>
              <a:defRPr>
                <a:solidFill>
                  <a:srgbClr val="005F37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14000" y="5692525"/>
            <a:ext cx="6926100" cy="400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2400" i="1">
                <a:solidFill>
                  <a:srgbClr val="82C55B"/>
                </a:solidFill>
              </a:defRPr>
            </a:lvl1pPr>
            <a:lvl2pPr algn="ctr" rtl="0">
              <a:buNone/>
              <a:defRPr sz="2400" i="1">
                <a:solidFill>
                  <a:srgbClr val="82C55B"/>
                </a:solidFill>
              </a:defRPr>
            </a:lvl2pPr>
            <a:lvl3pPr algn="ctr" rtl="0">
              <a:buNone/>
              <a:defRPr sz="2400" i="1">
                <a:solidFill>
                  <a:srgbClr val="82C55B"/>
                </a:solidFill>
              </a:defRPr>
            </a:lvl3pPr>
            <a:lvl4pPr algn="ctr" rtl="0">
              <a:buNone/>
              <a:defRPr sz="2400" i="1">
                <a:solidFill>
                  <a:srgbClr val="82C55B"/>
                </a:solidFill>
              </a:defRPr>
            </a:lvl4pPr>
            <a:lvl5pPr algn="ctr" rtl="0">
              <a:buNone/>
              <a:defRPr sz="2400" i="1">
                <a:solidFill>
                  <a:srgbClr val="82C55B"/>
                </a:solidFill>
              </a:defRPr>
            </a:lvl5pPr>
            <a:lvl6pPr algn="ctr" rtl="0">
              <a:buNone/>
              <a:defRPr sz="2400" i="1">
                <a:solidFill>
                  <a:srgbClr val="82C55B"/>
                </a:solidFill>
              </a:defRPr>
            </a:lvl6pPr>
            <a:lvl7pPr algn="ctr" rtl="0">
              <a:buNone/>
              <a:defRPr sz="2400" i="1">
                <a:solidFill>
                  <a:srgbClr val="82C55B"/>
                </a:solidFill>
              </a:defRPr>
            </a:lvl7pPr>
            <a:lvl8pPr algn="ctr" rtl="0">
              <a:buNone/>
              <a:defRPr sz="2400" i="1">
                <a:solidFill>
                  <a:srgbClr val="82C55B"/>
                </a:solidFill>
              </a:defRPr>
            </a:lvl8pPr>
            <a:lvl9pPr algn="ctr">
              <a:buNone/>
              <a:defRPr sz="2400" i="1">
                <a:solidFill>
                  <a:srgbClr val="82C5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cap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-28350" y="0"/>
            <a:ext cx="9200700" cy="6858000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4946300" y="3037500"/>
            <a:ext cx="3859799" cy="78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-US" sz="2400" dirty="0">
                <a:solidFill>
                  <a:srgbClr val="005F37"/>
                </a:solidFill>
              </a:rPr>
              <a:t>univille.br</a:t>
            </a:r>
          </a:p>
        </p:txBody>
      </p:sp>
      <p:pic>
        <p:nvPicPr>
          <p:cNvPr id="27" name="Shape 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98000" y="2601000"/>
            <a:ext cx="1839799" cy="165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4572000" y="2201850"/>
            <a:ext cx="0" cy="2454299"/>
          </a:xfrm>
          <a:prstGeom prst="straightConnector1">
            <a:avLst/>
          </a:prstGeom>
          <a:noFill/>
          <a:ln w="19050" cap="flat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F13BADC-3AAC-0B97-2AAC-26D86D76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8054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109849F-7138-470C-896A-A1CDBE7996B2}" type="datetimeFigureOut">
              <a:rPr lang="pt-BR" smtClean="0"/>
              <a:pPr/>
              <a:t>04/03/2026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12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788318" cy="365760"/>
          </a:xfrm>
          <a:prstGeom prst="rect">
            <a:avLst/>
          </a:prstGeom>
        </p:spPr>
        <p:txBody>
          <a:bodyPr/>
          <a:lstStyle/>
          <a:p>
            <a:fld id="{3109849F-7138-470C-896A-A1CDBE7996B2}" type="datetimeFigureOut">
              <a:rPr lang="pt-BR" smtClean="0"/>
              <a:pPr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/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2CA6B-935C-2001-2FE6-5D714B74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757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8407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-8700"/>
            <a:ext cx="9144000" cy="791999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Shape 1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191000" y="196487"/>
            <a:ext cx="1699250" cy="3816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/>
        </p:nvSpPr>
        <p:spPr>
          <a:xfrm>
            <a:off x="827087" y="3789362"/>
            <a:ext cx="7315200" cy="495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057675" y="4437112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Fundamentos de Gestão e Sistemas de Informação</a:t>
            </a:r>
            <a:endParaRPr dirty="0"/>
          </a:p>
        </p:txBody>
      </p:sp>
      <p:sp>
        <p:nvSpPr>
          <p:cNvPr id="32" name="Shape 32"/>
          <p:cNvSpPr txBox="1">
            <a:spLocks noGrp="1"/>
          </p:cNvSpPr>
          <p:nvPr>
            <p:ph type="subTitle" idx="1"/>
          </p:nvPr>
        </p:nvSpPr>
        <p:spPr>
          <a:xfrm>
            <a:off x="1108950" y="5805264"/>
            <a:ext cx="6926100" cy="692738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FGSI</a:t>
            </a:r>
          </a:p>
          <a:p>
            <a:r>
              <a:rPr lang="pt-BR" dirty="0"/>
              <a:t>Professor Rosalvo Medeiros</a:t>
            </a:r>
          </a:p>
          <a:p>
            <a:r>
              <a:rPr lang="pt-BR" dirty="0"/>
              <a:t>99119-0412</a:t>
            </a:r>
            <a:endParaRPr dirty="0"/>
          </a:p>
        </p:txBody>
      </p:sp>
    </p:spTree>
  </p:cSld>
  <p:clrMapOvr>
    <a:masterClrMapping/>
  </p:clrMapOvr>
  <p:transition spd="slow" advTm="1205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692696"/>
            <a:ext cx="7407275" cy="3960440"/>
          </a:xfrm>
        </p:spPr>
        <p:txBody>
          <a:bodyPr/>
          <a:lstStyle/>
          <a:p>
            <a:pPr algn="l">
              <a:defRPr/>
            </a:pPr>
            <a:r>
              <a:rPr lang="pt-BR" sz="3200" b="1" dirty="0"/>
              <a:t>Objetivo da Aula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Gestão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 de Informação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165214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32859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		</a:t>
            </a:r>
            <a:r>
              <a:rPr lang="pt-BR" sz="4000" dirty="0"/>
              <a:t>PV = C + L</a:t>
            </a:r>
          </a:p>
          <a:p>
            <a:pPr eaLnBrk="1" hangingPunct="1">
              <a:buFontTx/>
              <a:buNone/>
            </a:pPr>
            <a:endParaRPr lang="pt-BR" sz="1800" dirty="0"/>
          </a:p>
          <a:p>
            <a:pPr eaLnBrk="1" hangingPunct="1">
              <a:buFontTx/>
              <a:buNone/>
            </a:pPr>
            <a:r>
              <a:rPr lang="pt-BR" sz="1800" dirty="0"/>
              <a:t>	PV	= preço de venda</a:t>
            </a:r>
          </a:p>
          <a:p>
            <a:pPr eaLnBrk="1" hangingPunct="1">
              <a:buFontTx/>
              <a:buNone/>
            </a:pPr>
            <a:r>
              <a:rPr lang="pt-BR" sz="1800" dirty="0"/>
              <a:t>	C 	= custo</a:t>
            </a:r>
          </a:p>
          <a:p>
            <a:pPr eaLnBrk="1" hangingPunct="1">
              <a:buFontTx/>
              <a:buNone/>
            </a:pPr>
            <a:r>
              <a:rPr lang="pt-BR" sz="1800" dirty="0"/>
              <a:t>	L 	= lucro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Questões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PV definido pelo mercado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Controle do custo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Lucro como resultado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Mercado competitivo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Commodities: são artigos de comércio, bens que não sofrem processos de alteração (ou que são pouco diferenciados) </a:t>
            </a:r>
            <a:r>
              <a:rPr lang="pt-BR" sz="1000" dirty="0"/>
              <a:t>(https://www.significados.com.br/commodities/)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0218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92087"/>
          </a:xfrm>
        </p:spPr>
        <p:txBody>
          <a:bodyPr/>
          <a:lstStyle/>
          <a:p>
            <a:r>
              <a:rPr lang="pt-BR" sz="2400" dirty="0"/>
              <a:t>“Uma empresa pode existir sem gestão? Pode existir sem informação?”</a:t>
            </a:r>
          </a:p>
          <a:p>
            <a:endParaRPr lang="pt-BR" sz="2400" dirty="0"/>
          </a:p>
          <a:p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810A836-26A4-EE26-E766-B9AD27E2B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3080"/>
              </p:ext>
            </p:extLst>
          </p:nvPr>
        </p:nvGraphicFramePr>
        <p:xfrm>
          <a:off x="628650" y="2032919"/>
          <a:ext cx="7886700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974304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880855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Abordagem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Tendência de 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7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Técnico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tecnologia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89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Administrativo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chefia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0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Mais maduro conceitualmente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Fala em processo e decisão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42908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118B071-19C4-A40E-5C3C-3BAC42D0703A}"/>
              </a:ext>
            </a:extLst>
          </p:cNvPr>
          <p:cNvSpPr txBox="1"/>
          <p:nvPr/>
        </p:nvSpPr>
        <p:spPr>
          <a:xfrm>
            <a:off x="584101" y="3645024"/>
            <a:ext cx="7975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Toda organização possui algum nível de gestão, mesmo que informal.</a:t>
            </a:r>
            <a:br>
              <a:rPr lang="pt-BR" sz="1800" dirty="0"/>
            </a:br>
            <a:r>
              <a:rPr lang="pt-BR" sz="1800" dirty="0"/>
              <a:t>E toda gestão depende de informação, mesmo que não informatizada.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64B7D1-67F4-CC06-DD60-63A4AE85A0AE}"/>
              </a:ext>
            </a:extLst>
          </p:cNvPr>
          <p:cNvSpPr txBox="1"/>
          <p:nvPr/>
        </p:nvSpPr>
        <p:spPr>
          <a:xfrm>
            <a:off x="628796" y="4653780"/>
            <a:ext cx="7886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diferencia empresas modernas é a qualidade e a velocidade da informação.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6C12CE-012E-ADF0-7D95-AE1CD7F38EB4}"/>
              </a:ext>
            </a:extLst>
          </p:cNvPr>
          <p:cNvSpPr txBox="1"/>
          <p:nvPr/>
        </p:nvSpPr>
        <p:spPr>
          <a:xfrm>
            <a:off x="628650" y="5589240"/>
            <a:ext cx="7471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profissional de Sistemas de Informação não desenvolve tecnologia para substituir a gestão, mas para potencializá-la.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939B17-5C84-8706-9074-974F8C028E25}"/>
              </a:ext>
            </a:extLst>
          </p:cNvPr>
          <p:cNvSpPr txBox="1"/>
          <p:nvPr/>
        </p:nvSpPr>
        <p:spPr>
          <a:xfrm>
            <a:off x="4366608" y="64133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/>
              <a:t>Fonte:</a:t>
            </a:r>
            <a:r>
              <a:rPr lang="pt-BR" sz="900" dirty="0"/>
              <a:t> Elaboração própria, com base em Chiavenato (2014), Fayol (2009), </a:t>
            </a:r>
            <a:r>
              <a:rPr lang="pt-BR" sz="900" dirty="0" err="1"/>
              <a:t>Laudon</a:t>
            </a:r>
            <a:r>
              <a:rPr lang="pt-BR" sz="900" dirty="0"/>
              <a:t> e </a:t>
            </a:r>
            <a:r>
              <a:rPr lang="pt-BR" sz="900" dirty="0" err="1"/>
              <a:t>Laudon</a:t>
            </a:r>
            <a:r>
              <a:rPr lang="pt-BR" sz="900" dirty="0"/>
              <a:t> (2020), O’Brien e </a:t>
            </a:r>
            <a:r>
              <a:rPr lang="pt-BR" sz="900" dirty="0" err="1"/>
              <a:t>Marakas</a:t>
            </a:r>
            <a:r>
              <a:rPr lang="pt-BR" sz="900" dirty="0"/>
              <a:t> (2013) e Drucker (2001)</a:t>
            </a:r>
          </a:p>
        </p:txBody>
      </p:sp>
    </p:spTree>
    <p:extLst>
      <p:ext uri="{BB962C8B-B14F-4D97-AF65-F5344CB8AC3E}">
        <p14:creationId xmlns:p14="http://schemas.microsoft.com/office/powerpoint/2010/main" val="22906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5642" y="1628800"/>
            <a:ext cx="8229600" cy="1224136"/>
          </a:xfrm>
        </p:spPr>
        <p:txBody>
          <a:bodyPr/>
          <a:lstStyle/>
          <a:p>
            <a:pPr algn="just" eaLnBrk="1" hangingPunct="1"/>
            <a:r>
              <a:rPr lang="pt-BR" sz="2000" b="1" dirty="0"/>
              <a:t>Gestão</a:t>
            </a:r>
            <a:r>
              <a:rPr lang="pt-BR" sz="2000" dirty="0"/>
              <a:t> é o processo de </a:t>
            </a:r>
            <a:r>
              <a:rPr lang="pt-BR" sz="2000" b="1" dirty="0"/>
              <a:t>planejar, organizar, dirigir e controlar</a:t>
            </a:r>
            <a:r>
              <a:rPr lang="pt-BR" sz="2000" dirty="0"/>
              <a:t> recursos e pessoas para alcançar objetivos organizacionais, conceito que evolui conforme o foco das teorias administrativas.</a:t>
            </a:r>
          </a:p>
          <a:p>
            <a:pPr algn="just" eaLnBrk="1" hangingPunct="1"/>
            <a:r>
              <a:rPr lang="pt-BR" sz="2000" dirty="0"/>
              <a:t>							</a:t>
            </a:r>
            <a:r>
              <a:rPr lang="pt-BR" sz="1100" i="1" dirty="0"/>
              <a:t>Idalberto Chiavenato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5642" y="3140970"/>
            <a:ext cx="286206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Administração Científica</a:t>
            </a:r>
          </a:p>
          <a:p>
            <a:r>
              <a:rPr lang="pt-BR" b="1" dirty="0"/>
              <a:t>planejar e controlar o trabalho</a:t>
            </a:r>
            <a:r>
              <a:rPr lang="pt-BR" dirty="0"/>
              <a:t>, buscando a </a:t>
            </a:r>
            <a:r>
              <a:rPr lang="pt-BR" b="1" dirty="0"/>
              <a:t>máxima eficiência operacional</a:t>
            </a:r>
            <a:r>
              <a:rPr lang="pt-BR" dirty="0"/>
              <a:t> por meio da padronização, estudo de tempos e métodos.</a:t>
            </a:r>
          </a:p>
          <a:p>
            <a:pPr lvl="2"/>
            <a:r>
              <a:rPr lang="pt-BR" dirty="0"/>
              <a:t>	</a:t>
            </a:r>
            <a:r>
              <a:rPr lang="pt-BR" sz="1100" i="1" dirty="0"/>
              <a:t>Frederick Winslow Taylor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24736" y="3120819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Clássica</a:t>
            </a:r>
            <a:endParaRPr lang="pt-BR" sz="1100" b="1" dirty="0"/>
          </a:p>
          <a:p>
            <a:r>
              <a:rPr lang="pt-BR" b="1" dirty="0"/>
              <a:t>planejar, organizar, comandar, coordenar e controlar</a:t>
            </a:r>
            <a:r>
              <a:rPr lang="pt-BR" dirty="0"/>
              <a:t> os recursos da organização para alcançar seus objetivos.		</a:t>
            </a:r>
            <a:r>
              <a:rPr lang="pt-BR" sz="1100" i="1" dirty="0"/>
              <a:t>Henri Fayol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17483" y="5062506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Burocrática</a:t>
            </a:r>
          </a:p>
          <a:p>
            <a:r>
              <a:rPr lang="pt-BR" b="1" dirty="0"/>
              <a:t>aplicação de normas, regras formais e hierarquia</a:t>
            </a:r>
            <a:r>
              <a:rPr lang="pt-BR" dirty="0"/>
              <a:t>, garantindo previsibilidade, racionalidade e impessoalidade nas decisões.		</a:t>
            </a:r>
            <a:r>
              <a:rPr lang="pt-BR" sz="1100" i="1" dirty="0"/>
              <a:t>Max Weber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24127" y="5170227"/>
            <a:ext cx="300238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das Relações Humanas</a:t>
            </a:r>
          </a:p>
          <a:p>
            <a:r>
              <a:rPr lang="pt-BR" b="1" dirty="0"/>
              <a:t>liderar pessoas</a:t>
            </a:r>
            <a:r>
              <a:rPr lang="pt-BR" dirty="0"/>
              <a:t>, considerando fatores sociais, motivacionais e psicológicos para melhorar o desempenho organizacional.			</a:t>
            </a:r>
            <a:r>
              <a:rPr lang="pt-BR" sz="1100" i="1" dirty="0"/>
              <a:t>Elton </a:t>
            </a:r>
            <a:r>
              <a:rPr lang="pt-BR" sz="1100" i="1" dirty="0" err="1"/>
              <a:t>Mayo</a:t>
            </a:r>
            <a:endParaRPr lang="pt-BR" sz="1100" i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E023DA9-D047-E97E-999A-821C0DE2A10D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02229"/>
            <a:ext cx="8229600" cy="490066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endParaRPr lang="pt-BR" sz="20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3427474-C70D-2A78-F72B-C5A0B9AAEDC4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65528"/>
            <a:ext cx="8229600" cy="418999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r>
              <a:rPr lang="pt-BR" sz="2000" b="1" dirty="0"/>
              <a:t>O que significa GESTÃO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20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90066"/>
          </a:xfrm>
        </p:spPr>
        <p:txBody>
          <a:bodyPr/>
          <a:lstStyle/>
          <a:p>
            <a:pPr algn="just" eaLnBrk="1" hangingPunct="1"/>
            <a:r>
              <a:rPr lang="pt-BR" sz="2000" dirty="0"/>
              <a:t>GESTÃO</a:t>
            </a:r>
          </a:p>
          <a:p>
            <a:pPr algn="just" eaLnBrk="1" hangingPunct="1"/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6663" y="2090172"/>
            <a:ext cx="286206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Comportamental</a:t>
            </a:r>
          </a:p>
          <a:p>
            <a:r>
              <a:rPr lang="pt-BR" b="1" dirty="0"/>
              <a:t>compreender e influenciar o comportamento humano</a:t>
            </a:r>
            <a:r>
              <a:rPr lang="pt-BR" dirty="0"/>
              <a:t>, alinhando objetivos individuais e organizacionais.		</a:t>
            </a:r>
            <a:r>
              <a:rPr lang="pt-BR" sz="1100" i="1" dirty="0"/>
              <a:t>Herbert Simon, Abraham Maslow, Douglas McGregor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45275" y="2090172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dos Sistemas</a:t>
            </a:r>
          </a:p>
          <a:p>
            <a:r>
              <a:rPr lang="pt-BR" b="1" dirty="0"/>
              <a:t>administrar a organização como um sistema aberto</a:t>
            </a:r>
            <a:r>
              <a:rPr lang="pt-BR" dirty="0"/>
              <a:t>, integrado ao ambiente, composto por partes interdependentes.	</a:t>
            </a:r>
            <a:r>
              <a:rPr lang="pt-BR" sz="1100" i="1" dirty="0"/>
              <a:t>Ludwig von </a:t>
            </a:r>
            <a:r>
              <a:rPr lang="pt-BR" sz="1100" i="1" dirty="0" err="1"/>
              <a:t>Bertalanffy</a:t>
            </a:r>
            <a:endParaRPr lang="pt-BR" sz="1100" i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85946" y="4231247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</a:t>
            </a:r>
            <a:r>
              <a:rPr lang="pt-BR" sz="1100" i="1" dirty="0" err="1"/>
              <a:t>Contigencial</a:t>
            </a:r>
            <a:endParaRPr lang="pt-BR" sz="1100" i="1" dirty="0"/>
          </a:p>
          <a:p>
            <a:r>
              <a:rPr lang="pt-BR" b="1" dirty="0"/>
              <a:t>adaptar a estrutura e os processos</a:t>
            </a:r>
            <a:r>
              <a:rPr lang="pt-BR" dirty="0"/>
              <a:t> às condições do ambiente; não existe uma única forma ideal de administrar.	</a:t>
            </a:r>
            <a:r>
              <a:rPr lang="pt-BR" sz="1100" i="1" dirty="0"/>
              <a:t>Paul Lawrence e Jay </a:t>
            </a:r>
            <a:r>
              <a:rPr lang="pt-BR" sz="1100" i="1" dirty="0" err="1"/>
              <a:t>Lorsch</a:t>
            </a:r>
            <a:endParaRPr lang="pt-BR" sz="11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95990" y="4300496"/>
            <a:ext cx="28620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Contemporânea (Moderna)</a:t>
            </a:r>
          </a:p>
          <a:p>
            <a:r>
              <a:rPr lang="pt-BR" b="1" dirty="0"/>
              <a:t>gerar valor</a:t>
            </a:r>
            <a:r>
              <a:rPr lang="pt-BR" dirty="0"/>
              <a:t>, promover inovação, qualidade, sustentabilidade e vantagem competitiva..	</a:t>
            </a:r>
            <a:r>
              <a:rPr lang="pt-BR" sz="1100" i="1" dirty="0"/>
              <a:t>Peter Drucker, Michael Porter</a:t>
            </a:r>
          </a:p>
        </p:txBody>
      </p:sp>
    </p:spTree>
    <p:extLst>
      <p:ext uri="{BB962C8B-B14F-4D97-AF65-F5344CB8AC3E}">
        <p14:creationId xmlns:p14="http://schemas.microsoft.com/office/powerpoint/2010/main" val="24362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203032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4D6F57D-0834-8435-05D6-61283583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10195"/>
              </p:ext>
            </p:extLst>
          </p:nvPr>
        </p:nvGraphicFramePr>
        <p:xfrm>
          <a:off x="457200" y="960403"/>
          <a:ext cx="8147247" cy="534835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715749">
                  <a:extLst>
                    <a:ext uri="{9D8B030D-6E8A-4147-A177-3AD203B41FA5}">
                      <a16:colId xmlns:a16="http://schemas.microsoft.com/office/drawing/2014/main" val="36584569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86798192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1294823190"/>
                    </a:ext>
                  </a:extLst>
                </a:gridCol>
              </a:tblGrid>
              <a:tr h="23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Teoria / Autor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Conceito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Relação com Chiavenato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954862670"/>
                  </a:ext>
                </a:extLst>
              </a:tr>
              <a:tr h="905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Administração Científica – Frederick Winslow Taylor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busca da máxima eficiência operacional, baseada em métodos, tempos e movimentos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incorpora a eficiência, mas amplia o conceito para além do aspecto mecânico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43202144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Clássica – Henri Fayol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Gestão como planejar, organizar, comandar, coordenar e controlar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convergência: Chiavenato adota e moderniza as funções administrativas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419854688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Burocrática – Max Weber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baseada em regras, normas, hierarquia e impessoalidade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reconhece a importância da estrutura formal, mas critica a rigidez excessiva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82807507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Relações Humanas – Elton Mayo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centrada nas relações sociais e motivação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alinhamento: Chiavenato enfatiza pessoas como diferencial competitivo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77391579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Comportamental – Herbert Simon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processo decisório limitado pela racionalidade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incorpora a decisão gerencial e o comportamento humano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0619052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dos Sistemas – Ludwig von Bertalanffy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administração de um sistema aberto, integrado ao ambiente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adota visão sistêmica e integrada da organização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9009845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Contingencial – Paul Lawrence e Jay Lorsch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Não existe uma única forma ideal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Total alinhamento: Chiavenato defende adaptação ao contexto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4019774479"/>
                  </a:ext>
                </a:extLst>
              </a:tr>
              <a:tr h="405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Moderna – Peter Drucker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orientada a resultados, objetivos e valor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integra eficiência, eficácia e foco em resultados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3543305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CBD12C47-DD89-903B-7838-AABD29A0C46C}"/>
              </a:ext>
            </a:extLst>
          </p:cNvPr>
          <p:cNvSpPr txBox="1"/>
          <p:nvPr/>
        </p:nvSpPr>
        <p:spPr>
          <a:xfrm>
            <a:off x="683568" y="6470703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Fonte: Elaboração própria, com base em Chiavenato (2014) e principais teóricos da Administração, utilizando ferramenta de Inteligência Artificial para organização e síntese do conteúdo.</a:t>
            </a:r>
          </a:p>
        </p:txBody>
      </p:sp>
    </p:spTree>
    <p:extLst>
      <p:ext uri="{BB962C8B-B14F-4D97-AF65-F5344CB8AC3E}">
        <p14:creationId xmlns:p14="http://schemas.microsoft.com/office/powerpoint/2010/main" val="65024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20080"/>
          </a:xfrm>
        </p:spPr>
        <p:txBody>
          <a:bodyPr/>
          <a:lstStyle/>
          <a:p>
            <a:pPr algn="just" eaLnBrk="1" hangingPunct="1"/>
            <a:r>
              <a:rPr lang="pt-BR" sz="2000" dirty="0"/>
              <a:t>Uma empresa pode ser considerada bem-sucedida se for muito eficiente, mas não eficaz? E se for eficaz, mas não eficiente?</a:t>
            </a:r>
          </a:p>
          <a:p>
            <a:pPr algn="just" eaLnBrk="1" hangingPunct="1"/>
            <a:endParaRPr lang="pt-BR" sz="2000" dirty="0"/>
          </a:p>
          <a:p>
            <a:pPr algn="just" eaLnBrk="1" hangingPunct="1"/>
            <a:endParaRPr lang="pt-BR" sz="2000" dirty="0"/>
          </a:p>
          <a:p>
            <a:pPr algn="just" eaLnBrk="1" hangingPunct="1"/>
            <a:r>
              <a:rPr lang="pt-BR" sz="2000" dirty="0"/>
              <a:t>É melhor fazer bem feito ou fazer o que realmente precisa ser feito?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B5326-395E-6020-6C6A-E7BF8ABEA5DD}"/>
              </a:ext>
            </a:extLst>
          </p:cNvPr>
          <p:cNvSpPr txBox="1"/>
          <p:nvPr/>
        </p:nvSpPr>
        <p:spPr>
          <a:xfrm>
            <a:off x="457200" y="3057531"/>
            <a:ext cx="8147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Um sistema pode ser tecnicamente eficiente (rápido, barato, estável) e ainda assim ser ineficaz para a organização?</a:t>
            </a:r>
          </a:p>
        </p:txBody>
      </p:sp>
    </p:spTree>
    <p:extLst>
      <p:ext uri="{BB962C8B-B14F-4D97-AF65-F5344CB8AC3E}">
        <p14:creationId xmlns:p14="http://schemas.microsoft.com/office/powerpoint/2010/main" val="873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539552" y="1386079"/>
            <a:ext cx="7848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“Eficiência é a capacidade de fazer corretamente as coisas, utilizando da melhor maneira possível os recursos disponíveis.”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471ED1A-2186-CFBC-5D18-4D33458E7337}"/>
              </a:ext>
            </a:extLst>
          </p:cNvPr>
          <p:cNvSpPr txBox="1"/>
          <p:nvPr/>
        </p:nvSpPr>
        <p:spPr>
          <a:xfrm>
            <a:off x="539552" y="251679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</a:t>
            </a:r>
            <a:r>
              <a:rPr lang="pt-BR" sz="1800" b="1" dirty="0"/>
              <a:t>bem feito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menor custo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menos desperdício</a:t>
            </a:r>
            <a:endParaRPr lang="pt-BR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4A6DB49-CDFD-2B08-DF2B-222161DD90F7}"/>
              </a:ext>
            </a:extLst>
          </p:cNvPr>
          <p:cNvSpPr txBox="1"/>
          <p:nvPr/>
        </p:nvSpPr>
        <p:spPr>
          <a:xfrm>
            <a:off x="611560" y="4293096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“Eficácia é a capacidade de alcançar os objetivos e resultados pretendidos.”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67E4B2-A636-F058-2B8D-19A6B2914724}"/>
              </a:ext>
            </a:extLst>
          </p:cNvPr>
          <p:cNvSpPr txBox="1"/>
          <p:nvPr/>
        </p:nvSpPr>
        <p:spPr>
          <a:xfrm>
            <a:off x="611560" y="53493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Alcançar o </a:t>
            </a:r>
            <a:r>
              <a:rPr lang="pt-BR" sz="1800" b="1" dirty="0"/>
              <a:t>objetivo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Cumprir a </a:t>
            </a:r>
            <a:r>
              <a:rPr lang="pt-BR" sz="1800" b="1" dirty="0"/>
              <a:t>meta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Gerar o </a:t>
            </a:r>
            <a:r>
              <a:rPr lang="pt-BR" sz="1800" b="1" dirty="0"/>
              <a:t>resultado esperado</a:t>
            </a:r>
            <a:endParaRPr lang="pt-BR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7ECA98-607A-1DC1-7536-0669DCA25484}"/>
              </a:ext>
            </a:extLst>
          </p:cNvPr>
          <p:cNvSpPr txBox="1"/>
          <p:nvPr/>
        </p:nvSpPr>
        <p:spPr>
          <a:xfrm>
            <a:off x="539552" y="893143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Eficiência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191174-EC35-8472-E144-D1B2F4C23E82}"/>
              </a:ext>
            </a:extLst>
          </p:cNvPr>
          <p:cNvSpPr txBox="1"/>
          <p:nvPr/>
        </p:nvSpPr>
        <p:spPr>
          <a:xfrm>
            <a:off x="539552" y="3831431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Eficácia</a:t>
            </a:r>
          </a:p>
        </p:txBody>
      </p:sp>
    </p:spTree>
    <p:extLst>
      <p:ext uri="{BB962C8B-B14F-4D97-AF65-F5344CB8AC3E}">
        <p14:creationId xmlns:p14="http://schemas.microsoft.com/office/powerpoint/2010/main" val="102156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72816"/>
            <a:ext cx="7848872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IDEAL: Ser eficiente com eficácia</a:t>
            </a:r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FAZER DA MELHOR FORMA POSSÍVEL O QUE REALMENTE DEVE SER FEITO.</a:t>
            </a:r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41735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77F62D6-A3B7-6310-2FA1-D12FE8054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52D4885-4021-1E57-2E8F-142FA670ED15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31615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67544" y="209046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de elementos inter-relacionados e interdependentes</a:t>
            </a:r>
            <a:r>
              <a:rPr lang="pt-BR" sz="1800" dirty="0"/>
              <a:t> que interagem entre si com o objetivo de alcançar um </a:t>
            </a:r>
            <a:r>
              <a:rPr lang="pt-BR" sz="1800" b="1" dirty="0"/>
              <a:t>resultado comum</a:t>
            </a:r>
            <a:r>
              <a:rPr lang="pt-BR" sz="1800" dirty="0"/>
              <a:t>.</a:t>
            </a:r>
          </a:p>
          <a:p>
            <a:r>
              <a:rPr lang="pt-BR" sz="1800" dirty="0"/>
              <a:t>						</a:t>
            </a:r>
            <a:r>
              <a:rPr lang="pt-BR" sz="900" dirty="0"/>
              <a:t>BERTALANFFY, Ludwig von (1975)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27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 essenciais de um sistema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Entradas (inputs)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recursos, dados,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transformação das entradas;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Saídas (outputs)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produtos, serviços,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realimentação para ajustes e controle;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razão de existir do sistema.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Fronteira (</a:t>
            </a:r>
            <a:r>
              <a:rPr lang="pt-BR" sz="18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Boundary</a:t>
            </a: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): </a:t>
            </a: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 linha divisória que separa o sistema do ambiente externo.</a:t>
            </a:r>
          </a:p>
        </p:txBody>
      </p:sp>
    </p:spTree>
    <p:extLst>
      <p:ext uri="{BB962C8B-B14F-4D97-AF65-F5344CB8AC3E}">
        <p14:creationId xmlns:p14="http://schemas.microsoft.com/office/powerpoint/2010/main" val="15484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212B500-946B-59DC-EF09-66A07631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3"/>
            <a:ext cx="9144000" cy="64633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3B29778-98C7-89B1-00E6-0BC76B99D030}"/>
              </a:ext>
            </a:extLst>
          </p:cNvPr>
          <p:cNvSpPr txBox="1"/>
          <p:nvPr/>
        </p:nvSpPr>
        <p:spPr>
          <a:xfrm>
            <a:off x="4644008" y="650575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Elaboração própria, com base em </a:t>
            </a:r>
            <a:r>
              <a:rPr lang="pt-BR" sz="800" dirty="0" err="1"/>
              <a:t>Bertalanffy</a:t>
            </a:r>
            <a:r>
              <a:rPr lang="pt-BR" sz="800" dirty="0"/>
              <a:t> (1975), Chiavenato (2014) e </a:t>
            </a:r>
            <a:r>
              <a:rPr lang="pt-BR" sz="800" dirty="0" err="1"/>
              <a:t>Laudon</a:t>
            </a:r>
            <a:r>
              <a:rPr lang="pt-BR" sz="800" dirty="0"/>
              <a:t> &amp; </a:t>
            </a:r>
            <a:r>
              <a:rPr lang="pt-BR" sz="800" dirty="0" err="1"/>
              <a:t>Laudon</a:t>
            </a:r>
            <a:r>
              <a:rPr lang="pt-BR" sz="800" dirty="0"/>
              <a:t> (2014), com apoio de ferramenta de Inteligência Artificial generativa, 2026.</a:t>
            </a:r>
          </a:p>
        </p:txBody>
      </p:sp>
    </p:spTree>
    <p:extLst>
      <p:ext uri="{BB962C8B-B14F-4D97-AF65-F5344CB8AC3E}">
        <p14:creationId xmlns:p14="http://schemas.microsoft.com/office/powerpoint/2010/main" val="236433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 DE INFORMAÇÃO 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57200" y="1836069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organizado de recursos</a:t>
            </a:r>
            <a:r>
              <a:rPr lang="pt-BR" sz="1800" dirty="0"/>
              <a:t> (pessoas, hardware, software, dados, procedimentos e redes) que </a:t>
            </a:r>
            <a:r>
              <a:rPr lang="pt-BR" sz="1800" b="1" dirty="0"/>
              <a:t>coleta, processa, armazena e distribui informações</a:t>
            </a:r>
            <a:r>
              <a:rPr lang="pt-BR" sz="1800" dirty="0"/>
              <a:t> para </a:t>
            </a:r>
            <a:r>
              <a:rPr lang="pt-BR" sz="1800" b="1" dirty="0"/>
              <a:t>apoiar a tomada de decisão, o controle e a coordenação</a:t>
            </a:r>
            <a:r>
              <a:rPr lang="pt-BR" sz="1800" dirty="0"/>
              <a:t> em uma organização.</a:t>
            </a:r>
          </a:p>
          <a:p>
            <a:r>
              <a:rPr lang="pt-BR" sz="1800" dirty="0"/>
              <a:t>					</a:t>
            </a:r>
            <a:r>
              <a:rPr lang="fi-FI" sz="900" dirty="0"/>
              <a:t>LAUDON, Kenneth C.; LAUDON, Jane P</a:t>
            </a:r>
            <a:r>
              <a:rPr lang="pt-BR" sz="900" dirty="0"/>
              <a:t> (2020)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135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  <a:p>
            <a:pPr lvl="0"/>
            <a:r>
              <a:rPr lang="pt-BR" b="1" dirty="0"/>
              <a:t>Pessoas</a:t>
            </a:r>
            <a:r>
              <a:rPr lang="pt-BR" dirty="0"/>
              <a:t> – usuários e gestores;</a:t>
            </a:r>
          </a:p>
          <a:p>
            <a:pPr lvl="0"/>
            <a:r>
              <a:rPr lang="pt-BR" b="1" dirty="0"/>
              <a:t>Dados</a:t>
            </a:r>
            <a:r>
              <a:rPr lang="pt-BR" dirty="0"/>
              <a:t> – matéria-prima da informação;</a:t>
            </a:r>
          </a:p>
          <a:p>
            <a:pPr lvl="0"/>
            <a:r>
              <a:rPr lang="pt-BR" b="1" dirty="0"/>
              <a:t>Processos</a:t>
            </a:r>
            <a:r>
              <a:rPr lang="pt-BR" dirty="0"/>
              <a:t> – regras e procedimentos;</a:t>
            </a:r>
          </a:p>
          <a:p>
            <a:r>
              <a:rPr lang="pt-BR" b="1" dirty="0"/>
              <a:t>Tecnologia</a:t>
            </a:r>
            <a:r>
              <a:rPr lang="pt-BR" dirty="0"/>
              <a:t> – hardware, software e redes.</a:t>
            </a:r>
            <a:endParaRPr lang="pt-BR" sz="1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D71DF4-D295-FE23-2993-63A46D4B5CF6}"/>
              </a:ext>
            </a:extLst>
          </p:cNvPr>
          <p:cNvSpPr txBox="1"/>
          <p:nvPr/>
        </p:nvSpPr>
        <p:spPr>
          <a:xfrm>
            <a:off x="446567" y="517425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operações (nível operacional);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gestão (nível tático);</a:t>
            </a:r>
          </a:p>
          <a:p>
            <a:r>
              <a:rPr lang="pt-BR" dirty="0"/>
              <a:t>Apoiar estratégia (nível estratégico).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EF0800-35A7-5503-ED67-D5715F405D5B}"/>
              </a:ext>
            </a:extLst>
          </p:cNvPr>
          <p:cNvSpPr txBox="1"/>
          <p:nvPr/>
        </p:nvSpPr>
        <p:spPr>
          <a:xfrm>
            <a:off x="457200" y="4756728"/>
            <a:ext cx="4572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</p:txBody>
      </p:sp>
    </p:spTree>
    <p:extLst>
      <p:ext uri="{BB962C8B-B14F-4D97-AF65-F5344CB8AC3E}">
        <p14:creationId xmlns:p14="http://schemas.microsoft.com/office/powerpoint/2010/main" val="19896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8E76E2BA-89FC-7795-6C94-C6A4E390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319764-29E9-89A4-7A46-778A15850342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402984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que o aluno de SI precisa entender gestão?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0E4D09-5492-66D4-8620-6D9877AC5F8D}"/>
              </a:ext>
            </a:extLst>
          </p:cNvPr>
          <p:cNvSpPr txBox="1"/>
          <p:nvPr/>
        </p:nvSpPr>
        <p:spPr>
          <a:xfrm>
            <a:off x="683568" y="2094447"/>
            <a:ext cx="770485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profissional de Sistemas de Informação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desenvolve tecnologia para a tecnologia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para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resolver problemas organizacionais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compreender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do negócio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traduzir necessidades gerenciais em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de sistemas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apoiar a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145858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SÍNTESE</a:t>
            </a:r>
          </a:p>
        </p:txBody>
      </p:sp>
      <p:pic>
        <p:nvPicPr>
          <p:cNvPr id="13" name="Imagem 12" descr="Linha do tempo&#10;&#10;O conteúdo gerado por IA pode estar incorreto.">
            <a:extLst>
              <a:ext uri="{FF2B5EF4-FFF2-40B4-BE49-F238E27FC236}">
                <a16:creationId xmlns:a16="http://schemas.microsoft.com/office/drawing/2014/main" id="{8E4C787E-C199-C2EA-D9DD-E571ED3B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Atividade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2267744" y="2708920"/>
            <a:ext cx="439248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ATIVIDADE PRÁTICA EM EQUIPE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9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2D3DB9-2260-2694-A540-63EBCE9AD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21093"/>
              </p:ext>
            </p:extLst>
          </p:nvPr>
        </p:nvGraphicFramePr>
        <p:xfrm>
          <a:off x="507748" y="888923"/>
          <a:ext cx="7931223" cy="2243840"/>
        </p:xfrm>
        <a:graphic>
          <a:graphicData uri="http://schemas.openxmlformats.org/drawingml/2006/table">
            <a:tbl>
              <a:tblPr firstRow="1" firstCol="1" bandRow="1"/>
              <a:tblGrid>
                <a:gridCol w="849323">
                  <a:extLst>
                    <a:ext uri="{9D8B030D-6E8A-4147-A177-3AD203B41FA5}">
                      <a16:colId xmlns:a16="http://schemas.microsoft.com/office/drawing/2014/main" val="2640606524"/>
                    </a:ext>
                  </a:extLst>
                </a:gridCol>
                <a:gridCol w="2781242">
                  <a:extLst>
                    <a:ext uri="{9D8B030D-6E8A-4147-A177-3AD203B41FA5}">
                      <a16:colId xmlns:a16="http://schemas.microsoft.com/office/drawing/2014/main" val="203386295"/>
                    </a:ext>
                  </a:extLst>
                </a:gridCol>
                <a:gridCol w="4300658">
                  <a:extLst>
                    <a:ext uri="{9D8B030D-6E8A-4147-A177-3AD203B41FA5}">
                      <a16:colId xmlns:a16="http://schemas.microsoft.com/office/drawing/2014/main" val="1946735537"/>
                    </a:ext>
                  </a:extLst>
                </a:gridCol>
              </a:tblGrid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Parte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Composição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Tempo de Processo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78511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1B + 1C + 3D + 2E + 1F + 1G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712269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5D + 4E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8821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2208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93284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4F + 5G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horas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974705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3429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2C + 1F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98106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CC1F771-3369-B761-4618-4EB3344C0FBE}"/>
              </a:ext>
            </a:extLst>
          </p:cNvPr>
          <p:cNvSpPr txBox="1"/>
          <p:nvPr/>
        </p:nvSpPr>
        <p:spPr>
          <a:xfrm>
            <a:off x="4090282" y="3291574"/>
            <a:ext cx="5072364" cy="356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Desenvolva uma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planilha eletrônica no Excel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equivalente que permita: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Informar a demanda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a quantidade necessária de cada parte;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das partes produzidas internamente;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Considerar os prazos de entrega dos itens comprados;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Determinar o prazo total de entrega do produto A, em dias e data;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alteração no tempo do processo com impacto no prazo total;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B71A7C-3C04-C03C-3311-A826E8421667}"/>
              </a:ext>
            </a:extLst>
          </p:cNvPr>
          <p:cNvSpPr txBox="1"/>
          <p:nvPr/>
        </p:nvSpPr>
        <p:spPr>
          <a:xfrm>
            <a:off x="107504" y="3422591"/>
            <a:ext cx="3838762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As partes C, D e F são itens comprados, com prazo de entrega fixo de 10 dias;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As demais partes são fabricadas internamente, com os tempos de processamento indicados;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produção é realizada em série, sem sobreposição de operações;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O início da produção ocorre no dia 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empresa recebe uma demanda informada pelo usuário para o produto A;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3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A42956-5EE3-F506-B879-C906CF0E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79" y="2536961"/>
            <a:ext cx="8543925" cy="3362325"/>
          </a:xfrm>
          <a:prstGeom prst="rect">
            <a:avLst/>
          </a:prstGeom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41149D56-0B3A-778C-D5CE-F528114C5CBE}"/>
              </a:ext>
            </a:extLst>
          </p:cNvPr>
          <p:cNvSpPr txBox="1">
            <a:spLocks/>
          </p:cNvSpPr>
          <p:nvPr/>
        </p:nvSpPr>
        <p:spPr>
          <a:xfrm>
            <a:off x="300037" y="958714"/>
            <a:ext cx="7728347" cy="958118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</a:lstStyle>
          <a:p>
            <a:r>
              <a:rPr lang="pt-BR" dirty="0"/>
              <a:t>ESTRUTURA DO PRODUTO</a:t>
            </a:r>
          </a:p>
          <a:p>
            <a:r>
              <a:rPr lang="pt-BR" dirty="0"/>
              <a:t>ESTRUTURA ANALÍTICA DO PRODUTO (PBS - 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Breakdown</a:t>
            </a:r>
            <a:r>
              <a:rPr lang="pt-BR" i="1" dirty="0"/>
              <a:t> </a:t>
            </a:r>
            <a:r>
              <a:rPr lang="pt-BR" i="1" dirty="0" err="1"/>
              <a:t>Structure</a:t>
            </a:r>
            <a:r>
              <a:rPr lang="pt-BR" dirty="0"/>
              <a:t>)</a:t>
            </a:r>
          </a:p>
          <a:p>
            <a:endParaRPr lang="pt-BR" b="1" dirty="0"/>
          </a:p>
          <a:p>
            <a:r>
              <a:rPr lang="pt-BR" b="1" dirty="0"/>
              <a:t>BOM (Bill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Materials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102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9EB38D-A23A-751C-BB51-5476EB30D7AB}"/>
              </a:ext>
            </a:extLst>
          </p:cNvPr>
          <p:cNvSpPr txBox="1"/>
          <p:nvPr/>
        </p:nvSpPr>
        <p:spPr>
          <a:xfrm>
            <a:off x="251520" y="908720"/>
            <a:ext cx="8496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PBS (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Product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Breakdown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Structure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uma árvore hierárquica que decompõe o escopo do projeto em produtos, subprodutos e componentes físicos ou entregáveis.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070AF3-5C6B-978D-509A-B32ECA7F0B86}"/>
              </a:ext>
            </a:extLst>
          </p:cNvPr>
          <p:cNvSpPr txBox="1"/>
          <p:nvPr/>
        </p:nvSpPr>
        <p:spPr>
          <a:xfrm>
            <a:off x="251520" y="1556792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BOM (Bill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of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Materials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a lista detalhada de todos os materiais, componentes, subconjuntos e matérias-primas necessários para a fabricação de um produto</a:t>
            </a:r>
            <a:endParaRPr lang="pt-BR" dirty="0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91790F47-9691-B17E-88C4-8205D5B33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89906"/>
              </p:ext>
            </p:extLst>
          </p:nvPr>
        </p:nvGraphicFramePr>
        <p:xfrm>
          <a:off x="1259632" y="2235895"/>
          <a:ext cx="6733614" cy="434746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244538">
                  <a:extLst>
                    <a:ext uri="{9D8B030D-6E8A-4147-A177-3AD203B41FA5}">
                      <a16:colId xmlns:a16="http://schemas.microsoft.com/office/drawing/2014/main" val="689063777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2164917528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4164380775"/>
                    </a:ext>
                  </a:extLst>
                </a:gridCol>
              </a:tblGrid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Critério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PBS (Product Breakdown Structure)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BOM (Bill of Materials)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43317772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Significado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Analítica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Lista de Materiais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39692657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Finalidade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Decompor o produto em partes lógicas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Decompor o produto em componentes físicos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41385093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Foco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Entregas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Materiais e componentes necessários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148077564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Pergunta que responde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"O que compõe o produto?"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"Do que o produto é feito?"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4172684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Natureza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Conceitual / estrutural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Técnica / operacional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654338763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Tipo de decomposição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Hierárquica por partes funcionais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Hierárquica por composição física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1093250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Unidade de análise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Subprodutos / módulos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Quantidades e itens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94629855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quantidades?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Normalmente 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Sim (quantidades exatas)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409345934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tempos?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(processo/fabricação)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206921923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custo?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 diretamente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custo unitário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6557426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Aplicação principal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Gestão de projetos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Planejamento de produção (MRP/ERP)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97620739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Relação com SI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lógica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Base de dados estruturada para cálculo automático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102894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312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9CC56B-0EB8-DB23-89C4-9FF22E3C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92" y="1700808"/>
            <a:ext cx="7927816" cy="12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75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90CB80-D07C-9A85-F573-E6DCDDB6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661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12886"/>
              </p:ext>
            </p:extLst>
          </p:nvPr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31879"/>
              </p:ext>
            </p:extLst>
          </p:nvPr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2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967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56D1F68-3879-A92C-839F-03A4D99C1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075793"/>
              </p:ext>
            </p:extLst>
          </p:nvPr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154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7F0A67-3394-23D5-BB1D-4278EFBB45B4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722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D30C55-7B0A-AC6C-CDD9-2D28E602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66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7CCE1-A150-ED37-9316-73854E1896E6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F8756F-C828-F0F0-5F9A-C103A55FEF0A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6895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910028-491A-B657-87FA-16D8FFAB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3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53F771-9A73-25A3-B5F7-0D0A8421604E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1213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são DADOS neste exercício?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Estrutura do produto (BOM)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Tempos de processamento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de entrega (10 dias)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Demanda informada pelo usuário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produção em série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sem sobreposição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sz="2000" dirty="0"/>
              <a:t>👉 Esses são </a:t>
            </a:r>
            <a:r>
              <a:rPr lang="pt-BR" sz="2000" b="1" dirty="0"/>
              <a:t>dados brutos</a:t>
            </a:r>
            <a:r>
              <a:rPr lang="pt-BR" sz="20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C6263A-EECD-8FE6-C211-F6B1775BE902}"/>
              </a:ext>
            </a:extLst>
          </p:cNvPr>
          <p:cNvSpPr txBox="1"/>
          <p:nvPr/>
        </p:nvSpPr>
        <p:spPr>
          <a:xfrm>
            <a:off x="611560" y="4509120"/>
            <a:ext cx="7416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Dados são elementos básicos que representam algo que aconteceu, mas que ainda não foram organizados ou analisados para gerar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9502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vira INFORMAÇÃO?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a planilha processa os dados, ela gera: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Quantidade total necessária de cada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 total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total de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Data estimada de entrega</a:t>
            </a:r>
          </a:p>
          <a:p>
            <a:endParaRPr lang="pt-BR" sz="1800" dirty="0"/>
          </a:p>
          <a:p>
            <a:r>
              <a:rPr lang="pt-BR" sz="1800" dirty="0"/>
              <a:t>👉 Aqui já temos </a:t>
            </a:r>
            <a:r>
              <a:rPr lang="pt-BR" sz="1800" b="1" dirty="0"/>
              <a:t>informação estruturada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2F64D7-A8BF-E4E9-C8BC-3DC388D994A0}"/>
              </a:ext>
            </a:extLst>
          </p:cNvPr>
          <p:cNvSpPr txBox="1"/>
          <p:nvPr/>
        </p:nvSpPr>
        <p:spPr>
          <a:xfrm>
            <a:off x="611560" y="4581128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Informação é o dado tratado, organizado e contextualizado de modo que faça sentido para quem o utiliza.</a:t>
            </a:r>
          </a:p>
        </p:txBody>
      </p:sp>
    </p:spTree>
    <p:extLst>
      <p:ext uri="{BB962C8B-B14F-4D97-AF65-F5344CB8AC3E}">
        <p14:creationId xmlns:p14="http://schemas.microsoft.com/office/powerpoint/2010/main" val="129570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Vamos simular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Qual o prazo de entrega para uma demanda de 10 produtos A?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A907B9-87B8-7F82-65D1-17201EA17065}"/>
              </a:ext>
            </a:extLst>
          </p:cNvPr>
          <p:cNvSpPr txBox="1"/>
          <p:nvPr/>
        </p:nvSpPr>
        <p:spPr>
          <a:xfrm>
            <a:off x="642684" y="2924944"/>
            <a:ext cx="738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Desafio: reduzir prazo com custo de R$ 10.000 por minuto reduzido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8BAFCC-9528-D11C-AE68-E59A8A3C6A1A}"/>
              </a:ext>
            </a:extLst>
          </p:cNvPr>
          <p:cNvSpPr txBox="1"/>
          <p:nvPr/>
        </p:nvSpPr>
        <p:spPr>
          <a:xfrm>
            <a:off x="323528" y="3717032"/>
            <a:ext cx="8568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Regra do desafio:</a:t>
            </a:r>
          </a:p>
          <a:p>
            <a:pPr>
              <a:buNone/>
            </a:pP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Você pode reduzir o </a:t>
            </a:r>
            <a:r>
              <a:rPr lang="pt-BR" sz="1600" b="1" dirty="0"/>
              <a:t>tempo padrão</a:t>
            </a:r>
            <a:r>
              <a:rPr lang="pt-BR" sz="1600" dirty="0"/>
              <a:t> de A, B, E ou 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Cada </a:t>
            </a:r>
            <a:r>
              <a:rPr lang="pt-BR" sz="1600" b="1" dirty="0"/>
              <a:t>1 minuto reduzido</a:t>
            </a:r>
            <a:r>
              <a:rPr lang="pt-BR" sz="1600" dirty="0"/>
              <a:t> no tempo padrão custa </a:t>
            </a:r>
            <a:r>
              <a:rPr lang="pt-BR" sz="1600" b="1" dirty="0"/>
              <a:t>R$ 10.000,00</a:t>
            </a:r>
            <a:r>
              <a:rPr lang="pt-BR" sz="1600" dirty="0"/>
              <a:t> (custo de implementação)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Compras continuam 10 dias (fixo)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Demonstre na sua planilha os cálculos e identifique o melhor cenário</a:t>
            </a:r>
          </a:p>
        </p:txBody>
      </p:sp>
    </p:spTree>
    <p:extLst>
      <p:ext uri="{BB962C8B-B14F-4D97-AF65-F5344CB8AC3E}">
        <p14:creationId xmlns:p14="http://schemas.microsoft.com/office/powerpoint/2010/main" val="276911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8FF3E-AA8F-C06C-7DBE-133BD31C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8B0923-98E2-5D9D-C232-6879186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723BF3-DF2D-127A-F8BF-16B48857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5E1C949-2128-0A93-8E76-A7B44AF9B4A3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24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E25F-8A14-2F99-C528-BF2A7708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D2E0B17-0934-AAF2-C4CA-74062818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505CFF-CA33-063C-870A-4CD20DD86649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82000C5-12E4-4BF8-A27D-96368945D715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C560AA58-0E21-8277-E1F1-B12077C7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32A6E12-9584-AAA4-738D-E886FF66AB9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955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EBB7-1F27-F147-1A71-B39F1F9A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6F5D138-DDD3-A736-2FF8-CCB44545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2DD7AF-EE56-30B0-12A9-5CB37F8A44E6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4384846-3C21-3F20-23CE-E810AD954379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BFC1F8C1-43FF-748E-BF48-B7C0313F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FEB198C-B2B9-FBC3-D1EC-847231362D8A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438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25C8-3511-8342-E57D-E69775D7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51F91-0AB2-D377-BE96-0A202C36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817E84D-589D-8355-51FE-37A5ED9AD7AE}"/>
              </a:ext>
            </a:extLst>
          </p:cNvPr>
          <p:cNvGraphicFramePr>
            <a:graphicFrameLocks noGrp="1"/>
          </p:cNvGraphicFramePr>
          <p:nvPr/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471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3B72-DCCF-8454-E112-CFE2B04C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A79F0A-88A0-7160-F59B-B3B680FF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69CD1F-F359-CE1F-F229-68975F80A9D9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953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64C3-5552-D8F9-4B81-0C2482CF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2EF326-7850-345C-A32D-BD8902F3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F972A4-FA7C-9FCE-93C5-C7CBEF26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0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FFEB-1749-32D6-70EB-4AC6ACA8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A5CD9A-BE90-BC44-587E-E8178834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B97C21-7B02-E492-E5FA-A02031CB4BD3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141D33-0481-7CC6-DF3D-C2686AFB013B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8454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C9AD-BB2F-4544-5604-56571A5D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F1CE4-A568-51ED-AE84-68CE6251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E71678-7F29-9926-2245-AE8F99DE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70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DF6B-C084-586E-C994-F626169D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FA7A09-039C-DBB5-3462-5621BF4B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008195-4BA0-92DA-EA3B-7D7C0E176A74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3791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Teoria dos Gargalos na prática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38948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 sistema é limitado pelo recurso mais restritivo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algo que não é gargalo = eficiência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o gargalo = eficácia sistêmica</a:t>
            </a:r>
          </a:p>
          <a:p>
            <a:endParaRPr lang="pt-BR" dirty="0"/>
          </a:p>
          <a:p>
            <a:pPr>
              <a:buNone/>
            </a:pPr>
            <a:r>
              <a:rPr lang="pt-BR" sz="2000" dirty="0"/>
              <a:t>“Eficiência x Eficácia”</a:t>
            </a:r>
          </a:p>
        </p:txBody>
      </p:sp>
    </p:spTree>
    <p:extLst>
      <p:ext uri="{BB962C8B-B14F-4D97-AF65-F5344CB8AC3E}">
        <p14:creationId xmlns:p14="http://schemas.microsoft.com/office/powerpoint/2010/main" val="266051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Estrutura do Produto como Organização de Dados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 BOM é um modelo de dados hierárquico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decomposição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Pode ser estruturada em banco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geração automática de informação</a:t>
            </a:r>
          </a:p>
          <a:p>
            <a:endParaRPr lang="pt-BR" sz="1600" dirty="0"/>
          </a:p>
          <a:p>
            <a:r>
              <a:rPr lang="pt-BR" sz="1600" dirty="0"/>
              <a:t>Sistemas de Informação = Entrada → Processamento → Saída → Feedback</a:t>
            </a:r>
          </a:p>
        </p:txBody>
      </p:sp>
    </p:spTree>
    <p:extLst>
      <p:ext uri="{BB962C8B-B14F-4D97-AF65-F5344CB8AC3E}">
        <p14:creationId xmlns:p14="http://schemas.microsoft.com/office/powerpoint/2010/main" val="40064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1ECFE90-3F22-3E55-65F5-EE166E99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0" y="836712"/>
            <a:ext cx="8835999" cy="58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38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A18D7F-1BDB-1AA6-FDC2-8D0FECCC165B}"/>
              </a:ext>
            </a:extLst>
          </p:cNvPr>
          <p:cNvSpPr txBox="1"/>
          <p:nvPr/>
        </p:nvSpPr>
        <p:spPr>
          <a:xfrm>
            <a:off x="395536" y="4293096"/>
            <a:ext cx="698477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Se o sistema é composto por partes interdependentes,</a:t>
            </a:r>
            <a:br>
              <a:rPr lang="pt-BR" dirty="0"/>
            </a:br>
            <a:r>
              <a:rPr lang="pt-BR" dirty="0"/>
              <a:t>então o desempenho do sistema não é a soma das partes,</a:t>
            </a:r>
            <a:br>
              <a:rPr lang="pt-BR" dirty="0"/>
            </a:br>
            <a:r>
              <a:rPr lang="pt-BR" dirty="0"/>
              <a:t>mas sim limitado pela parte mais restritiva.</a:t>
            </a:r>
          </a:p>
          <a:p>
            <a:r>
              <a:rPr lang="pt-BR" sz="900" dirty="0" err="1"/>
              <a:t>Bertalanffy</a:t>
            </a:r>
            <a:r>
              <a:rPr lang="pt-BR" sz="900" dirty="0"/>
              <a:t> (Teoria dos Sistemas)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F36E52-9B9E-F9AE-C81A-6315BD317DCF}"/>
              </a:ext>
            </a:extLst>
          </p:cNvPr>
          <p:cNvSpPr txBox="1"/>
          <p:nvPr/>
        </p:nvSpPr>
        <p:spPr>
          <a:xfrm>
            <a:off x="3707904" y="5234563"/>
            <a:ext cx="4968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Teoria dos Sistemas diz:</a:t>
            </a:r>
          </a:p>
          <a:p>
            <a:pPr>
              <a:buNone/>
            </a:pPr>
            <a:r>
              <a:rPr lang="pt-BR" dirty="0"/>
              <a:t>O todo é maior que a soma das partes.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Teoria dos Gargalos mostra:</a:t>
            </a:r>
          </a:p>
          <a:p>
            <a:pPr>
              <a:buNone/>
            </a:pPr>
            <a:r>
              <a:rPr lang="pt-BR" dirty="0"/>
              <a:t>Mas o todo é limitado pela parte mais restritiva.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22C7806-4A34-C892-7B3B-6A20FD49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8896"/>
            <a:ext cx="4788024" cy="31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457200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protótipo simplificado de MRP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de apoio à decisão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que transforma dados em informação</a:t>
            </a:r>
          </a:p>
          <a:p>
            <a:endParaRPr lang="pt-BR" sz="1600" dirty="0"/>
          </a:p>
          <a:p>
            <a:r>
              <a:rPr lang="pt-BR" sz="1600" dirty="0"/>
              <a:t>Se isso estivesse integrado ao ERP da empresa, qual decisão poderia ser tomada automaticamente?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9604EF-678B-4E95-5FEF-CE54F5108B87}"/>
              </a:ext>
            </a:extLst>
          </p:cNvPr>
          <p:cNvSpPr txBox="1"/>
          <p:nvPr/>
        </p:nvSpPr>
        <p:spPr>
          <a:xfrm>
            <a:off x="486770" y="3795430"/>
            <a:ext cx="61014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“A decisão de quando produzir.”</a:t>
            </a:r>
          </a:p>
          <a:p>
            <a:r>
              <a:rPr lang="pt-BR" sz="2000" dirty="0"/>
              <a:t>“A decisão de comprar os itens C, D e F.”</a:t>
            </a:r>
          </a:p>
          <a:p>
            <a:r>
              <a:rPr lang="pt-BR" sz="2000" dirty="0"/>
              <a:t>“A decisão de investir para reduzir tempo.”</a:t>
            </a:r>
          </a:p>
          <a:p>
            <a:r>
              <a:rPr lang="pt-BR" sz="2000" dirty="0"/>
              <a:t>“A decisão de aceitar ou não um pedido do cliente.”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486770" y="5399638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</p:spTree>
    <p:extLst>
      <p:ext uri="{BB962C8B-B14F-4D97-AF65-F5344CB8AC3E}">
        <p14:creationId xmlns:p14="http://schemas.microsoft.com/office/powerpoint/2010/main" val="4477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5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611560" y="1916832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14FBEF-C228-ED28-A49A-62198E2B9D93}"/>
              </a:ext>
            </a:extLst>
          </p:cNvPr>
          <p:cNvSpPr txBox="1"/>
          <p:nvPr/>
        </p:nvSpPr>
        <p:spPr>
          <a:xfrm>
            <a:off x="611560" y="2951946"/>
            <a:ext cx="7776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Automação operacional</a:t>
            </a:r>
          </a:p>
          <a:p>
            <a:pPr marL="342900" lvl="6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quando produzir.”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Apoio à decisão gerencial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aceitar ou não um pedido do cliente.</a:t>
            </a:r>
          </a:p>
          <a:p>
            <a:endParaRPr lang="pt-BR" sz="2000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Inteligência estratégica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investir para reduzir tempo.</a:t>
            </a:r>
          </a:p>
          <a:p>
            <a:endParaRPr lang="pt-BR" sz="2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1F380D2-9E82-D2C0-A80A-29E853B5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11" y="2301124"/>
            <a:ext cx="4342432" cy="9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Onde surge o CONHECIMENTO?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78488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percebemos que: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onde NÃO é gargalo não reduz prazo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no gargalo impacta diretamente o prazo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Comprar mais rápido pode não adiantar se o gargalo for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O lead time é condicionado pelo recurso restritivo</a:t>
            </a:r>
          </a:p>
          <a:p>
            <a:endParaRPr lang="pt-BR" sz="1800" dirty="0"/>
          </a:p>
          <a:p>
            <a:r>
              <a:rPr lang="pt-BR" sz="1800" dirty="0"/>
              <a:t>👉 Aqui nasce o </a:t>
            </a:r>
            <a:r>
              <a:rPr lang="pt-BR" sz="1800" b="1" dirty="0"/>
              <a:t>conhecimento aplicado à decisão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F7166B-FDD2-CC54-1C9C-25133BED715C}"/>
              </a:ext>
            </a:extLst>
          </p:cNvPr>
          <p:cNvSpPr txBox="1"/>
          <p:nvPr/>
        </p:nvSpPr>
        <p:spPr>
          <a:xfrm>
            <a:off x="755576" y="4653136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Conhecimento é a informação compreendida e internalizada pelas pessoas, permitindo entender situações e agir de maneira adequada.</a:t>
            </a:r>
          </a:p>
        </p:txBody>
      </p:sp>
    </p:spTree>
    <p:extLst>
      <p:ext uri="{BB962C8B-B14F-4D97-AF65-F5344CB8AC3E}">
        <p14:creationId xmlns:p14="http://schemas.microsoft.com/office/powerpoint/2010/main" val="34285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FundoUniville">
  <a:themeElements>
    <a:clrScheme name="FundoUniville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4113</Words>
  <Application>Microsoft Office PowerPoint</Application>
  <PresentationFormat>Apresentação na tela (4:3)</PresentationFormat>
  <Paragraphs>697</Paragraphs>
  <Slides>51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9" baseType="lpstr">
      <vt:lpstr>Arial</vt:lpstr>
      <vt:lpstr>Calibri</vt:lpstr>
      <vt:lpstr>Google Sans</vt:lpstr>
      <vt:lpstr>Segoe UI Emoji</vt:lpstr>
      <vt:lpstr>Symbol</vt:lpstr>
      <vt:lpstr>Times New Roman</vt:lpstr>
      <vt:lpstr>Wingdings</vt:lpstr>
      <vt:lpstr>FundoUniville</vt:lpstr>
      <vt:lpstr>Fundamentos de Gestão e Sistemas de Informação</vt:lpstr>
      <vt:lpstr>Apresentação do PowerPoint</vt:lpstr>
      <vt:lpstr>Contextualização</vt:lpstr>
      <vt:lpstr>Contextualização</vt:lpstr>
      <vt:lpstr>Conceitos</vt:lpstr>
      <vt:lpstr>Conceitos</vt:lpstr>
      <vt:lpstr>Conceitos: GESTÃO</vt:lpstr>
      <vt:lpstr>Conceitos: EFICIÊNCIA x EFICÁCIA</vt:lpstr>
      <vt:lpstr>Conceitos: EFICIÊNCIA x EFICÁCIA</vt:lpstr>
      <vt:lpstr>Conceitos: EFICIÊNCIA x EFICÁCIA</vt:lpstr>
      <vt:lpstr>Conceitos: Gestão</vt:lpstr>
      <vt:lpstr>Conceitos: SISTEMAS</vt:lpstr>
      <vt:lpstr>Conceitos: SISTEMAS</vt:lpstr>
      <vt:lpstr>Conceitos: SISTEMAS DE INFORMAÇÃO</vt:lpstr>
      <vt:lpstr>Conceitos: SISTEMAS DE INFORMAÇÃO</vt:lpstr>
      <vt:lpstr>Conceitos: SISTEMAS DE INFORMAÇÃO</vt:lpstr>
      <vt:lpstr>Conceitos: SÍNTESE</vt:lpstr>
      <vt:lpstr>Atividade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Rosalvo Medeiros</dc:creator>
  <cp:lastModifiedBy>Rosalvo Medeiros</cp:lastModifiedBy>
  <cp:revision>50</cp:revision>
  <dcterms:modified xsi:type="dcterms:W3CDTF">2026-03-04T17:11:12Z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81949d-5487-4397-853b-0f191069bf00_Enabled">
    <vt:lpwstr>true</vt:lpwstr>
  </property>
  <property fmtid="{D5CDD505-2E9C-101B-9397-08002B2CF9AE}" pid="3" name="MSIP_Label_c481949d-5487-4397-853b-0f191069bf00_SetDate">
    <vt:lpwstr>2020-02-17T21:33:50Z</vt:lpwstr>
  </property>
  <property fmtid="{D5CDD505-2E9C-101B-9397-08002B2CF9AE}" pid="4" name="MSIP_Label_c481949d-5487-4397-853b-0f191069bf00_Method">
    <vt:lpwstr>Privileged</vt:lpwstr>
  </property>
  <property fmtid="{D5CDD505-2E9C-101B-9397-08002B2CF9AE}" pid="5" name="MSIP_Label_c481949d-5487-4397-853b-0f191069bf00_Name">
    <vt:lpwstr>Publica</vt:lpwstr>
  </property>
  <property fmtid="{D5CDD505-2E9C-101B-9397-08002B2CF9AE}" pid="6" name="MSIP_Label_c481949d-5487-4397-853b-0f191069bf00_SiteId">
    <vt:lpwstr>57fe0ac9-f7f7-4580-8b30-5aa7f0ac8e3b</vt:lpwstr>
  </property>
  <property fmtid="{D5CDD505-2E9C-101B-9397-08002B2CF9AE}" pid="7" name="MSIP_Label_c481949d-5487-4397-853b-0f191069bf00_ActionId">
    <vt:lpwstr>0268edaa-6177-4365-b375-000039d84d77</vt:lpwstr>
  </property>
  <property fmtid="{D5CDD505-2E9C-101B-9397-08002B2CF9AE}" pid="8" name="MSIP_Label_c481949d-5487-4397-853b-0f191069bf00_ContentBits">
    <vt:lpwstr>1</vt:lpwstr>
  </property>
</Properties>
</file>