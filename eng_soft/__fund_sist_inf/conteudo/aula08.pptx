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350" r:id="rId52"/>
    <p:sldId id="351" r:id="rId53"/>
    <p:sldId id="359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60" r:id="rId62"/>
    <p:sldId id="362" r:id="rId63"/>
    <p:sldId id="363" r:id="rId64"/>
    <p:sldId id="364" r:id="rId65"/>
    <p:sldId id="365" r:id="rId66"/>
    <p:sldId id="366" r:id="rId67"/>
    <p:sldId id="367" r:id="rId68"/>
    <p:sldId id="368" r:id="rId69"/>
    <p:sldId id="361" r:id="rId70"/>
    <p:sldId id="370" r:id="rId71"/>
    <p:sldId id="369" r:id="rId72"/>
    <p:sldId id="371" r:id="rId73"/>
    <p:sldId id="372" r:id="rId74"/>
    <p:sldId id="373" r:id="rId75"/>
    <p:sldId id="374" r:id="rId76"/>
    <p:sldId id="375" r:id="rId77"/>
    <p:sldId id="376" r:id="rId78"/>
    <p:sldId id="377" r:id="rId79"/>
    <p:sldId id="378" r:id="rId80"/>
    <p:sldId id="379" r:id="rId81"/>
    <p:sldId id="380" r:id="rId82"/>
    <p:sldId id="381" r:id="rId83"/>
    <p:sldId id="382" r:id="rId84"/>
    <p:sldId id="383" r:id="rId85"/>
    <p:sldId id="384" r:id="rId86"/>
    <p:sldId id="385" r:id="rId87"/>
    <p:sldId id="386" r:id="rId88"/>
    <p:sldId id="387" r:id="rId89"/>
    <p:sldId id="388" r:id="rId90"/>
    <p:sldId id="389" r:id="rId91"/>
    <p:sldId id="390" r:id="rId92"/>
    <p:sldId id="391" r:id="rId93"/>
    <p:sldId id="437" r:id="rId94"/>
    <p:sldId id="545" r:id="rId95"/>
    <p:sldId id="546" r:id="rId96"/>
    <p:sldId id="544" r:id="rId97"/>
    <p:sldId id="547" r:id="rId98"/>
    <p:sldId id="548" r:id="rId99"/>
    <p:sldId id="592" r:id="rId100"/>
    <p:sldId id="593" r:id="rId101"/>
    <p:sldId id="594" r:id="rId102"/>
    <p:sldId id="595" r:id="rId103"/>
    <p:sldId id="596" r:id="rId104"/>
    <p:sldId id="597" r:id="rId105"/>
    <p:sldId id="598" r:id="rId106"/>
    <p:sldId id="599" r:id="rId107"/>
    <p:sldId id="600" r:id="rId108"/>
    <p:sldId id="601" r:id="rId109"/>
    <p:sldId id="602" r:id="rId110"/>
    <p:sldId id="259" r:id="rId111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2D8D7-9299-4872-98B6-645CF9D427C5}" v="15" dt="2026-04-07T14:37:04.332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1696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118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19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sldOrd modMainMaster modNotesMaster">
      <pc:chgData name="Rosalvo Medeiros" userId="52f93e62-72bc-4d5d-8e07-af043120901b" providerId="ADAL" clId="{40095463-1CA9-41B2-94DA-1CD85C949CC9}" dt="2026-04-07T14:38:12.273" v="4358" actId="20577"/>
      <pc:docMkLst>
        <pc:docMk/>
      </pc:docMkLst>
      <pc:sldChg chg="addSp delSp modSp add mod delAnim">
        <pc:chgData name="Rosalvo Medeiros" userId="52f93e62-72bc-4d5d-8e07-af043120901b" providerId="ADAL" clId="{40095463-1CA9-41B2-94DA-1CD85C949CC9}" dt="2026-03-10T17:54:27.616" v="1751" actId="14100"/>
        <pc:sldMkLst>
          <pc:docMk/>
          <pc:sldMk cId="2361028466" sldId="350"/>
        </pc:sldMkLst>
        <pc:spChg chg="mod">
          <ac:chgData name="Rosalvo Medeiros" userId="52f93e62-72bc-4d5d-8e07-af043120901b" providerId="ADAL" clId="{40095463-1CA9-41B2-94DA-1CD85C949CC9}" dt="2026-03-10T17:53:31.753" v="1744" actId="255"/>
          <ac:spMkLst>
            <pc:docMk/>
            <pc:sldMk cId="2361028466" sldId="350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0T17:54:27.616" v="1751" actId="14100"/>
          <ac:picMkLst>
            <pc:docMk/>
            <pc:sldMk cId="2361028466" sldId="350"/>
            <ac:picMk id="6" creationId="{B3136732-2A10-23D0-8508-155AFB14ACD6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0T18:40:03.388" v="1779" actId="20577"/>
        <pc:sldMkLst>
          <pc:docMk/>
          <pc:sldMk cId="2150962276" sldId="351"/>
        </pc:sldMkLst>
        <pc:spChg chg="mod">
          <ac:chgData name="Rosalvo Medeiros" userId="52f93e62-72bc-4d5d-8e07-af043120901b" providerId="ADAL" clId="{40095463-1CA9-41B2-94DA-1CD85C949CC9}" dt="2026-03-10T18:40:03.388" v="1779" actId="20577"/>
          <ac:spMkLst>
            <pc:docMk/>
            <pc:sldMk cId="2150962276" sldId="35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4" creationId="{BC59E624-2E3B-5394-8609-798C8B4633CD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5" creationId="{6F1C9DF2-45B8-343D-73CB-5BD373B6A9D5}"/>
          </ac:spMkLst>
        </pc:spChg>
        <pc:picChg chg="add mod">
          <ac:chgData name="Rosalvo Medeiros" userId="52f93e62-72bc-4d5d-8e07-af043120901b" providerId="ADAL" clId="{40095463-1CA9-41B2-94DA-1CD85C949CC9}" dt="2026-03-10T18:39:49.651" v="1764"/>
          <ac:picMkLst>
            <pc:docMk/>
            <pc:sldMk cId="2150962276" sldId="351"/>
            <ac:picMk id="2" creationId="{40A46240-633B-112C-E02E-632D2A866068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3:33:05.882" v="1828" actId="12"/>
        <pc:sldMkLst>
          <pc:docMk/>
          <pc:sldMk cId="3196452114" sldId="352"/>
        </pc:sldMkLst>
        <pc:spChg chg="add mod">
          <ac:chgData name="Rosalvo Medeiros" userId="52f93e62-72bc-4d5d-8e07-af043120901b" providerId="ADAL" clId="{40095463-1CA9-41B2-94DA-1CD85C949CC9}" dt="2026-03-17T13:33:05.882" v="1828" actId="12"/>
          <ac:spMkLst>
            <pc:docMk/>
            <pc:sldMk cId="3196452114" sldId="352"/>
            <ac:spMk id="7" creationId="{D6501378-7BF3-BD96-664F-933FAE8B9B2C}"/>
          </ac:spMkLst>
        </pc:spChg>
        <pc:graphicFrameChg chg="add mod modGraphic">
          <ac:chgData name="Rosalvo Medeiros" userId="52f93e62-72bc-4d5d-8e07-af043120901b" providerId="ADAL" clId="{40095463-1CA9-41B2-94DA-1CD85C949CC9}" dt="2026-03-17T13:32:33.658" v="1825" actId="14734"/>
          <ac:graphicFrameMkLst>
            <pc:docMk/>
            <pc:sldMk cId="3196452114" sldId="352"/>
            <ac:graphicFrameMk id="10" creationId="{E1396DC7-BC2D-1D34-D80E-1AF66201A417}"/>
          </ac:graphicFrameMkLst>
        </pc:graphicFrameChg>
      </pc:sldChg>
      <pc:sldChg chg="addSp delSp modSp add mod delAnim">
        <pc:chgData name="Rosalvo Medeiros" userId="52f93e62-72bc-4d5d-8e07-af043120901b" providerId="ADAL" clId="{40095463-1CA9-41B2-94DA-1CD85C949CC9}" dt="2026-03-17T13:35:11.242" v="1838" actId="1076"/>
        <pc:sldMkLst>
          <pc:docMk/>
          <pc:sldMk cId="19228265" sldId="353"/>
        </pc:sldMkLst>
        <pc:spChg chg="add mod">
          <ac:chgData name="Rosalvo Medeiros" userId="52f93e62-72bc-4d5d-8e07-af043120901b" providerId="ADAL" clId="{40095463-1CA9-41B2-94DA-1CD85C949CC9}" dt="2026-03-17T13:35:11.242" v="1838" actId="1076"/>
          <ac:spMkLst>
            <pc:docMk/>
            <pc:sldMk cId="19228265" sldId="353"/>
            <ac:spMk id="5" creationId="{7A5D4652-55FF-1CF2-7D6F-89465BEDFE29}"/>
          </ac:spMkLst>
        </pc:spChg>
        <pc:picChg chg="mod">
          <ac:chgData name="Rosalvo Medeiros" userId="52f93e62-72bc-4d5d-8e07-af043120901b" providerId="ADAL" clId="{40095463-1CA9-41B2-94DA-1CD85C949CC9}" dt="2026-03-17T13:35:08.560" v="1837" actId="14100"/>
          <ac:picMkLst>
            <pc:docMk/>
            <pc:sldMk cId="19228265" sldId="353"/>
            <ac:picMk id="2" creationId="{40A46240-633B-112C-E02E-632D2A866068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3:39:50.761" v="1872" actId="478"/>
        <pc:sldMkLst>
          <pc:docMk/>
          <pc:sldMk cId="84815008" sldId="354"/>
        </pc:sldMkLst>
        <pc:spChg chg="add mod">
          <ac:chgData name="Rosalvo Medeiros" userId="52f93e62-72bc-4d5d-8e07-af043120901b" providerId="ADAL" clId="{40095463-1CA9-41B2-94DA-1CD85C949CC9}" dt="2026-03-17T13:38:11.727" v="1858" actId="1076"/>
          <ac:spMkLst>
            <pc:docMk/>
            <pc:sldMk cId="84815008" sldId="354"/>
            <ac:spMk id="6" creationId="{0481113F-2C37-F7B0-C9FD-F947E583F491}"/>
          </ac:spMkLst>
        </pc:spChg>
        <pc:spChg chg="add mod">
          <ac:chgData name="Rosalvo Medeiros" userId="52f93e62-72bc-4d5d-8e07-af043120901b" providerId="ADAL" clId="{40095463-1CA9-41B2-94DA-1CD85C949CC9}" dt="2026-03-17T13:38:14.361" v="1859" actId="1076"/>
          <ac:spMkLst>
            <pc:docMk/>
            <pc:sldMk cId="84815008" sldId="354"/>
            <ac:spMk id="10" creationId="{9CBFFAB6-7123-3273-9128-16627DD4CB19}"/>
          </ac:spMkLst>
        </pc:spChg>
        <pc:spChg chg="add mod">
          <ac:chgData name="Rosalvo Medeiros" userId="52f93e62-72bc-4d5d-8e07-af043120901b" providerId="ADAL" clId="{40095463-1CA9-41B2-94DA-1CD85C949CC9}" dt="2026-03-17T13:38:53.413" v="1868" actId="1076"/>
          <ac:spMkLst>
            <pc:docMk/>
            <pc:sldMk cId="84815008" sldId="354"/>
            <ac:spMk id="14" creationId="{F98BD5DA-8604-EC6E-4CA5-8A985F3BA5DD}"/>
          </ac:spMkLst>
        </pc:spChg>
        <pc:graphicFrameChg chg="add mod modGraphic">
          <ac:chgData name="Rosalvo Medeiros" userId="52f93e62-72bc-4d5d-8e07-af043120901b" providerId="ADAL" clId="{40095463-1CA9-41B2-94DA-1CD85C949CC9}" dt="2026-03-17T13:38:55.544" v="1869" actId="1076"/>
          <ac:graphicFrameMkLst>
            <pc:docMk/>
            <pc:sldMk cId="84815008" sldId="354"/>
            <ac:graphicFrameMk id="15" creationId="{F07B8C7F-EE0D-8AFA-280A-B761306FA506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3-17T13:47:21.778" v="1900"/>
        <pc:sldMkLst>
          <pc:docMk/>
          <pc:sldMk cId="358685829" sldId="355"/>
        </pc:sldMkLst>
        <pc:spChg chg="add mod">
          <ac:chgData name="Rosalvo Medeiros" userId="52f93e62-72bc-4d5d-8e07-af043120901b" providerId="ADAL" clId="{40095463-1CA9-41B2-94DA-1CD85C949CC9}" dt="2026-03-17T13:42:42.673" v="1883" actId="108"/>
          <ac:spMkLst>
            <pc:docMk/>
            <pc:sldMk cId="358685829" sldId="355"/>
            <ac:spMk id="5" creationId="{0C83EA02-0FDF-B2C2-065D-D391693C72F4}"/>
          </ac:spMkLst>
        </pc:spChg>
        <pc:spChg chg="add mod">
          <ac:chgData name="Rosalvo Medeiros" userId="52f93e62-72bc-4d5d-8e07-af043120901b" providerId="ADAL" clId="{40095463-1CA9-41B2-94DA-1CD85C949CC9}" dt="2026-03-17T13:44:26.343" v="1893" actId="1076"/>
          <ac:spMkLst>
            <pc:docMk/>
            <pc:sldMk cId="358685829" sldId="355"/>
            <ac:spMk id="8" creationId="{7BEE41FE-A6DC-F1C7-F169-5CB003487C20}"/>
          </ac:spMkLst>
        </pc:spChg>
        <pc:spChg chg="add mod">
          <ac:chgData name="Rosalvo Medeiros" userId="52f93e62-72bc-4d5d-8e07-af043120901b" providerId="ADAL" clId="{40095463-1CA9-41B2-94DA-1CD85C949CC9}" dt="2026-03-17T13:46:57.543" v="1898" actId="1076"/>
          <ac:spMkLst>
            <pc:docMk/>
            <pc:sldMk cId="358685829" sldId="355"/>
            <ac:spMk id="13" creationId="{D3087CFE-8A30-109C-48C3-047F6C3A6A82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17T14:03:24.695" v="1953"/>
        <pc:sldMkLst>
          <pc:docMk/>
          <pc:sldMk cId="3185482089" sldId="356"/>
        </pc:sldMkLst>
        <pc:spChg chg="add mod">
          <ac:chgData name="Rosalvo Medeiros" userId="52f93e62-72bc-4d5d-8e07-af043120901b" providerId="ADAL" clId="{40095463-1CA9-41B2-94DA-1CD85C949CC9}" dt="2026-03-17T13:49:38.273" v="1915" actId="948"/>
          <ac:spMkLst>
            <pc:docMk/>
            <pc:sldMk cId="3185482089" sldId="356"/>
            <ac:spMk id="6" creationId="{B3F0EA1D-A131-80A1-D8E4-DE9FD4447ABC}"/>
          </ac:spMkLst>
        </pc:spChg>
        <pc:spChg chg="add mod">
          <ac:chgData name="Rosalvo Medeiros" userId="52f93e62-72bc-4d5d-8e07-af043120901b" providerId="ADAL" clId="{40095463-1CA9-41B2-94DA-1CD85C949CC9}" dt="2026-03-17T13:50:15.286" v="1919" actId="14100"/>
          <ac:spMkLst>
            <pc:docMk/>
            <pc:sldMk cId="3185482089" sldId="356"/>
            <ac:spMk id="9" creationId="{D48D4508-D9F4-8981-563A-340E17ED879E}"/>
          </ac:spMkLst>
        </pc:spChg>
        <pc:spChg chg="add mod">
          <ac:chgData name="Rosalvo Medeiros" userId="52f93e62-72bc-4d5d-8e07-af043120901b" providerId="ADAL" clId="{40095463-1CA9-41B2-94DA-1CD85C949CC9}" dt="2026-03-17T14:03:17.901" v="1952" actId="12"/>
          <ac:spMkLst>
            <pc:docMk/>
            <pc:sldMk cId="3185482089" sldId="356"/>
            <ac:spMk id="11" creationId="{1F24DFFA-6EFD-AAF5-3B44-8FAAFB781F14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17T14:05:21.193" v="1969" actId="948"/>
        <pc:sldMkLst>
          <pc:docMk/>
          <pc:sldMk cId="1386928387" sldId="357"/>
        </pc:sldMkLst>
        <pc:spChg chg="add mod">
          <ac:chgData name="Rosalvo Medeiros" userId="52f93e62-72bc-4d5d-8e07-af043120901b" providerId="ADAL" clId="{40095463-1CA9-41B2-94DA-1CD85C949CC9}" dt="2026-03-17T14:05:21.193" v="1969" actId="948"/>
          <ac:spMkLst>
            <pc:docMk/>
            <pc:sldMk cId="1386928387" sldId="357"/>
            <ac:spMk id="5" creationId="{AD2E484A-70E6-3E74-1D31-0EA739A4883D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17T14:29:06.142" v="2030"/>
        <pc:sldMkLst>
          <pc:docMk/>
          <pc:sldMk cId="1210108959" sldId="358"/>
        </pc:sldMkLst>
        <pc:spChg chg="add mod">
          <ac:chgData name="Rosalvo Medeiros" userId="52f93e62-72bc-4d5d-8e07-af043120901b" providerId="ADAL" clId="{40095463-1CA9-41B2-94DA-1CD85C949CC9}" dt="2026-03-17T14:28:36.921" v="2023" actId="208"/>
          <ac:spMkLst>
            <pc:docMk/>
            <pc:sldMk cId="1210108959" sldId="358"/>
            <ac:spMk id="6" creationId="{6F0439FE-F523-D1ED-355E-50BEDC424BCE}"/>
          </ac:spMkLst>
        </pc:spChg>
        <pc:spChg chg="add mod">
          <ac:chgData name="Rosalvo Medeiros" userId="52f93e62-72bc-4d5d-8e07-af043120901b" providerId="ADAL" clId="{40095463-1CA9-41B2-94DA-1CD85C949CC9}" dt="2026-03-17T14:28:44.902" v="2024" actId="208"/>
          <ac:spMkLst>
            <pc:docMk/>
            <pc:sldMk cId="1210108959" sldId="358"/>
            <ac:spMk id="8" creationId="{5B529ADA-23EE-72BD-ACFB-7B5EDBC60E05}"/>
          </ac:spMkLst>
        </pc:spChg>
        <pc:spChg chg="add mod">
          <ac:chgData name="Rosalvo Medeiros" userId="52f93e62-72bc-4d5d-8e07-af043120901b" providerId="ADAL" clId="{40095463-1CA9-41B2-94DA-1CD85C949CC9}" dt="2026-03-17T14:28:56.103" v="2027" actId="208"/>
          <ac:spMkLst>
            <pc:docMk/>
            <pc:sldMk cId="1210108959" sldId="358"/>
            <ac:spMk id="10" creationId="{624616B9-9F51-B4C2-860E-F1F990D09E50}"/>
          </ac:spMkLst>
        </pc:spChg>
        <pc:spChg chg="add mod">
          <ac:chgData name="Rosalvo Medeiros" userId="52f93e62-72bc-4d5d-8e07-af043120901b" providerId="ADAL" clId="{40095463-1CA9-41B2-94DA-1CD85C949CC9}" dt="2026-03-17T14:28:59.832" v="2028" actId="208"/>
          <ac:spMkLst>
            <pc:docMk/>
            <pc:sldMk cId="1210108959" sldId="358"/>
            <ac:spMk id="12" creationId="{74FF1136-D849-BF85-AFBE-BDF5E984A8C2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17T14:23:40.655" v="1986" actId="1076"/>
        <pc:sldMkLst>
          <pc:docMk/>
          <pc:sldMk cId="2441518603" sldId="359"/>
        </pc:sldMkLst>
        <pc:picChg chg="add mod">
          <ac:chgData name="Rosalvo Medeiros" userId="52f93e62-72bc-4d5d-8e07-af043120901b" providerId="ADAL" clId="{40095463-1CA9-41B2-94DA-1CD85C949CC9}" dt="2026-03-17T14:23:40.655" v="1986" actId="1076"/>
          <ac:picMkLst>
            <pc:docMk/>
            <pc:sldMk cId="2441518603" sldId="359"/>
            <ac:picMk id="8" creationId="{A995D606-C068-27B2-DB01-CF6080D055B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6:30:29.298" v="2190" actId="208"/>
        <pc:sldMkLst>
          <pc:docMk/>
          <pc:sldMk cId="3556562846" sldId="360"/>
        </pc:sldMkLst>
        <pc:spChg chg="mod">
          <ac:chgData name="Rosalvo Medeiros" userId="52f93e62-72bc-4d5d-8e07-af043120901b" providerId="ADAL" clId="{40095463-1CA9-41B2-94DA-1CD85C949CC9}" dt="2026-03-17T16:28:41.223" v="2069" actId="20577"/>
          <ac:spMkLst>
            <pc:docMk/>
            <pc:sldMk cId="3556562846" sldId="36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6:30:12.273" v="2170" actId="208"/>
          <ac:spMkLst>
            <pc:docMk/>
            <pc:sldMk cId="3556562846" sldId="360"/>
            <ac:spMk id="7" creationId="{FC1519F9-8E43-2DF8-0FFB-597190E2D245}"/>
          </ac:spMkLst>
        </pc:spChg>
        <pc:spChg chg="add mod">
          <ac:chgData name="Rosalvo Medeiros" userId="52f93e62-72bc-4d5d-8e07-af043120901b" providerId="ADAL" clId="{40095463-1CA9-41B2-94DA-1CD85C949CC9}" dt="2026-03-17T16:30:29.298" v="2190" actId="208"/>
          <ac:spMkLst>
            <pc:docMk/>
            <pc:sldMk cId="3556562846" sldId="360"/>
            <ac:spMk id="9" creationId="{E30FBB37-71E4-297A-6EB3-1F458815C1AC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3-17T17:56:15.630" v="3889"/>
        <pc:sldMkLst>
          <pc:docMk/>
          <pc:sldMk cId="2039886520" sldId="361"/>
        </pc:sldMkLst>
        <pc:spChg chg="add mod">
          <ac:chgData name="Rosalvo Medeiros" userId="52f93e62-72bc-4d5d-8e07-af043120901b" providerId="ADAL" clId="{40095463-1CA9-41B2-94DA-1CD85C949CC9}" dt="2026-03-17T17:56:05.374" v="3886" actId="1076"/>
          <ac:spMkLst>
            <pc:docMk/>
            <pc:sldMk cId="2039886520" sldId="361"/>
            <ac:spMk id="5" creationId="{AD4067B7-0D94-1A31-4B24-7C02616D3E21}"/>
          </ac:spMkLst>
        </pc:spChg>
        <pc:spChg chg="add mod">
          <ac:chgData name="Rosalvo Medeiros" userId="52f93e62-72bc-4d5d-8e07-af043120901b" providerId="ADAL" clId="{40095463-1CA9-41B2-94DA-1CD85C949CC9}" dt="2026-03-17T17:56:08" v="3887" actId="1076"/>
          <ac:spMkLst>
            <pc:docMk/>
            <pc:sldMk cId="2039886520" sldId="361"/>
            <ac:spMk id="7" creationId="{F04EB36A-093C-4487-A5B2-82FA56E95D7E}"/>
          </ac:spMkLst>
        </pc:spChg>
        <pc:spChg chg="add mod">
          <ac:chgData name="Rosalvo Medeiros" userId="52f93e62-72bc-4d5d-8e07-af043120901b" providerId="ADAL" clId="{40095463-1CA9-41B2-94DA-1CD85C949CC9}" dt="2026-03-17T17:56:13.406" v="3888" actId="208"/>
          <ac:spMkLst>
            <pc:docMk/>
            <pc:sldMk cId="2039886520" sldId="361"/>
            <ac:spMk id="9" creationId="{496A8FFE-09D7-1EC2-BAA0-2252BDAC298A}"/>
          </ac:spMkLst>
        </pc:spChg>
        <pc:picChg chg="mod">
          <ac:chgData name="Rosalvo Medeiros" userId="52f93e62-72bc-4d5d-8e07-af043120901b" providerId="ADAL" clId="{40095463-1CA9-41B2-94DA-1CD85C949CC9}" dt="2026-03-17T17:55:17.259" v="3866" actId="1076"/>
          <ac:picMkLst>
            <pc:docMk/>
            <pc:sldMk cId="2039886520" sldId="361"/>
            <ac:picMk id="4" creationId="{2C50380C-1E8D-2814-697A-C511B936CE0C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6:45:39.006" v="2539"/>
        <pc:sldMkLst>
          <pc:docMk/>
          <pc:sldMk cId="1432324848" sldId="362"/>
        </pc:sldMkLst>
        <pc:spChg chg="add mod">
          <ac:chgData name="Rosalvo Medeiros" userId="52f93e62-72bc-4d5d-8e07-af043120901b" providerId="ADAL" clId="{40095463-1CA9-41B2-94DA-1CD85C949CC9}" dt="2026-03-17T16:42:13.240" v="2508" actId="255"/>
          <ac:spMkLst>
            <pc:docMk/>
            <pc:sldMk cId="1432324848" sldId="362"/>
            <ac:spMk id="6" creationId="{FB64E0BA-19C3-D83F-C385-0969A6279093}"/>
          </ac:spMkLst>
        </pc:spChg>
        <pc:spChg chg="mod">
          <ac:chgData name="Rosalvo Medeiros" userId="52f93e62-72bc-4d5d-8e07-af043120901b" providerId="ADAL" clId="{40095463-1CA9-41B2-94DA-1CD85C949CC9}" dt="2026-03-17T16:42:00.015" v="2504" actId="1076"/>
          <ac:spMkLst>
            <pc:docMk/>
            <pc:sldMk cId="1432324848" sldId="362"/>
            <ac:spMk id="9" creationId="{E30FBB37-71E4-297A-6EB3-1F458815C1AC}"/>
          </ac:spMkLst>
        </pc:spChg>
        <pc:spChg chg="add mod">
          <ac:chgData name="Rosalvo Medeiros" userId="52f93e62-72bc-4d5d-8e07-af043120901b" providerId="ADAL" clId="{40095463-1CA9-41B2-94DA-1CD85C949CC9}" dt="2026-03-17T16:43:19.279" v="2521" actId="255"/>
          <ac:spMkLst>
            <pc:docMk/>
            <pc:sldMk cId="1432324848" sldId="362"/>
            <ac:spMk id="12" creationId="{34D2206F-0E4B-76CD-BE53-FC1288DA52FD}"/>
          </ac:spMkLst>
        </pc:spChg>
        <pc:spChg chg="add mod">
          <ac:chgData name="Rosalvo Medeiros" userId="52f93e62-72bc-4d5d-8e07-af043120901b" providerId="ADAL" clId="{40095463-1CA9-41B2-94DA-1CD85C949CC9}" dt="2026-03-17T16:45:02.359" v="2533" actId="208"/>
          <ac:spMkLst>
            <pc:docMk/>
            <pc:sldMk cId="1432324848" sldId="362"/>
            <ac:spMk id="16" creationId="{A25FCE53-8642-3A91-A5BF-7640B0636ED2}"/>
          </ac:spMkLst>
        </pc:spChg>
        <pc:picChg chg="add mod">
          <ac:chgData name="Rosalvo Medeiros" userId="52f93e62-72bc-4d5d-8e07-af043120901b" providerId="ADAL" clId="{40095463-1CA9-41B2-94DA-1CD85C949CC9}" dt="2026-03-17T16:44:44.591" v="2527" actId="1076"/>
          <ac:picMkLst>
            <pc:docMk/>
            <pc:sldMk cId="1432324848" sldId="362"/>
            <ac:picMk id="14" creationId="{3953E484-10FB-881E-84AA-B50A165BA562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17T17:03:57.214" v="2872"/>
        <pc:sldMkLst>
          <pc:docMk/>
          <pc:sldMk cId="2596769479" sldId="363"/>
        </pc:sldMkLst>
        <pc:spChg chg="add mod">
          <ac:chgData name="Rosalvo Medeiros" userId="52f93e62-72bc-4d5d-8e07-af043120901b" providerId="ADAL" clId="{40095463-1CA9-41B2-94DA-1CD85C949CC9}" dt="2026-03-17T17:01:44.958" v="2694" actId="20577"/>
          <ac:spMkLst>
            <pc:docMk/>
            <pc:sldMk cId="2596769479" sldId="363"/>
            <ac:spMk id="10" creationId="{A38AA418-04EA-2C38-933F-2D6DBE9BA56A}"/>
          </ac:spMkLst>
        </pc:spChg>
        <pc:picChg chg="add mod">
          <ac:chgData name="Rosalvo Medeiros" userId="52f93e62-72bc-4d5d-8e07-af043120901b" providerId="ADAL" clId="{40095463-1CA9-41B2-94DA-1CD85C949CC9}" dt="2026-03-17T16:59:39.530" v="2560" actId="1076"/>
          <ac:picMkLst>
            <pc:docMk/>
            <pc:sldMk cId="2596769479" sldId="363"/>
            <ac:picMk id="8" creationId="{C0C3576B-F57E-8465-5CF2-1C3BF7A0A4B7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4:01.869" v="2873"/>
        <pc:sldMkLst>
          <pc:docMk/>
          <pc:sldMk cId="1264865122" sldId="364"/>
        </pc:sldMkLst>
        <pc:spChg chg="add mod">
          <ac:chgData name="Rosalvo Medeiros" userId="52f93e62-72bc-4d5d-8e07-af043120901b" providerId="ADAL" clId="{40095463-1CA9-41B2-94DA-1CD85C949CC9}" dt="2026-03-17T17:02:56.930" v="2867" actId="20577"/>
          <ac:spMkLst>
            <pc:docMk/>
            <pc:sldMk cId="1264865122" sldId="364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2:00.680" v="2696" actId="1076"/>
          <ac:picMkLst>
            <pc:docMk/>
            <pc:sldMk cId="1264865122" sldId="364"/>
            <ac:picMk id="4" creationId="{67B80DC9-A9E9-4917-DAF2-E2B97C9E6709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5:26.634" v="2979" actId="20577"/>
        <pc:sldMkLst>
          <pc:docMk/>
          <pc:sldMk cId="2720428368" sldId="365"/>
        </pc:sldMkLst>
        <pc:spChg chg="mod">
          <ac:chgData name="Rosalvo Medeiros" userId="52f93e62-72bc-4d5d-8e07-af043120901b" providerId="ADAL" clId="{40095463-1CA9-41B2-94DA-1CD85C949CC9}" dt="2026-03-17T17:05:26.634" v="2979" actId="20577"/>
          <ac:spMkLst>
            <pc:docMk/>
            <pc:sldMk cId="2720428368" sldId="365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4:41.957" v="2881" actId="1076"/>
          <ac:picMkLst>
            <pc:docMk/>
            <pc:sldMk cId="2720428368" sldId="365"/>
            <ac:picMk id="7" creationId="{D63B7892-061D-54E5-C2DE-D2BE404F6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09:40.866" v="3187" actId="1076"/>
        <pc:sldMkLst>
          <pc:docMk/>
          <pc:sldMk cId="2434703536" sldId="366"/>
        </pc:sldMkLst>
        <pc:spChg chg="mod">
          <ac:chgData name="Rosalvo Medeiros" userId="52f93e62-72bc-4d5d-8e07-af043120901b" providerId="ADAL" clId="{40095463-1CA9-41B2-94DA-1CD85C949CC9}" dt="2026-03-17T17:09:38.845" v="3186" actId="1076"/>
          <ac:spMkLst>
            <pc:docMk/>
            <pc:sldMk cId="2434703536" sldId="366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9:40.866" v="3187" actId="1076"/>
          <ac:picMkLst>
            <pc:docMk/>
            <pc:sldMk cId="2434703536" sldId="366"/>
            <ac:picMk id="4" creationId="{8583D729-5561-8849-BF81-9F614EB9E37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16:09.073" v="3585" actId="1076"/>
        <pc:sldMkLst>
          <pc:docMk/>
          <pc:sldMk cId="3382773167" sldId="367"/>
        </pc:sldMkLst>
        <pc:spChg chg="mod">
          <ac:chgData name="Rosalvo Medeiros" userId="52f93e62-72bc-4d5d-8e07-af043120901b" providerId="ADAL" clId="{40095463-1CA9-41B2-94DA-1CD85C949CC9}" dt="2026-03-17T17:16:02.993" v="3584" actId="20577"/>
          <ac:spMkLst>
            <pc:docMk/>
            <pc:sldMk cId="3382773167" sldId="367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16:09.073" v="3585" actId="1076"/>
          <ac:picMkLst>
            <pc:docMk/>
            <pc:sldMk cId="3382773167" sldId="367"/>
            <ac:picMk id="8" creationId="{1DF932BF-99BC-87EC-EB72-99EF8366868B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20:13.573" v="3836" actId="1076"/>
        <pc:sldMkLst>
          <pc:docMk/>
          <pc:sldMk cId="350036054" sldId="368"/>
        </pc:sldMkLst>
        <pc:spChg chg="mod">
          <ac:chgData name="Rosalvo Medeiros" userId="52f93e62-72bc-4d5d-8e07-af043120901b" providerId="ADAL" clId="{40095463-1CA9-41B2-94DA-1CD85C949CC9}" dt="2026-03-17T17:19:54.431" v="3835" actId="20577"/>
          <ac:spMkLst>
            <pc:docMk/>
            <pc:sldMk cId="350036054" sldId="368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20:13.573" v="3836" actId="1076"/>
          <ac:picMkLst>
            <pc:docMk/>
            <pc:sldMk cId="350036054" sldId="368"/>
            <ac:picMk id="4" creationId="{00B16222-93C2-F0F0-15A1-15210FE19B4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08:56.939" v="3926" actId="1076"/>
        <pc:sldMkLst>
          <pc:docMk/>
          <pc:sldMk cId="1114936575" sldId="369"/>
        </pc:sldMkLst>
        <pc:picChg chg="add mod">
          <ac:chgData name="Rosalvo Medeiros" userId="52f93e62-72bc-4d5d-8e07-af043120901b" providerId="ADAL" clId="{40095463-1CA9-41B2-94DA-1CD85C949CC9}" dt="2026-03-17T17:45:08.039" v="3841" actId="1076"/>
          <ac:picMkLst>
            <pc:docMk/>
            <pc:sldMk cId="1114936575" sldId="369"/>
            <ac:picMk id="2" creationId="{4610B6BB-9E77-61CA-6325-A016A9E401DB}"/>
          </ac:picMkLst>
        </pc:picChg>
        <pc:picChg chg="add mod">
          <ac:chgData name="Rosalvo Medeiros" userId="52f93e62-72bc-4d5d-8e07-af043120901b" providerId="ADAL" clId="{40095463-1CA9-41B2-94DA-1CD85C949CC9}" dt="2026-03-17T18:08:56.939" v="3926" actId="1076"/>
          <ac:picMkLst>
            <pc:docMk/>
            <pc:sldMk cId="1114936575" sldId="369"/>
            <ac:picMk id="10" creationId="{67D92F5D-FE62-988D-6DD6-B625792B236C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57:57.886" v="3897" actId="1076"/>
        <pc:sldMkLst>
          <pc:docMk/>
          <pc:sldMk cId="1930605637" sldId="370"/>
        </pc:sldMkLst>
        <pc:spChg chg="add mod">
          <ac:chgData name="Rosalvo Medeiros" userId="52f93e62-72bc-4d5d-8e07-af043120901b" providerId="ADAL" clId="{40095463-1CA9-41B2-94DA-1CD85C949CC9}" dt="2026-03-17T17:57:06.621" v="3895" actId="12"/>
          <ac:spMkLst>
            <pc:docMk/>
            <pc:sldMk cId="1930605637" sldId="370"/>
            <ac:spMk id="6" creationId="{D51C7E57-6D1F-36ED-BBB0-BC00971F2636}"/>
          </ac:spMkLst>
        </pc:spChg>
        <pc:picChg chg="add mod">
          <ac:chgData name="Rosalvo Medeiros" userId="52f93e62-72bc-4d5d-8e07-af043120901b" providerId="ADAL" clId="{40095463-1CA9-41B2-94DA-1CD85C949CC9}" dt="2026-03-17T17:57:57.886" v="3897" actId="1076"/>
          <ac:picMkLst>
            <pc:docMk/>
            <pc:sldMk cId="1930605637" sldId="370"/>
            <ac:picMk id="9" creationId="{9C7D5CB5-2659-2A25-114B-5D025F498696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8:15:04.937" v="3989" actId="20577"/>
        <pc:sldMkLst>
          <pc:docMk/>
          <pc:sldMk cId="3385298471" sldId="371"/>
        </pc:sldMkLst>
        <pc:spChg chg="mod">
          <ac:chgData name="Rosalvo Medeiros" userId="52f93e62-72bc-4d5d-8e07-af043120901b" providerId="ADAL" clId="{40095463-1CA9-41B2-94DA-1CD85C949CC9}" dt="2026-03-17T18:15:04.937" v="3989" actId="20577"/>
          <ac:spMkLst>
            <pc:docMk/>
            <pc:sldMk cId="3385298471" sldId="37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8:12:15.164" v="3944" actId="208"/>
          <ac:spMkLst>
            <pc:docMk/>
            <pc:sldMk cId="3385298471" sldId="371"/>
            <ac:spMk id="10" creationId="{681E5CFE-9242-3150-90CC-F57F764F74D0}"/>
          </ac:spMkLst>
        </pc:spChg>
        <pc:spChg chg="add mod">
          <ac:chgData name="Rosalvo Medeiros" userId="52f93e62-72bc-4d5d-8e07-af043120901b" providerId="ADAL" clId="{40095463-1CA9-41B2-94DA-1CD85C949CC9}" dt="2026-03-17T18:12:17.273" v="3945" actId="208"/>
          <ac:spMkLst>
            <pc:docMk/>
            <pc:sldMk cId="3385298471" sldId="371"/>
            <ac:spMk id="14" creationId="{F0315A63-6AE7-1957-0B31-713BC1364C77}"/>
          </ac:spMkLst>
        </pc:spChg>
        <pc:spChg chg="add mod">
          <ac:chgData name="Rosalvo Medeiros" userId="52f93e62-72bc-4d5d-8e07-af043120901b" providerId="ADAL" clId="{40095463-1CA9-41B2-94DA-1CD85C949CC9}" dt="2026-03-17T18:13:15.530" v="3953" actId="1076"/>
          <ac:spMkLst>
            <pc:docMk/>
            <pc:sldMk cId="3385298471" sldId="371"/>
            <ac:spMk id="22" creationId="{EEC9B1DC-D12D-D064-FFA9-91EC29C8E909}"/>
          </ac:spMkLst>
        </pc:spChg>
        <pc:graphicFrameChg chg="add mod modGraphic">
          <ac:chgData name="Rosalvo Medeiros" userId="52f93e62-72bc-4d5d-8e07-af043120901b" providerId="ADAL" clId="{40095463-1CA9-41B2-94DA-1CD85C949CC9}" dt="2026-03-17T18:14:02.678" v="3964" actId="207"/>
          <ac:graphicFrameMkLst>
            <pc:docMk/>
            <pc:sldMk cId="3385298471" sldId="371"/>
            <ac:graphicFrameMk id="25" creationId="{91634FF4-F794-AA8E-C599-A6235B9C8C73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17T18:15:20.626" v="4009" actId="1076"/>
        <pc:sldMkLst>
          <pc:docMk/>
          <pc:sldMk cId="414419490" sldId="372"/>
        </pc:sldMkLst>
        <pc:spChg chg="mod">
          <ac:chgData name="Rosalvo Medeiros" userId="52f93e62-72bc-4d5d-8e07-af043120901b" providerId="ADAL" clId="{40095463-1CA9-41B2-94DA-1CD85C949CC9}" dt="2026-03-17T18:15:14.824" v="4006" actId="20577"/>
          <ac:spMkLst>
            <pc:docMk/>
            <pc:sldMk cId="414419490" sldId="372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7T18:15:20.626" v="4009" actId="1076"/>
          <ac:picMkLst>
            <pc:docMk/>
            <pc:sldMk cId="414419490" sldId="372"/>
            <ac:picMk id="4" creationId="{573B9680-EAAF-20D2-BC3C-3AC40D1EDEDC}"/>
          </ac:picMkLst>
        </pc:picChg>
      </pc:sldChg>
      <pc:sldChg chg="addSp delSp add mod ord">
        <pc:chgData name="Rosalvo Medeiros" userId="52f93e62-72bc-4d5d-8e07-af043120901b" providerId="ADAL" clId="{40095463-1CA9-41B2-94DA-1CD85C949CC9}" dt="2026-03-17T18:22:52.479" v="4016"/>
        <pc:sldMkLst>
          <pc:docMk/>
          <pc:sldMk cId="2637573804" sldId="373"/>
        </pc:sldMkLst>
        <pc:picChg chg="add">
          <ac:chgData name="Rosalvo Medeiros" userId="52f93e62-72bc-4d5d-8e07-af043120901b" providerId="ADAL" clId="{40095463-1CA9-41B2-94DA-1CD85C949CC9}" dt="2026-03-17T18:16:07.089" v="4012" actId="22"/>
          <ac:picMkLst>
            <pc:docMk/>
            <pc:sldMk cId="2637573804" sldId="373"/>
            <ac:picMk id="5" creationId="{7F6F0200-B3EF-377C-DCA1-1FFBD568EA3E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23:31.657" v="4024" actId="1076"/>
        <pc:sldMkLst>
          <pc:docMk/>
          <pc:sldMk cId="2866589264" sldId="374"/>
        </pc:sldMkLst>
        <pc:picChg chg="add mod">
          <ac:chgData name="Rosalvo Medeiros" userId="52f93e62-72bc-4d5d-8e07-af043120901b" providerId="ADAL" clId="{40095463-1CA9-41B2-94DA-1CD85C949CC9}" dt="2026-03-17T18:23:03.297" v="4021" actId="1076"/>
          <ac:picMkLst>
            <pc:docMk/>
            <pc:sldMk cId="2866589264" sldId="374"/>
            <ac:picMk id="4" creationId="{D0FF26FC-A45C-75C3-063B-B972F11C5F6F}"/>
          </ac:picMkLst>
        </pc:picChg>
        <pc:picChg chg="add mod">
          <ac:chgData name="Rosalvo Medeiros" userId="52f93e62-72bc-4d5d-8e07-af043120901b" providerId="ADAL" clId="{40095463-1CA9-41B2-94DA-1CD85C949CC9}" dt="2026-03-17T18:23:31.657" v="4024" actId="1076"/>
          <ac:picMkLst>
            <pc:docMk/>
            <pc:sldMk cId="2866589264" sldId="374"/>
            <ac:picMk id="7" creationId="{717B6B10-6E91-9E73-0EE7-38025D42B404}"/>
          </ac:picMkLst>
        </pc:picChg>
      </pc:sldChg>
      <pc:sldChg chg="modSp add mod">
        <pc:chgData name="Rosalvo Medeiros" userId="52f93e62-72bc-4d5d-8e07-af043120901b" providerId="ADAL" clId="{40095463-1CA9-41B2-94DA-1CD85C949CC9}" dt="2026-03-31T12:33:36.464" v="4053" actId="14100"/>
        <pc:sldMkLst>
          <pc:docMk/>
          <pc:sldMk cId="2761062298" sldId="388"/>
        </pc:sldMkLst>
        <pc:spChg chg="mod">
          <ac:chgData name="Rosalvo Medeiros" userId="52f93e62-72bc-4d5d-8e07-af043120901b" providerId="ADAL" clId="{40095463-1CA9-41B2-94DA-1CD85C949CC9}" dt="2026-03-31T12:33:36.464" v="4053" actId="14100"/>
          <ac:spMkLst>
            <pc:docMk/>
            <pc:sldMk cId="2761062298" sldId="388"/>
            <ac:spMk id="9" creationId="{5E1CDB51-52CD-1506-579B-DAF9F07F635B}"/>
          </ac:spMkLst>
        </pc:spChg>
      </pc:sldChg>
      <pc:sldChg chg="delSp modSp add mod">
        <pc:chgData name="Rosalvo Medeiros" userId="52f93e62-72bc-4d5d-8e07-af043120901b" providerId="ADAL" clId="{40095463-1CA9-41B2-94DA-1CD85C949CC9}" dt="2026-03-31T12:36:02.502" v="4072"/>
        <pc:sldMkLst>
          <pc:docMk/>
          <pc:sldMk cId="1886697102" sldId="389"/>
        </pc:sldMkLst>
        <pc:spChg chg="mod">
          <ac:chgData name="Rosalvo Medeiros" userId="52f93e62-72bc-4d5d-8e07-af043120901b" providerId="ADAL" clId="{40095463-1CA9-41B2-94DA-1CD85C949CC9}" dt="2026-03-31T12:36:02.502" v="4072"/>
          <ac:spMkLst>
            <pc:docMk/>
            <pc:sldMk cId="1886697102" sldId="389"/>
            <ac:spMk id="7" creationId="{30F8BCD2-471A-DDC1-E982-5FFE2566EECB}"/>
          </ac:spMkLst>
        </pc:spChg>
      </pc:sldChg>
      <pc:sldChg chg="addSp modSp add mod">
        <pc:chgData name="Rosalvo Medeiros" userId="52f93e62-72bc-4d5d-8e07-af043120901b" providerId="ADAL" clId="{40095463-1CA9-41B2-94DA-1CD85C949CC9}" dt="2026-03-31T12:39:05.919" v="4104" actId="255"/>
        <pc:sldMkLst>
          <pc:docMk/>
          <pc:sldMk cId="2593245018" sldId="390"/>
        </pc:sldMkLst>
        <pc:spChg chg="add mod">
          <ac:chgData name="Rosalvo Medeiros" userId="52f93e62-72bc-4d5d-8e07-af043120901b" providerId="ADAL" clId="{40095463-1CA9-41B2-94DA-1CD85C949CC9}" dt="2026-03-31T12:39:05.919" v="4104" actId="255"/>
          <ac:spMkLst>
            <pc:docMk/>
            <pc:sldMk cId="2593245018" sldId="390"/>
            <ac:spMk id="4" creationId="{F5875250-BB90-2971-3561-C7EB0B93B840}"/>
          </ac:spMkLst>
        </pc:spChg>
        <pc:spChg chg="mod">
          <ac:chgData name="Rosalvo Medeiros" userId="52f93e62-72bc-4d5d-8e07-af043120901b" providerId="ADAL" clId="{40095463-1CA9-41B2-94DA-1CD85C949CC9}" dt="2026-03-31T12:38:02.048" v="4095" actId="6549"/>
          <ac:spMkLst>
            <pc:docMk/>
            <pc:sldMk cId="2593245018" sldId="390"/>
            <ac:spMk id="7" creationId="{30F8BCD2-471A-DDC1-E982-5FFE2566EEC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31T12:57:08.876" v="4126"/>
        <pc:sldMkLst>
          <pc:docMk/>
          <pc:sldMk cId="3746449451" sldId="391"/>
        </pc:sldMkLst>
        <pc:spChg chg="add mod">
          <ac:chgData name="Rosalvo Medeiros" userId="52f93e62-72bc-4d5d-8e07-af043120901b" providerId="ADAL" clId="{40095463-1CA9-41B2-94DA-1CD85C949CC9}" dt="2026-03-31T12:55:49.508" v="4116" actId="14100"/>
          <ac:spMkLst>
            <pc:docMk/>
            <pc:sldMk cId="3746449451" sldId="391"/>
            <ac:spMk id="4" creationId="{BA3CFCAD-BE4E-E8A6-7C09-8027A661374B}"/>
          </ac:spMkLst>
        </pc:spChg>
        <pc:spChg chg="add mod">
          <ac:chgData name="Rosalvo Medeiros" userId="52f93e62-72bc-4d5d-8e07-af043120901b" providerId="ADAL" clId="{40095463-1CA9-41B2-94DA-1CD85C949CC9}" dt="2026-03-31T12:57:06.257" v="4125" actId="1076"/>
          <ac:spMkLst>
            <pc:docMk/>
            <pc:sldMk cId="3746449451" sldId="391"/>
            <ac:spMk id="6" creationId="{DD90C548-00E8-4392-2FEB-5F9704B148C5}"/>
          </ac:spMkLst>
        </pc:spChg>
      </pc:sldChg>
      <pc:sldChg chg="modSp add mod">
        <pc:chgData name="Rosalvo Medeiros" userId="52f93e62-72bc-4d5d-8e07-af043120901b" providerId="ADAL" clId="{40095463-1CA9-41B2-94DA-1CD85C949CC9}" dt="2026-03-31T13:02:02.766" v="4134" actId="1076"/>
        <pc:sldMkLst>
          <pc:docMk/>
          <pc:sldMk cId="78688872" sldId="437"/>
        </pc:sldMkLst>
        <pc:spChg chg="mod">
          <ac:chgData name="Rosalvo Medeiros" userId="52f93e62-72bc-4d5d-8e07-af043120901b" providerId="ADAL" clId="{40095463-1CA9-41B2-94DA-1CD85C949CC9}" dt="2026-03-31T13:02:02.766" v="4134" actId="1076"/>
          <ac:spMkLst>
            <pc:docMk/>
            <pc:sldMk cId="78688872" sldId="437"/>
            <ac:spMk id="6" creationId="{76179DE5-5299-B53C-CEBE-70D8E7AA5C5C}"/>
          </ac:spMkLst>
        </pc:spChg>
      </pc:sldChg>
      <pc:sldChg chg="add">
        <pc:chgData name="Rosalvo Medeiros" userId="52f93e62-72bc-4d5d-8e07-af043120901b" providerId="ADAL" clId="{40095463-1CA9-41B2-94DA-1CD85C949CC9}" dt="2026-03-31T12:59:22.882" v="4127"/>
        <pc:sldMkLst>
          <pc:docMk/>
          <pc:sldMk cId="1486881893" sldId="544"/>
        </pc:sldMkLst>
      </pc:sldChg>
      <pc:sldChg chg="addSp modSp add">
        <pc:chgData name="Rosalvo Medeiros" userId="52f93e62-72bc-4d5d-8e07-af043120901b" providerId="ADAL" clId="{40095463-1CA9-41B2-94DA-1CD85C949CC9}" dt="2026-03-31T13:02:06.083" v="4135"/>
        <pc:sldMkLst>
          <pc:docMk/>
          <pc:sldMk cId="1975136259" sldId="545"/>
        </pc:sldMkLst>
        <pc:spChg chg="add mod">
          <ac:chgData name="Rosalvo Medeiros" userId="52f93e62-72bc-4d5d-8e07-af043120901b" providerId="ADAL" clId="{40095463-1CA9-41B2-94DA-1CD85C949CC9}" dt="2026-03-31T13:02:06.083" v="4135"/>
          <ac:spMkLst>
            <pc:docMk/>
            <pc:sldMk cId="1975136259" sldId="545"/>
            <ac:spMk id="4" creationId="{E731DD84-80E5-19C1-F3C3-86BAA59818B3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08.482" v="4136"/>
        <pc:sldMkLst>
          <pc:docMk/>
          <pc:sldMk cId="3102058901" sldId="546"/>
        </pc:sldMkLst>
        <pc:spChg chg="add mod">
          <ac:chgData name="Rosalvo Medeiros" userId="52f93e62-72bc-4d5d-8e07-af043120901b" providerId="ADAL" clId="{40095463-1CA9-41B2-94DA-1CD85C949CC9}" dt="2026-03-31T13:02:08.482" v="4136"/>
          <ac:spMkLst>
            <pc:docMk/>
            <pc:sldMk cId="3102058901" sldId="546"/>
            <ac:spMk id="7" creationId="{72A01293-326E-88A3-38E3-BA30522A0AB6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5.513" v="4137"/>
        <pc:sldMkLst>
          <pc:docMk/>
          <pc:sldMk cId="4079712700" sldId="547"/>
        </pc:sldMkLst>
        <pc:spChg chg="add mod">
          <ac:chgData name="Rosalvo Medeiros" userId="52f93e62-72bc-4d5d-8e07-af043120901b" providerId="ADAL" clId="{40095463-1CA9-41B2-94DA-1CD85C949CC9}" dt="2026-03-31T13:02:15.513" v="4137"/>
          <ac:spMkLst>
            <pc:docMk/>
            <pc:sldMk cId="4079712700" sldId="547"/>
            <ac:spMk id="4" creationId="{057C4A27-AE61-F187-BFD8-0F56130981C5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7.516" v="4138"/>
        <pc:sldMkLst>
          <pc:docMk/>
          <pc:sldMk cId="3784732373" sldId="548"/>
        </pc:sldMkLst>
        <pc:spChg chg="add mod">
          <ac:chgData name="Rosalvo Medeiros" userId="52f93e62-72bc-4d5d-8e07-af043120901b" providerId="ADAL" clId="{40095463-1CA9-41B2-94DA-1CD85C949CC9}" dt="2026-03-31T13:02:17.516" v="4138"/>
          <ac:spMkLst>
            <pc:docMk/>
            <pc:sldMk cId="3784732373" sldId="548"/>
            <ac:spMk id="4" creationId="{A672B311-ADB1-F213-C0B7-46FFB64EB112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8.727" v="4139"/>
        <pc:sldMkLst>
          <pc:docMk/>
          <pc:sldMk cId="3975008073" sldId="592"/>
        </pc:sldMkLst>
        <pc:spChg chg="add mod">
          <ac:chgData name="Rosalvo Medeiros" userId="52f93e62-72bc-4d5d-8e07-af043120901b" providerId="ADAL" clId="{40095463-1CA9-41B2-94DA-1CD85C949CC9}" dt="2026-03-31T13:02:18.727" v="4139"/>
          <ac:spMkLst>
            <pc:docMk/>
            <pc:sldMk cId="3975008073" sldId="592"/>
            <ac:spMk id="3" creationId="{40051695-CC77-275C-0352-7A323BD8A761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0.275" v="4140"/>
        <pc:sldMkLst>
          <pc:docMk/>
          <pc:sldMk cId="856113852" sldId="593"/>
        </pc:sldMkLst>
        <pc:spChg chg="add mod">
          <ac:chgData name="Rosalvo Medeiros" userId="52f93e62-72bc-4d5d-8e07-af043120901b" providerId="ADAL" clId="{40095463-1CA9-41B2-94DA-1CD85C949CC9}" dt="2026-03-31T13:02:20.275" v="4140"/>
          <ac:spMkLst>
            <pc:docMk/>
            <pc:sldMk cId="856113852" sldId="593"/>
            <ac:spMk id="3" creationId="{374D0093-C02E-189E-9163-389446CDB9D6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1.406" v="4141"/>
        <pc:sldMkLst>
          <pc:docMk/>
          <pc:sldMk cId="3473399656" sldId="594"/>
        </pc:sldMkLst>
        <pc:spChg chg="add mod">
          <ac:chgData name="Rosalvo Medeiros" userId="52f93e62-72bc-4d5d-8e07-af043120901b" providerId="ADAL" clId="{40095463-1CA9-41B2-94DA-1CD85C949CC9}" dt="2026-03-31T13:02:21.406" v="4141"/>
          <ac:spMkLst>
            <pc:docMk/>
            <pc:sldMk cId="3473399656" sldId="594"/>
            <ac:spMk id="3" creationId="{CE6CB15E-91B0-076F-1700-FFCA448998E3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2.529" v="4142"/>
        <pc:sldMkLst>
          <pc:docMk/>
          <pc:sldMk cId="447131749" sldId="595"/>
        </pc:sldMkLst>
        <pc:spChg chg="add mod">
          <ac:chgData name="Rosalvo Medeiros" userId="52f93e62-72bc-4d5d-8e07-af043120901b" providerId="ADAL" clId="{40095463-1CA9-41B2-94DA-1CD85C949CC9}" dt="2026-03-31T13:02:22.529" v="4142"/>
          <ac:spMkLst>
            <pc:docMk/>
            <pc:sldMk cId="447131749" sldId="595"/>
            <ac:spMk id="3" creationId="{3879C85D-F53D-2F50-5D6C-37CE09C26F71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3.676" v="4143"/>
        <pc:sldMkLst>
          <pc:docMk/>
          <pc:sldMk cId="2103853002" sldId="596"/>
        </pc:sldMkLst>
        <pc:spChg chg="add mod">
          <ac:chgData name="Rosalvo Medeiros" userId="52f93e62-72bc-4d5d-8e07-af043120901b" providerId="ADAL" clId="{40095463-1CA9-41B2-94DA-1CD85C949CC9}" dt="2026-03-31T13:02:23.676" v="4143"/>
          <ac:spMkLst>
            <pc:docMk/>
            <pc:sldMk cId="2103853002" sldId="596"/>
            <ac:spMk id="3" creationId="{2F8453A6-E2F6-E315-77E7-ED0674EAF092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4.879" v="4144"/>
        <pc:sldMkLst>
          <pc:docMk/>
          <pc:sldMk cId="844107899" sldId="597"/>
        </pc:sldMkLst>
        <pc:spChg chg="add mod">
          <ac:chgData name="Rosalvo Medeiros" userId="52f93e62-72bc-4d5d-8e07-af043120901b" providerId="ADAL" clId="{40095463-1CA9-41B2-94DA-1CD85C949CC9}" dt="2026-03-31T13:02:24.879" v="4144"/>
          <ac:spMkLst>
            <pc:docMk/>
            <pc:sldMk cId="844107899" sldId="597"/>
            <ac:spMk id="3" creationId="{89C7C073-9CD8-9047-84FB-8A24CF7EA1B0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31T13:08:36.208" v="4157" actId="1076"/>
        <pc:sldMkLst>
          <pc:docMk/>
          <pc:sldMk cId="303439376" sldId="598"/>
        </pc:sldMkLst>
        <pc:spChg chg="add mod">
          <ac:chgData name="Rosalvo Medeiros" userId="52f93e62-72bc-4d5d-8e07-af043120901b" providerId="ADAL" clId="{40095463-1CA9-41B2-94DA-1CD85C949CC9}" dt="2026-03-31T13:08:36.208" v="4157" actId="1076"/>
          <ac:spMkLst>
            <pc:docMk/>
            <pc:sldMk cId="303439376" sldId="598"/>
            <ac:spMk id="16" creationId="{715C2364-B804-FB91-4C36-367FDC9F3A82}"/>
          </ac:spMkLst>
        </pc:spChg>
      </pc:sldChg>
      <pc:sldChg chg="modSp add mod">
        <pc:chgData name="Rosalvo Medeiros" userId="52f93e62-72bc-4d5d-8e07-af043120901b" providerId="ADAL" clId="{40095463-1CA9-41B2-94DA-1CD85C949CC9}" dt="2026-04-07T14:28:29.581" v="4273" actId="20577"/>
        <pc:sldMkLst>
          <pc:docMk/>
          <pc:sldMk cId="3399748549" sldId="599"/>
        </pc:sldMkLst>
        <pc:spChg chg="mod">
          <ac:chgData name="Rosalvo Medeiros" userId="52f93e62-72bc-4d5d-8e07-af043120901b" providerId="ADAL" clId="{40095463-1CA9-41B2-94DA-1CD85C949CC9}" dt="2026-04-07T14:28:29.581" v="4273" actId="20577"/>
          <ac:spMkLst>
            <pc:docMk/>
            <pc:sldMk cId="3399748549" sldId="599"/>
            <ac:spMk id="16" creationId="{715C2364-B804-FB91-4C36-367FDC9F3A82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4-07T14:33:48.501" v="4325"/>
        <pc:sldMkLst>
          <pc:docMk/>
          <pc:sldMk cId="2625481926" sldId="600"/>
        </pc:sldMkLst>
        <pc:spChg chg="add mod">
          <ac:chgData name="Rosalvo Medeiros" userId="52f93e62-72bc-4d5d-8e07-af043120901b" providerId="ADAL" clId="{40095463-1CA9-41B2-94DA-1CD85C949CC9}" dt="2026-04-07T14:33:21.830" v="4320" actId="208"/>
          <ac:spMkLst>
            <pc:docMk/>
            <pc:sldMk cId="2625481926" sldId="600"/>
            <ac:spMk id="7" creationId="{EEA34163-39B0-8F0D-D2DB-F16B7D774268}"/>
          </ac:spMkLst>
        </pc:spChg>
        <pc:spChg chg="add mod">
          <ac:chgData name="Rosalvo Medeiros" userId="52f93e62-72bc-4d5d-8e07-af043120901b" providerId="ADAL" clId="{40095463-1CA9-41B2-94DA-1CD85C949CC9}" dt="2026-04-07T14:33:07.654" v="4317" actId="1035"/>
          <ac:spMkLst>
            <pc:docMk/>
            <pc:sldMk cId="2625481926" sldId="600"/>
            <ac:spMk id="9" creationId="{0935FC9D-744E-03AA-EA8F-9CDBB3318BCC}"/>
          </ac:spMkLst>
        </pc:spChg>
        <pc:spChg chg="add mod">
          <ac:chgData name="Rosalvo Medeiros" userId="52f93e62-72bc-4d5d-8e07-af043120901b" providerId="ADAL" clId="{40095463-1CA9-41B2-94DA-1CD85C949CC9}" dt="2026-04-07T14:33:18.007" v="4319" actId="14100"/>
          <ac:spMkLst>
            <pc:docMk/>
            <pc:sldMk cId="2625481926" sldId="600"/>
            <ac:spMk id="11" creationId="{C7A1ED2D-57A0-DF86-9658-5CC4092E7374}"/>
          </ac:spMkLst>
        </pc:spChg>
        <pc:spChg chg="del">
          <ac:chgData name="Rosalvo Medeiros" userId="52f93e62-72bc-4d5d-8e07-af043120901b" providerId="ADAL" clId="{40095463-1CA9-41B2-94DA-1CD85C949CC9}" dt="2026-04-07T13:53:29.629" v="4241" actId="478"/>
          <ac:spMkLst>
            <pc:docMk/>
            <pc:sldMk cId="2625481926" sldId="600"/>
            <ac:spMk id="16" creationId="{715C2364-B804-FB91-4C36-367FDC9F3A82}"/>
          </ac:spMkLst>
        </pc:spChg>
        <pc:picChg chg="add mod">
          <ac:chgData name="Rosalvo Medeiros" userId="52f93e62-72bc-4d5d-8e07-af043120901b" providerId="ADAL" clId="{40095463-1CA9-41B2-94DA-1CD85C949CC9}" dt="2026-04-07T14:29:03.014" v="4275" actId="1076"/>
          <ac:picMkLst>
            <pc:docMk/>
            <pc:sldMk cId="2625481926" sldId="600"/>
            <ac:picMk id="2" creationId="{CA65F0A5-2800-B168-B2F7-BCD42DDEFD46}"/>
          </ac:picMkLst>
        </pc:picChg>
        <pc:picChg chg="add mod">
          <ac:chgData name="Rosalvo Medeiros" userId="52f93e62-72bc-4d5d-8e07-af043120901b" providerId="ADAL" clId="{40095463-1CA9-41B2-94DA-1CD85C949CC9}" dt="2026-04-07T14:32:41.935" v="4310" actId="14100"/>
          <ac:picMkLst>
            <pc:docMk/>
            <pc:sldMk cId="2625481926" sldId="600"/>
            <ac:picMk id="4" creationId="{FDA82192-67C9-96E7-455C-BF7EB08886E9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4-07T14:36:57.384" v="4353"/>
        <pc:sldMkLst>
          <pc:docMk/>
          <pc:sldMk cId="2045266503" sldId="601"/>
        </pc:sldMkLst>
        <pc:spChg chg="del">
          <ac:chgData name="Rosalvo Medeiros" userId="52f93e62-72bc-4d5d-8e07-af043120901b" providerId="ADAL" clId="{40095463-1CA9-41B2-94DA-1CD85C949CC9}" dt="2026-04-07T14:34:18.808" v="4327" actId="478"/>
          <ac:spMkLst>
            <pc:docMk/>
            <pc:sldMk cId="2045266503" sldId="601"/>
            <ac:spMk id="7" creationId="{EEA34163-39B0-8F0D-D2DB-F16B7D774268}"/>
          </ac:spMkLst>
        </pc:spChg>
        <pc:spChg chg="add mod">
          <ac:chgData name="Rosalvo Medeiros" userId="52f93e62-72bc-4d5d-8e07-af043120901b" providerId="ADAL" clId="{40095463-1CA9-41B2-94DA-1CD85C949CC9}" dt="2026-04-07T14:35:54.002" v="4341" actId="255"/>
          <ac:spMkLst>
            <pc:docMk/>
            <pc:sldMk cId="2045266503" sldId="601"/>
            <ac:spMk id="8" creationId="{8B0FD0CE-0EC1-4C97-601C-B80DC611C8CD}"/>
          </ac:spMkLst>
        </pc:spChg>
        <pc:spChg chg="del">
          <ac:chgData name="Rosalvo Medeiros" userId="52f93e62-72bc-4d5d-8e07-af043120901b" providerId="ADAL" clId="{40095463-1CA9-41B2-94DA-1CD85C949CC9}" dt="2026-04-07T14:34:18.808" v="4327" actId="478"/>
          <ac:spMkLst>
            <pc:docMk/>
            <pc:sldMk cId="2045266503" sldId="601"/>
            <ac:spMk id="9" creationId="{0935FC9D-744E-03AA-EA8F-9CDBB3318BCC}"/>
          </ac:spMkLst>
        </pc:spChg>
        <pc:spChg chg="del">
          <ac:chgData name="Rosalvo Medeiros" userId="52f93e62-72bc-4d5d-8e07-af043120901b" providerId="ADAL" clId="{40095463-1CA9-41B2-94DA-1CD85C949CC9}" dt="2026-04-07T14:34:18.808" v="4327" actId="478"/>
          <ac:spMkLst>
            <pc:docMk/>
            <pc:sldMk cId="2045266503" sldId="601"/>
            <ac:spMk id="11" creationId="{C7A1ED2D-57A0-DF86-9658-5CC4092E7374}"/>
          </ac:spMkLst>
        </pc:spChg>
        <pc:spChg chg="add mod">
          <ac:chgData name="Rosalvo Medeiros" userId="52f93e62-72bc-4d5d-8e07-af043120901b" providerId="ADAL" clId="{40095463-1CA9-41B2-94DA-1CD85C949CC9}" dt="2026-04-07T14:35:20.174" v="4338" actId="208"/>
          <ac:spMkLst>
            <pc:docMk/>
            <pc:sldMk cId="2045266503" sldId="601"/>
            <ac:spMk id="12" creationId="{6DB5E0A9-9257-DFA9-CA56-A07AED5DB7F4}"/>
          </ac:spMkLst>
        </pc:spChg>
        <pc:spChg chg="add mod">
          <ac:chgData name="Rosalvo Medeiros" userId="52f93e62-72bc-4d5d-8e07-af043120901b" providerId="ADAL" clId="{40095463-1CA9-41B2-94DA-1CD85C949CC9}" dt="2026-04-07T14:36:29.200" v="4346" actId="208"/>
          <ac:spMkLst>
            <pc:docMk/>
            <pc:sldMk cId="2045266503" sldId="601"/>
            <ac:spMk id="14" creationId="{D43F94B1-67EA-DE82-3324-AC6A5AF0C984}"/>
          </ac:spMkLst>
        </pc:spChg>
        <pc:spChg chg="add mod">
          <ac:chgData name="Rosalvo Medeiros" userId="52f93e62-72bc-4d5d-8e07-af043120901b" providerId="ADAL" clId="{40095463-1CA9-41B2-94DA-1CD85C949CC9}" dt="2026-04-07T14:36:41.521" v="4349" actId="208"/>
          <ac:spMkLst>
            <pc:docMk/>
            <pc:sldMk cId="2045266503" sldId="601"/>
            <ac:spMk id="16" creationId="{0E83124D-D76F-226A-2337-959188064DFA}"/>
          </ac:spMkLst>
        </pc:spChg>
        <pc:picChg chg="del">
          <ac:chgData name="Rosalvo Medeiros" userId="52f93e62-72bc-4d5d-8e07-af043120901b" providerId="ADAL" clId="{40095463-1CA9-41B2-94DA-1CD85C949CC9}" dt="2026-04-07T14:34:18.808" v="4327" actId="478"/>
          <ac:picMkLst>
            <pc:docMk/>
            <pc:sldMk cId="2045266503" sldId="601"/>
            <ac:picMk id="2" creationId="{CA65F0A5-2800-B168-B2F7-BCD42DDEFD46}"/>
          </ac:picMkLst>
        </pc:picChg>
        <pc:picChg chg="del">
          <ac:chgData name="Rosalvo Medeiros" userId="52f93e62-72bc-4d5d-8e07-af043120901b" providerId="ADAL" clId="{40095463-1CA9-41B2-94DA-1CD85C949CC9}" dt="2026-04-07T14:34:18.808" v="4327" actId="478"/>
          <ac:picMkLst>
            <pc:docMk/>
            <pc:sldMk cId="2045266503" sldId="601"/>
            <ac:picMk id="4" creationId="{FDA82192-67C9-96E7-455C-BF7EB08886E9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4-07T14:38:12.273" v="4358" actId="20577"/>
        <pc:sldMkLst>
          <pc:docMk/>
          <pc:sldMk cId="1183661507" sldId="602"/>
        </pc:sldMkLst>
        <pc:spChg chg="add mod">
          <ac:chgData name="Rosalvo Medeiros" userId="52f93e62-72bc-4d5d-8e07-af043120901b" providerId="ADAL" clId="{40095463-1CA9-41B2-94DA-1CD85C949CC9}" dt="2026-04-07T14:38:12.273" v="4358" actId="20577"/>
          <ac:spMkLst>
            <pc:docMk/>
            <pc:sldMk cId="1183661507" sldId="602"/>
            <ac:spMk id="4" creationId="{B5C457B6-6912-6E42-FFE9-89CA6E867EF5}"/>
          </ac:spMkLst>
        </pc:spChg>
        <pc:spChg chg="del">
          <ac:chgData name="Rosalvo Medeiros" userId="52f93e62-72bc-4d5d-8e07-af043120901b" providerId="ADAL" clId="{40095463-1CA9-41B2-94DA-1CD85C949CC9}" dt="2026-04-07T14:37:25.786" v="4355" actId="478"/>
          <ac:spMkLst>
            <pc:docMk/>
            <pc:sldMk cId="1183661507" sldId="602"/>
            <ac:spMk id="8" creationId="{8B0FD0CE-0EC1-4C97-601C-B80DC611C8CD}"/>
          </ac:spMkLst>
        </pc:spChg>
        <pc:spChg chg="del">
          <ac:chgData name="Rosalvo Medeiros" userId="52f93e62-72bc-4d5d-8e07-af043120901b" providerId="ADAL" clId="{40095463-1CA9-41B2-94DA-1CD85C949CC9}" dt="2026-04-07T14:37:25.786" v="4355" actId="478"/>
          <ac:spMkLst>
            <pc:docMk/>
            <pc:sldMk cId="1183661507" sldId="602"/>
            <ac:spMk id="12" creationId="{6DB5E0A9-9257-DFA9-CA56-A07AED5DB7F4}"/>
          </ac:spMkLst>
        </pc:spChg>
        <pc:spChg chg="del">
          <ac:chgData name="Rosalvo Medeiros" userId="52f93e62-72bc-4d5d-8e07-af043120901b" providerId="ADAL" clId="{40095463-1CA9-41B2-94DA-1CD85C949CC9}" dt="2026-04-07T14:37:25.786" v="4355" actId="478"/>
          <ac:spMkLst>
            <pc:docMk/>
            <pc:sldMk cId="1183661507" sldId="602"/>
            <ac:spMk id="14" creationId="{D43F94B1-67EA-DE82-3324-AC6A5AF0C984}"/>
          </ac:spMkLst>
        </pc:spChg>
        <pc:spChg chg="del">
          <ac:chgData name="Rosalvo Medeiros" userId="52f93e62-72bc-4d5d-8e07-af043120901b" providerId="ADAL" clId="{40095463-1CA9-41B2-94DA-1CD85C949CC9}" dt="2026-04-07T14:37:25.786" v="4355" actId="478"/>
          <ac:spMkLst>
            <pc:docMk/>
            <pc:sldMk cId="1183661507" sldId="602"/>
            <ac:spMk id="16" creationId="{0E83124D-D76F-226A-2337-959188064DFA}"/>
          </ac:spMkLst>
        </pc:spChg>
      </pc:sldChg>
      <pc:sldMasterChg chg="modSldLayout">
        <pc:chgData name="Rosalvo Medeiros" userId="52f93e62-72bc-4d5d-8e07-af043120901b" providerId="ADAL" clId="{40095463-1CA9-41B2-94DA-1CD85C949CC9}" dt="2026-03-31T13:01:17.184" v="4129" actId="478"/>
        <pc:sldMasterMkLst>
          <pc:docMk/>
          <pc:sldMasterMk cId="0" sldId="2147483652"/>
        </pc:sldMasterMkLst>
        <pc:sldLayoutChg chg="delSp modSp mod">
          <pc:chgData name="Rosalvo Medeiros" userId="52f93e62-72bc-4d5d-8e07-af043120901b" providerId="ADAL" clId="{40095463-1CA9-41B2-94DA-1CD85C949CC9}" dt="2026-03-31T13:01:17.184" v="4129" actId="478"/>
          <pc:sldLayoutMkLst>
            <pc:docMk/>
            <pc:sldMasterMk cId="0" sldId="2147483652"/>
            <pc:sldLayoutMk cId="2216465440" sldId="214748365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villebr-my.sharepoint.com/personal/rosalvo_medeiros_univille_br/Documents/DTI-ROSALVO/Documentos-Note/!Aula/!2026/FGSI/at&#233;-2026-03-24/curva_mensal_pizz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Receita X Custo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Curva_Mensal!$C$1</c:f>
              <c:strCache>
                <c:ptCount val="1"/>
                <c:pt idx="0">
                  <c:v>Receita acumulada (R$)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Curva_Mensal!$C$2:$C$31</c:f>
              <c:numCache>
                <c:formatCode>General</c:formatCode>
                <c:ptCount val="30"/>
                <c:pt idx="0">
                  <c:v>1680</c:v>
                </c:pt>
                <c:pt idx="1">
                  <c:v>3360</c:v>
                </c:pt>
                <c:pt idx="2">
                  <c:v>5040</c:v>
                </c:pt>
                <c:pt idx="3">
                  <c:v>6720</c:v>
                </c:pt>
                <c:pt idx="4">
                  <c:v>8400</c:v>
                </c:pt>
                <c:pt idx="5">
                  <c:v>10080</c:v>
                </c:pt>
                <c:pt idx="6">
                  <c:v>11760</c:v>
                </c:pt>
                <c:pt idx="7">
                  <c:v>13440</c:v>
                </c:pt>
                <c:pt idx="8">
                  <c:v>15120</c:v>
                </c:pt>
                <c:pt idx="9">
                  <c:v>16800</c:v>
                </c:pt>
                <c:pt idx="10">
                  <c:v>18480</c:v>
                </c:pt>
                <c:pt idx="11">
                  <c:v>20160</c:v>
                </c:pt>
                <c:pt idx="12">
                  <c:v>21840</c:v>
                </c:pt>
                <c:pt idx="13">
                  <c:v>23520</c:v>
                </c:pt>
                <c:pt idx="14">
                  <c:v>25200</c:v>
                </c:pt>
                <c:pt idx="15">
                  <c:v>26880</c:v>
                </c:pt>
                <c:pt idx="16">
                  <c:v>28560</c:v>
                </c:pt>
                <c:pt idx="17">
                  <c:v>30240</c:v>
                </c:pt>
                <c:pt idx="18">
                  <c:v>31920</c:v>
                </c:pt>
                <c:pt idx="19">
                  <c:v>33600</c:v>
                </c:pt>
                <c:pt idx="20">
                  <c:v>35280</c:v>
                </c:pt>
                <c:pt idx="21">
                  <c:v>36960</c:v>
                </c:pt>
                <c:pt idx="22">
                  <c:v>38640</c:v>
                </c:pt>
                <c:pt idx="23">
                  <c:v>40320</c:v>
                </c:pt>
                <c:pt idx="24">
                  <c:v>42000</c:v>
                </c:pt>
                <c:pt idx="25">
                  <c:v>43680</c:v>
                </c:pt>
                <c:pt idx="26">
                  <c:v>45360</c:v>
                </c:pt>
                <c:pt idx="27">
                  <c:v>47040</c:v>
                </c:pt>
                <c:pt idx="28">
                  <c:v>48720</c:v>
                </c:pt>
                <c:pt idx="29">
                  <c:v>50400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DF-46CD-AC37-1315B83B0508}"/>
            </c:ext>
          </c:extLst>
        </c:ser>
        <c:ser>
          <c:idx val="1"/>
          <c:order val="1"/>
          <c:tx>
            <c:strRef>
              <c:f>Curva_Mensal!$D$1</c:f>
              <c:strCache>
                <c:ptCount val="1"/>
                <c:pt idx="0">
                  <c:v>Custo total acumulado (R$)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Curva_Mensal!$D$2:$D$31</c:f>
              <c:numCache>
                <c:formatCode>General</c:formatCode>
                <c:ptCount val="30"/>
                <c:pt idx="0">
                  <c:v>6616</c:v>
                </c:pt>
                <c:pt idx="1">
                  <c:v>7432</c:v>
                </c:pt>
                <c:pt idx="2">
                  <c:v>8248</c:v>
                </c:pt>
                <c:pt idx="3">
                  <c:v>9064</c:v>
                </c:pt>
                <c:pt idx="4">
                  <c:v>9880</c:v>
                </c:pt>
                <c:pt idx="5">
                  <c:v>10696</c:v>
                </c:pt>
                <c:pt idx="6">
                  <c:v>11512</c:v>
                </c:pt>
                <c:pt idx="7">
                  <c:v>12328</c:v>
                </c:pt>
                <c:pt idx="8">
                  <c:v>13144</c:v>
                </c:pt>
                <c:pt idx="9">
                  <c:v>13960</c:v>
                </c:pt>
                <c:pt idx="10">
                  <c:v>14776</c:v>
                </c:pt>
                <c:pt idx="11">
                  <c:v>15592</c:v>
                </c:pt>
                <c:pt idx="12">
                  <c:v>16408</c:v>
                </c:pt>
                <c:pt idx="13">
                  <c:v>17224</c:v>
                </c:pt>
                <c:pt idx="14">
                  <c:v>18040</c:v>
                </c:pt>
                <c:pt idx="15">
                  <c:v>18856</c:v>
                </c:pt>
                <c:pt idx="16">
                  <c:v>19672</c:v>
                </c:pt>
                <c:pt idx="17">
                  <c:v>20488</c:v>
                </c:pt>
                <c:pt idx="18">
                  <c:v>21304</c:v>
                </c:pt>
                <c:pt idx="19">
                  <c:v>22120</c:v>
                </c:pt>
                <c:pt idx="20">
                  <c:v>22936</c:v>
                </c:pt>
                <c:pt idx="21">
                  <c:v>23752</c:v>
                </c:pt>
                <c:pt idx="22">
                  <c:v>24568</c:v>
                </c:pt>
                <c:pt idx="23">
                  <c:v>25384</c:v>
                </c:pt>
                <c:pt idx="24">
                  <c:v>26200</c:v>
                </c:pt>
                <c:pt idx="25">
                  <c:v>27016</c:v>
                </c:pt>
                <c:pt idx="26">
                  <c:v>27832</c:v>
                </c:pt>
                <c:pt idx="27">
                  <c:v>28648</c:v>
                </c:pt>
                <c:pt idx="28">
                  <c:v>29464</c:v>
                </c:pt>
                <c:pt idx="29">
                  <c:v>30280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DF-46CD-AC37-1315B83B0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357840"/>
        <c:axId val="885354000"/>
      </c:lineChart>
      <c:catAx>
        <c:axId val="88535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4000"/>
        <c:crosses val="autoZero"/>
        <c:auto val="1"/>
        <c:lblAlgn val="ctr"/>
        <c:lblOffset val="100"/>
        <c:noMultiLvlLbl val="0"/>
      </c:catAx>
      <c:valAx>
        <c:axId val="88535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A6644-DCFF-45AF-935D-E7E50D5BDB71}" type="slidenum">
              <a:rPr lang="pt-BR" smtClean="0"/>
              <a:t>93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197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07/04/2026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311944" y="334963"/>
            <a:ext cx="4048125" cy="3746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 b="0" baseline="0">
                <a:solidFill>
                  <a:schemeClr val="bg1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Título do conteúdo estudado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1937905" y="1590303"/>
            <a:ext cx="5268191" cy="6048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8A1978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Título do assunto do slide</a:t>
            </a:r>
          </a:p>
        </p:txBody>
      </p:sp>
      <p:sp>
        <p:nvSpPr>
          <p:cNvPr id="9" name="Espaço Reservado para Texto 10"/>
          <p:cNvSpPr>
            <a:spLocks noGrp="1"/>
          </p:cNvSpPr>
          <p:nvPr>
            <p:ph type="body" sz="quarter" idx="12" hasCustomPrompt="1"/>
          </p:nvPr>
        </p:nvSpPr>
        <p:spPr>
          <a:xfrm>
            <a:off x="570394" y="2767467"/>
            <a:ext cx="8003211" cy="36659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aseline="0">
                <a:solidFill>
                  <a:schemeClr val="tx1">
                    <a:lumMod val="85000"/>
                    <a:lumOff val="15000"/>
                  </a:schemeClr>
                </a:solidFill>
                <a:latin typeface="Work Sans" panose="00000500000000000000" pitchFamily="2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5pPr>
          </a:lstStyle>
          <a:p>
            <a:pPr lvl="0"/>
            <a:r>
              <a:rPr lang="pt-BR" dirty="0"/>
              <a:t>Insira aqui o conteúdo</a:t>
            </a:r>
          </a:p>
        </p:txBody>
      </p:sp>
    </p:spTree>
    <p:extLst>
      <p:ext uri="{BB962C8B-B14F-4D97-AF65-F5344CB8AC3E}">
        <p14:creationId xmlns:p14="http://schemas.microsoft.com/office/powerpoint/2010/main" val="221646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1267F-4848-B677-487F-C41651D4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9331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5A78D-1067-328D-D4F3-350D5323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0735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18"/>
            <a:ext cx="9144000" cy="6876237"/>
          </a:xfrm>
          <a:prstGeom prst="rect">
            <a:avLst/>
          </a:prstGeom>
        </p:spPr>
      </p:pic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011383" y="3036776"/>
            <a:ext cx="5268191" cy="60483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 baseline="0">
                <a:solidFill>
                  <a:srgbClr val="8A1978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“Alguma citação especial ou frase curto que mereça destaque dentro do conteúdo. Pode ser utilizado para uma dica”</a:t>
            </a:r>
          </a:p>
        </p:txBody>
      </p:sp>
    </p:spTree>
    <p:extLst>
      <p:ext uri="{BB962C8B-B14F-4D97-AF65-F5344CB8AC3E}">
        <p14:creationId xmlns:p14="http://schemas.microsoft.com/office/powerpoint/2010/main" val="105872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05F6F-E976-AD72-14FC-6537F24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928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9" r:id="rId6"/>
    <p:sldLayoutId id="2147483657" r:id="rId7"/>
    <p:sldLayoutId id="2147483656" r:id="rId8"/>
    <p:sldLayoutId id="2147483658" r:id="rId9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36732-2A10-23D0-8508-155AFB14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836712"/>
            <a:ext cx="391818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2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9E624-2E3B-5394-8609-798C8B4633CD}"/>
              </a:ext>
            </a:extLst>
          </p:cNvPr>
          <p:cNvSpPr txBox="1"/>
          <p:nvPr/>
        </p:nvSpPr>
        <p:spPr>
          <a:xfrm>
            <a:off x="4019880" y="968152"/>
            <a:ext cx="4728584" cy="215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atividade tem como objetivo relacionar os conceitos de: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</a:p>
          <a:p>
            <a:pPr lvl="0">
              <a:buSzPts val="1000"/>
              <a:tabLst>
                <a:tab pos="457200" algn="l"/>
              </a:tabLst>
            </a:pP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um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prático de produção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1C9DF2-45B8-343D-73CB-5BD373B6A9D5}"/>
              </a:ext>
            </a:extLst>
          </p:cNvPr>
          <p:cNvSpPr txBox="1"/>
          <p:nvPr/>
        </p:nvSpPr>
        <p:spPr>
          <a:xfrm>
            <a:off x="466038" y="3605299"/>
            <a:ext cx="8066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pizzaria artesanal produz pizzas individuais utilizando um forno a lenha. O gerente da pizzaria deseja compreender melhor o processo produtivo para organizar os dados da produção e aprimorar o planejamento das atividades.</a:t>
            </a:r>
          </a:p>
          <a:p>
            <a:endParaRPr lang="pt-BR" dirty="0"/>
          </a:p>
          <a:p>
            <a:r>
              <a:rPr lang="pt-BR" dirty="0"/>
              <a:t>O desenvolvimento desta atividade deve seguir o modelo de planilha apresentado e desenvolvido em sala na Atividade 01, utilizando a mesma estrutura para organização dos dados, realização dos cálculos e análise das informações.</a:t>
            </a:r>
          </a:p>
          <a:p>
            <a:endParaRPr lang="pt-BR" dirty="0"/>
          </a:p>
          <a:p>
            <a:r>
              <a:rPr lang="pt-BR" dirty="0"/>
              <a:t>Informações complementares sobre o caso estão disponíveis na Atividade 002 no AVA, e devem ser utilizadas para responder às questões propostas neste estudo de caso.</a:t>
            </a:r>
          </a:p>
        </p:txBody>
      </p:sp>
    </p:spTree>
    <p:extLst>
      <p:ext uri="{BB962C8B-B14F-4D97-AF65-F5344CB8AC3E}">
        <p14:creationId xmlns:p14="http://schemas.microsoft.com/office/powerpoint/2010/main" val="215096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95D606-C068-27B2-DB01-CF6080D0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3" y="3207303"/>
            <a:ext cx="8974474" cy="15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8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501378-7BF3-BD96-664F-933FAE8B9B2C}"/>
              </a:ext>
            </a:extLst>
          </p:cNvPr>
          <p:cNvSpPr txBox="1"/>
          <p:nvPr/>
        </p:nvSpPr>
        <p:spPr>
          <a:xfrm>
            <a:off x="1979712" y="3300106"/>
            <a:ext cx="4896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🕒 Linha do tempo da produção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🔧 Premissas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Massa + molho (paralelo) = </a:t>
            </a:r>
            <a:r>
              <a:rPr lang="pt-BR" b="1" dirty="0"/>
              <a:t>8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Forno = </a:t>
            </a:r>
            <a:r>
              <a:rPr lang="pt-BR" b="1" dirty="0"/>
              <a:t>10 min (gargalo)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Primeira pizza =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Depois → </a:t>
            </a:r>
            <a:r>
              <a:rPr lang="pt-BR" b="1" dirty="0"/>
              <a:t>1 pizza a cada 10 min</a:t>
            </a:r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1396DC7-BC2D-1D34-D80E-1AF66201A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1841"/>
              </p:ext>
            </p:extLst>
          </p:nvPr>
        </p:nvGraphicFramePr>
        <p:xfrm>
          <a:off x="3707904" y="980728"/>
          <a:ext cx="2160240" cy="1828800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393726888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86481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Etapa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22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Massa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2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Molho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Montagem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93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3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5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5D4652-55FF-1CF2-7D6F-89465BEDFE29}"/>
              </a:ext>
            </a:extLst>
          </p:cNvPr>
          <p:cNvSpPr txBox="1"/>
          <p:nvPr/>
        </p:nvSpPr>
        <p:spPr>
          <a:xfrm>
            <a:off x="611560" y="2086854"/>
            <a:ext cx="76328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 8     10    20    30    40    50</a:t>
            </a:r>
          </a:p>
          <a:p>
            <a:endParaRPr lang="pt-BR" dirty="0"/>
          </a:p>
          <a:p>
            <a:r>
              <a:rPr lang="pt-BR" dirty="0"/>
              <a:t>P1 </a:t>
            </a:r>
            <a:r>
              <a:rPr lang="pt-BR" dirty="0" err="1"/>
              <a:t>Prep</a:t>
            </a:r>
            <a:r>
              <a:rPr lang="pt-BR" dirty="0"/>
              <a:t>: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P1 Forno:             [========10========]</a:t>
            </a:r>
          </a:p>
          <a:p>
            <a:r>
              <a:rPr lang="pt-BR" dirty="0"/>
              <a:t>P1 Saída:                         ✔ 20</a:t>
            </a:r>
          </a:p>
          <a:p>
            <a:endParaRPr lang="pt-BR" dirty="0"/>
          </a:p>
          <a:p>
            <a:r>
              <a:rPr lang="pt-BR" dirty="0"/>
              <a:t>P2 </a:t>
            </a:r>
            <a:r>
              <a:rPr lang="pt-BR" dirty="0" err="1"/>
              <a:t>Prep</a:t>
            </a:r>
            <a:r>
              <a:rPr lang="pt-BR" dirty="0"/>
              <a:t>: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P2 Forno:                         [========10========]</a:t>
            </a:r>
          </a:p>
          <a:p>
            <a:r>
              <a:rPr lang="pt-BR" dirty="0"/>
              <a:t>P2 Saída:                                     ✔ 30</a:t>
            </a:r>
          </a:p>
          <a:p>
            <a:endParaRPr lang="pt-BR" dirty="0"/>
          </a:p>
          <a:p>
            <a:r>
              <a:rPr lang="pt-BR" dirty="0"/>
              <a:t>P3 </a:t>
            </a:r>
            <a:r>
              <a:rPr lang="pt-BR" dirty="0" err="1"/>
              <a:t>Prep</a:t>
            </a:r>
            <a:r>
              <a:rPr lang="pt-BR" dirty="0"/>
              <a:t>: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P3 Forno:                                     [========10========]</a:t>
            </a:r>
          </a:p>
          <a:p>
            <a:r>
              <a:rPr lang="pt-BR" dirty="0"/>
              <a:t>P3 Saída:                                                 ✔ 40</a:t>
            </a:r>
          </a:p>
          <a:p>
            <a:endParaRPr lang="pt-BR" dirty="0"/>
          </a:p>
          <a:p>
            <a:r>
              <a:rPr lang="pt-BR" dirty="0"/>
              <a:t>P4 </a:t>
            </a:r>
            <a:r>
              <a:rPr lang="pt-BR" dirty="0" err="1"/>
              <a:t>Prep</a:t>
            </a:r>
            <a:r>
              <a:rPr lang="pt-BR" dirty="0"/>
              <a:t>:      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P4 Forno:                                                 [========10========]</a:t>
            </a:r>
          </a:p>
          <a:p>
            <a:r>
              <a:rPr lang="pt-BR" dirty="0"/>
              <a:t>P4 Saída:                                                             ✔ 50</a:t>
            </a:r>
          </a:p>
        </p:txBody>
      </p:sp>
    </p:spTree>
    <p:extLst>
      <p:ext uri="{BB962C8B-B14F-4D97-AF65-F5344CB8AC3E}">
        <p14:creationId xmlns:p14="http://schemas.microsoft.com/office/powerpoint/2010/main" val="19228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481113F-2C37-F7B0-C9FD-F947E583F491}"/>
              </a:ext>
            </a:extLst>
          </p:cNvPr>
          <p:cNvSpPr txBox="1"/>
          <p:nvPr/>
        </p:nvSpPr>
        <p:spPr>
          <a:xfrm>
            <a:off x="1691680" y="95567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1️⃣ Início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P1 leva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sistema ainda está “enchendo”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BFFAB6-7123-3273-9128-16627DD4CB19}"/>
              </a:ext>
            </a:extLst>
          </p:cNvPr>
          <p:cNvSpPr txBox="1"/>
          <p:nvPr/>
        </p:nvSpPr>
        <p:spPr>
          <a:xfrm>
            <a:off x="2627784" y="1845311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2️⃣ A partir da segunda pizza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Observe: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enquanto P1 está no forno (10–20)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P2 está sendo preparada (10 min)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8BD5DA-8604-EC6E-4CA5-8A985F3BA5DD}"/>
              </a:ext>
            </a:extLst>
          </p:cNvPr>
          <p:cNvSpPr txBox="1"/>
          <p:nvPr/>
        </p:nvSpPr>
        <p:spPr>
          <a:xfrm>
            <a:off x="1853952" y="35969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3️⃣ Regime estável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07B8C7F-EE0D-8AFA-280A-B761306F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9193"/>
              </p:ext>
            </p:extLst>
          </p:nvPr>
        </p:nvGraphicFramePr>
        <p:xfrm>
          <a:off x="1979712" y="4005064"/>
          <a:ext cx="2458616" cy="1524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31313134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486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Saída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0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0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15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83EA02-0FDF-B2C2-065D-D391693C72F4}"/>
              </a:ext>
            </a:extLst>
          </p:cNvPr>
          <p:cNvSpPr txBox="1"/>
          <p:nvPr/>
        </p:nvSpPr>
        <p:spPr>
          <a:xfrm>
            <a:off x="2298576" y="990440"/>
            <a:ext cx="4572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Situação nova: 2 fornos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🔧 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molho = </a:t>
            </a:r>
            <a:r>
              <a:rPr lang="pt-BR" b="1" dirty="0"/>
              <a:t>8 min (paralelo)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1 = </a:t>
            </a:r>
            <a:r>
              <a:rPr lang="pt-BR" b="1" dirty="0"/>
              <a:t>10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2 = </a:t>
            </a:r>
            <a:r>
              <a:rPr lang="pt-BR" b="1" dirty="0"/>
              <a:t>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👉 Agora temos 2 recursos no gargalo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EE41FE-A6DC-F1C7-F169-5CB003487C20}"/>
              </a:ext>
            </a:extLst>
          </p:cNvPr>
          <p:cNvSpPr txBox="1"/>
          <p:nvPr/>
        </p:nvSpPr>
        <p:spPr>
          <a:xfrm>
            <a:off x="390364" y="3429000"/>
            <a:ext cx="381642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🧠 O que muda no sistema?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 forno → </a:t>
            </a:r>
            <a:r>
              <a:rPr lang="pt-BR" b="1" dirty="0"/>
              <a:t>1 pizza a cada 10 min</a:t>
            </a:r>
            <a:endParaRPr lang="pt-BR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dirty="0"/>
              <a:t>Agora: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1200"/>
              </a:spcBef>
              <a:buNone/>
            </a:pPr>
            <a:r>
              <a:rPr lang="pt-BR" dirty="0"/>
              <a:t>👉 </a:t>
            </a:r>
            <a:r>
              <a:rPr lang="pt-BR" b="1" dirty="0"/>
              <a:t>1 pizza a cada 5 minutos (em média)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087CFE-8A30-109C-48C3-047F6C3A6A82}"/>
              </a:ext>
            </a:extLst>
          </p:cNvPr>
          <p:cNvSpPr txBox="1"/>
          <p:nvPr/>
        </p:nvSpPr>
        <p:spPr>
          <a:xfrm>
            <a:off x="4355976" y="3440578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10    20    30    40    50</a:t>
            </a:r>
          </a:p>
          <a:p>
            <a:endParaRPr lang="pt-BR" dirty="0"/>
          </a:p>
          <a:p>
            <a:r>
              <a:rPr lang="pt-BR" dirty="0"/>
              <a:t>P1 → forno 1 → saída 20</a:t>
            </a:r>
          </a:p>
          <a:p>
            <a:r>
              <a:rPr lang="pt-BR" dirty="0"/>
              <a:t>P2 → forno 2 → saída 20</a:t>
            </a:r>
          </a:p>
          <a:p>
            <a:endParaRPr lang="pt-BR" dirty="0"/>
          </a:p>
          <a:p>
            <a:r>
              <a:rPr lang="pt-BR" dirty="0"/>
              <a:t>P3 → forno 1 → saída 30</a:t>
            </a:r>
          </a:p>
          <a:p>
            <a:r>
              <a:rPr lang="pt-BR" dirty="0"/>
              <a:t>P4 → forno 2 → saída 30</a:t>
            </a:r>
          </a:p>
          <a:p>
            <a:endParaRPr lang="pt-BR" dirty="0"/>
          </a:p>
          <a:p>
            <a:r>
              <a:rPr lang="pt-BR" dirty="0"/>
              <a:t>P5 → forno 1 → saída 40</a:t>
            </a:r>
          </a:p>
          <a:p>
            <a:r>
              <a:rPr lang="pt-BR" dirty="0"/>
              <a:t>P6 → forno 2 → saída 40</a:t>
            </a:r>
          </a:p>
        </p:txBody>
      </p:sp>
    </p:spTree>
    <p:extLst>
      <p:ext uri="{BB962C8B-B14F-4D97-AF65-F5344CB8AC3E}">
        <p14:creationId xmlns:p14="http://schemas.microsoft.com/office/powerpoint/2010/main" val="35868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F0EA1D-A131-80A1-D8E4-DE9FD4447ABC}"/>
              </a:ext>
            </a:extLst>
          </p:cNvPr>
          <p:cNvSpPr txBox="1"/>
          <p:nvPr/>
        </p:nvSpPr>
        <p:spPr>
          <a:xfrm>
            <a:off x="1907704" y="1045092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gargalo mudou?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Vamos comparar: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Capacidade dos fornos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Capacidade da preparação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montagem = </a:t>
            </a:r>
            <a:r>
              <a:rPr lang="pt-BR" b="1" dirty="0"/>
              <a:t>10 min por pizza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só conseguimos preparar </a:t>
            </a:r>
            <a:r>
              <a:rPr lang="pt-BR" b="1" dirty="0"/>
              <a:t>1 pizza a cada 10 min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8D4508-D9F4-8981-563A-340E17ED879E}"/>
              </a:ext>
            </a:extLst>
          </p:cNvPr>
          <p:cNvSpPr txBox="1"/>
          <p:nvPr/>
        </p:nvSpPr>
        <p:spPr>
          <a:xfrm>
            <a:off x="683568" y="3573016"/>
            <a:ext cx="5400600" cy="102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💥 Novo gargalo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👉 Agora o gargalo NÃO é mais o forno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🔥 </a:t>
            </a:r>
            <a:r>
              <a:rPr lang="pt-BR" b="1" dirty="0"/>
              <a:t>O gargalo passa a ser a preparação (massa + montagem)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24DFFA-6EFD-AAF5-3B44-8FAAFB781F14}"/>
              </a:ext>
            </a:extLst>
          </p:cNvPr>
          <p:cNvSpPr txBox="1"/>
          <p:nvPr/>
        </p:nvSpPr>
        <p:spPr>
          <a:xfrm>
            <a:off x="2286000" y="4941168"/>
            <a:ext cx="531033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📉 Resultado real do 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Mesmo com 2 fornos: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você NÃO consegue produzir 2 pizzas a cada 10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porque só consegue preparar 1 pizza a cada 10 min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produção continua limitada: 10 pizza a cada 10 min</a:t>
            </a:r>
          </a:p>
        </p:txBody>
      </p:sp>
    </p:spTree>
    <p:extLst>
      <p:ext uri="{BB962C8B-B14F-4D97-AF65-F5344CB8AC3E}">
        <p14:creationId xmlns:p14="http://schemas.microsoft.com/office/powerpoint/2010/main" val="31854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2E484A-70E6-3E74-1D31-0EA739A4883D}"/>
              </a:ext>
            </a:extLst>
          </p:cNvPr>
          <p:cNvSpPr txBox="1"/>
          <p:nvPr/>
        </p:nvSpPr>
        <p:spPr>
          <a:xfrm>
            <a:off x="1907704" y="1152813"/>
            <a:ext cx="59584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Pergunta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Se quisermos aproveitar os 2 fornos, o que precisamos melhorar?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Respostas:</a:t>
            </a:r>
          </a:p>
          <a:p>
            <a:pPr>
              <a:buNone/>
            </a:pPr>
            <a:r>
              <a:rPr lang="pt-BR" dirty="0"/>
              <a:t>👉 reduzir tempo de preparo</a:t>
            </a:r>
            <a:br>
              <a:rPr lang="pt-BR" dirty="0"/>
            </a:br>
            <a:r>
              <a:rPr lang="pt-BR" dirty="0"/>
              <a:t>👉 paralelizar montagem</a:t>
            </a:r>
            <a:br>
              <a:rPr lang="pt-BR" dirty="0"/>
            </a:br>
            <a:r>
              <a:rPr lang="pt-BR" dirty="0"/>
              <a:t>👉 aumentar equipe</a:t>
            </a:r>
          </a:p>
        </p:txBody>
      </p:sp>
    </p:spTree>
    <p:extLst>
      <p:ext uri="{BB962C8B-B14F-4D97-AF65-F5344CB8AC3E}">
        <p14:creationId xmlns:p14="http://schemas.microsoft.com/office/powerpoint/2010/main" val="138692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439FE-F523-D1ED-355E-50BEDC424BCE}"/>
              </a:ext>
            </a:extLst>
          </p:cNvPr>
          <p:cNvSpPr txBox="1"/>
          <p:nvPr/>
        </p:nvSpPr>
        <p:spPr>
          <a:xfrm>
            <a:off x="1853952" y="1011320"/>
            <a:ext cx="2213992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300 g de farinha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 g de queijo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 pizzas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são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valores brutos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29ADA-23EE-72BD-ACFB-7B5EDBC60E05}"/>
              </a:ext>
            </a:extLst>
          </p:cNvPr>
          <p:cNvSpPr txBox="1"/>
          <p:nvPr/>
        </p:nvSpPr>
        <p:spPr>
          <a:xfrm>
            <a:off x="4577633" y="1011320"/>
            <a:ext cx="4098823" cy="2311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Informações geradas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organizamos os dados: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quantidade total de farinha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 kg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total para produzir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16h40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é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gargalo do processo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organizados com significado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4616B9-9F51-B4C2-860E-F1F990D09E50}"/>
              </a:ext>
            </a:extLst>
          </p:cNvPr>
          <p:cNvSpPr txBox="1"/>
          <p:nvPr/>
        </p:nvSpPr>
        <p:spPr>
          <a:xfrm>
            <a:off x="251520" y="4264560"/>
            <a:ext cx="3816424" cy="1640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 gerado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análise mostra que: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limita a produção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produção exige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análise do gargalo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entendimento é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FF1136-D849-BF85-AFBE-BDF5E984A8C2}"/>
              </a:ext>
            </a:extLst>
          </p:cNvPr>
          <p:cNvSpPr txBox="1"/>
          <p:nvPr/>
        </p:nvSpPr>
        <p:spPr>
          <a:xfrm>
            <a:off x="4539612" y="3764903"/>
            <a:ext cx="4191396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Ações de gestão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gerente poderia: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comprar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reorganizar a produção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planejar compra de ingredientes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representa o conceito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usar informação e conhecimento para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tomar decisões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0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1519F9-8E43-2DF8-0FFB-597190E2D245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4932040" y="1340768"/>
            <a:ext cx="32403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</p:txBody>
      </p:sp>
    </p:spTree>
    <p:extLst>
      <p:ext uri="{BB962C8B-B14F-4D97-AF65-F5344CB8AC3E}">
        <p14:creationId xmlns:p14="http://schemas.microsoft.com/office/powerpoint/2010/main" val="3556562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251520" y="908720"/>
            <a:ext cx="5904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Vamos aprender mais um Fundamento Teórico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64E0BA-19C3-D83F-C385-0969A6279093}"/>
              </a:ext>
            </a:extLst>
          </p:cNvPr>
          <p:cNvSpPr txBox="1"/>
          <p:nvPr/>
        </p:nvSpPr>
        <p:spPr>
          <a:xfrm>
            <a:off x="539552" y="1772816"/>
            <a:ext cx="7776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Você é responsável pela compra dos insumos para a produção de canetas.</a:t>
            </a:r>
          </a:p>
          <a:p>
            <a:pPr>
              <a:buNone/>
            </a:pPr>
            <a:r>
              <a:rPr lang="pt-BR" sz="1600" dirty="0"/>
              <a:t>A tabela a seguir apresenta alguns itens com seus respectivos custos unitários.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D2206F-0E4B-76CD-BE53-FC1288DA52FD}"/>
              </a:ext>
            </a:extLst>
          </p:cNvPr>
          <p:cNvSpPr txBox="1"/>
          <p:nvPr/>
        </p:nvSpPr>
        <p:spPr>
          <a:xfrm>
            <a:off x="611560" y="2636912"/>
            <a:ext cx="748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👉 </a:t>
            </a:r>
            <a:r>
              <a:rPr lang="pt-BR" b="1" dirty="0"/>
              <a:t>Pergunta:</a:t>
            </a:r>
            <a:endParaRPr lang="pt-BR" dirty="0"/>
          </a:p>
          <a:p>
            <a:pPr>
              <a:buNone/>
            </a:pPr>
            <a:r>
              <a:rPr lang="pt-BR" sz="1800" dirty="0"/>
              <a:t>Se o seu objetivo é </a:t>
            </a:r>
            <a:r>
              <a:rPr lang="pt-BR" sz="1800" b="1" dirty="0"/>
              <a:t>reduzir o custo de produção</a:t>
            </a:r>
            <a:r>
              <a:rPr lang="pt-BR" sz="1800" dirty="0"/>
              <a:t>, em qual(</a:t>
            </a:r>
            <a:r>
              <a:rPr lang="pt-BR" sz="1800" dirty="0" err="1"/>
              <a:t>is</a:t>
            </a:r>
            <a:r>
              <a:rPr lang="pt-BR" sz="1800" dirty="0"/>
              <a:t>) item(</a:t>
            </a:r>
            <a:r>
              <a:rPr lang="pt-BR" sz="1800" dirty="0" err="1"/>
              <a:t>ns</a:t>
            </a:r>
            <a:r>
              <a:rPr lang="pt-BR" sz="1800" dirty="0"/>
              <a:t>) você dedicaria mais tempo para negociar o preço com o fornecedor?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953E484-10FB-881E-84AA-B50A165B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17032"/>
            <a:ext cx="4076371" cy="273315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5FCE53-8642-3A91-A5BF-7640B0636ED2}"/>
              </a:ext>
            </a:extLst>
          </p:cNvPr>
          <p:cNvSpPr txBox="1"/>
          <p:nvPr/>
        </p:nvSpPr>
        <p:spPr>
          <a:xfrm>
            <a:off x="5146022" y="3931896"/>
            <a:ext cx="341987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Será que olhar apenas o custo unitário é suficiente para tomar essa decisão?</a:t>
            </a:r>
          </a:p>
        </p:txBody>
      </p:sp>
    </p:spTree>
    <p:extLst>
      <p:ext uri="{BB962C8B-B14F-4D97-AF65-F5344CB8AC3E}">
        <p14:creationId xmlns:p14="http://schemas.microsoft.com/office/powerpoint/2010/main" val="14323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 build="allAtOnce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C3576B-F57E-8465-5CF2-1C3BF7A0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452469"/>
            <a:ext cx="7232484" cy="324036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38AA418-04EA-2C38-933F-2D6DBE9BA56A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1 – Download da planilha Custo-</a:t>
            </a:r>
            <a:r>
              <a:rPr lang="pt-BR" sz="1600" dirty="0" err="1"/>
              <a:t>Prod</a:t>
            </a:r>
            <a:r>
              <a:rPr lang="pt-BR" sz="1600" dirty="0"/>
              <a:t>-Caneta que está no cronograma no AVA</a:t>
            </a:r>
          </a:p>
        </p:txBody>
      </p:sp>
    </p:spTree>
    <p:extLst>
      <p:ext uri="{BB962C8B-B14F-4D97-AF65-F5344CB8AC3E}">
        <p14:creationId xmlns:p14="http://schemas.microsoft.com/office/powerpoint/2010/main" val="2596769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B80DC9-A9E9-4917-DAF2-E2B97C9E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204864"/>
            <a:ext cx="7331721" cy="33123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2 – Calcular o Valor Total = Consumo Anual X Custo Unitário</a:t>
            </a:r>
          </a:p>
        </p:txBody>
      </p:sp>
    </p:spTree>
    <p:extLst>
      <p:ext uri="{BB962C8B-B14F-4D97-AF65-F5344CB8AC3E}">
        <p14:creationId xmlns:p14="http://schemas.microsoft.com/office/powerpoint/2010/main" val="1264865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1031282" y="1412776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3 – Classificar a tabela em ordem decrescente pela coluna Valor Total (R$)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3B7892-061D-54E5-C2DE-D2BE404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2" y="2265428"/>
            <a:ext cx="7180410" cy="27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8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4 – Calcular o % individual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%Individual = (Valor Total (R$) / Total Geral) * 100</a:t>
            </a:r>
          </a:p>
          <a:p>
            <a:endParaRPr lang="pt-BR" sz="1600" dirty="0"/>
          </a:p>
          <a:p>
            <a:r>
              <a:rPr lang="pt-BR" sz="1600" dirty="0" err="1"/>
              <a:t>Ex</a:t>
            </a:r>
            <a:r>
              <a:rPr lang="pt-BR" sz="1600" dirty="0"/>
              <a:t>: %Individual = (12000,00 / 24900,00) * 100</a:t>
            </a:r>
          </a:p>
          <a:p>
            <a:r>
              <a:rPr lang="pt-BR" sz="1600" dirty="0"/>
              <a:t>      %Individual = 48,2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83D729-5561-8849-BF81-9F614EB9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9" y="3356992"/>
            <a:ext cx="8495622" cy="28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035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5 – Calcular o Valor Total Acumulado (R$)</a:t>
            </a:r>
          </a:p>
          <a:p>
            <a:endParaRPr lang="pt-BR" sz="1600" dirty="0"/>
          </a:p>
          <a:p>
            <a:r>
              <a:rPr lang="pt-BR" sz="1600" dirty="0"/>
              <a:t>Exemplo do cálculo para acumular </a:t>
            </a:r>
          </a:p>
          <a:p>
            <a:endParaRPr lang="pt-BR" sz="1600" dirty="0"/>
          </a:p>
          <a:p>
            <a:r>
              <a:rPr lang="pt-BR" sz="1600" dirty="0"/>
              <a:t>Carga de tinta = 12.000,00</a:t>
            </a:r>
          </a:p>
          <a:p>
            <a:r>
              <a:rPr lang="pt-BR" sz="1600" dirty="0"/>
              <a:t>Carga de tinta + ponta metálica = 12.000 + 7.200 = 19.200</a:t>
            </a:r>
          </a:p>
          <a:p>
            <a:r>
              <a:rPr lang="pt-BR" sz="1600" dirty="0"/>
              <a:t>Carga de tinta + ponta metálica + tampa = 12.000 + 7.200 + 1.500 = 20.700,00</a:t>
            </a:r>
          </a:p>
          <a:p>
            <a:endParaRPr lang="pt-BR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F932BF-99BC-87EC-EB72-99EF8366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0" y="3717032"/>
            <a:ext cx="8705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3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83568" y="980728"/>
            <a:ext cx="7776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6 – Calcular o % acumulado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Exemplo do cálculo</a:t>
            </a:r>
          </a:p>
          <a:p>
            <a:endParaRPr lang="pt-BR" sz="1600" dirty="0"/>
          </a:p>
          <a:p>
            <a:r>
              <a:rPr lang="pt-BR" sz="1600" dirty="0"/>
              <a:t>% Acumulado = (12.000 / 24.900) * 100 = 48,2</a:t>
            </a:r>
          </a:p>
          <a:p>
            <a:r>
              <a:rPr lang="pt-BR" sz="1600" dirty="0"/>
              <a:t>% Acumulado = (19.200 / 24.900) * 100 = 77,1</a:t>
            </a:r>
          </a:p>
          <a:p>
            <a:endParaRPr lang="pt-BR" sz="1600" dirty="0"/>
          </a:p>
          <a:p>
            <a:r>
              <a:rPr lang="pt-BR" sz="1600" dirty="0"/>
              <a:t>Outra forma: acumular o %individual</a:t>
            </a:r>
          </a:p>
          <a:p>
            <a:r>
              <a:rPr lang="pt-BR" sz="1600" dirty="0"/>
              <a:t>% Acumulado = 48,2%</a:t>
            </a:r>
          </a:p>
          <a:p>
            <a:r>
              <a:rPr lang="pt-BR" sz="1600" dirty="0"/>
              <a:t>% Acumulado = 48,2% + 28,9% = 77,1%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B16222-93C2-F0F0-15A1-15210FE1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" y="3717032"/>
            <a:ext cx="9036496" cy="22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6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50380C-1E8D-2814-697A-C511B936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3" y="837954"/>
            <a:ext cx="5724023" cy="574540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4067B7-0D94-1A31-4B24-7C02616D3E21}"/>
              </a:ext>
            </a:extLst>
          </p:cNvPr>
          <p:cNvSpPr txBox="1"/>
          <p:nvPr/>
        </p:nvSpPr>
        <p:spPr>
          <a:xfrm>
            <a:off x="6019628" y="1059186"/>
            <a:ext cx="2694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pequena quantidade de causas é responsável pela maior parte dos efeitos.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4EB36A-093C-4487-A5B2-82FA56E95D7E}"/>
              </a:ext>
            </a:extLst>
          </p:cNvPr>
          <p:cNvSpPr txBox="1"/>
          <p:nvPr/>
        </p:nvSpPr>
        <p:spPr>
          <a:xfrm>
            <a:off x="6038369" y="1975823"/>
            <a:ext cx="2694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80% dos resultados vêm de 20% das causas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6A8FFE-09D7-1EC2-BAA0-2252BDAC298A}"/>
              </a:ext>
            </a:extLst>
          </p:cNvPr>
          <p:cNvSpPr txBox="1"/>
          <p:nvPr/>
        </p:nvSpPr>
        <p:spPr>
          <a:xfrm>
            <a:off x="6001032" y="2677016"/>
            <a:ext cx="301715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Após calcular:</a:t>
            </a:r>
          </a:p>
          <a:p>
            <a:endParaRPr lang="pt-BR" dirty="0"/>
          </a:p>
          <a:p>
            <a:r>
              <a:rPr lang="pt-BR" dirty="0"/>
              <a:t>Você descobre que: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2 ou 3 itens concentram ~80% do custo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o restante tem impacto muito menor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👉 Ou seja: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não faz sentido gastar o mesmo esforço em todos os itens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88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1C7E57-6D1F-36ED-BBB0-BC00971F2636}"/>
              </a:ext>
            </a:extLst>
          </p:cNvPr>
          <p:cNvSpPr txBox="1"/>
          <p:nvPr/>
        </p:nvSpPr>
        <p:spPr>
          <a:xfrm>
            <a:off x="433116" y="1052736"/>
            <a:ext cx="76672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📈 Como é um Gráfico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Um gráfico de Pareto combina: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📊 </a:t>
            </a:r>
            <a:r>
              <a:rPr lang="pt-BR" b="1" dirty="0"/>
              <a:t>Barras (colunas)</a:t>
            </a:r>
            <a:r>
              <a:rPr lang="pt-BR" dirty="0"/>
              <a:t> → valor de cada item (ordenado do maior para o menor)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📈 </a:t>
            </a:r>
            <a:r>
              <a:rPr lang="pt-BR" b="1" dirty="0"/>
              <a:t>Linha acumulada (%)</a:t>
            </a:r>
            <a:r>
              <a:rPr lang="pt-BR" dirty="0"/>
              <a:t> → mostra o impacto total acumulado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7D5CB5-2659-2A25-114B-5D025F49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724106"/>
            <a:ext cx="59340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05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10B6BB-9E77-61CA-6325-A016A9E4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8262664" cy="2024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7D92F5D-FE62-988D-6DD6-B625792B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68960"/>
            <a:ext cx="6281260" cy="3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36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1E5CFE-9242-3150-90CC-F57F764F74D0}"/>
              </a:ext>
            </a:extLst>
          </p:cNvPr>
          <p:cNvSpPr txBox="1"/>
          <p:nvPr/>
        </p:nvSpPr>
        <p:spPr>
          <a:xfrm>
            <a:off x="683568" y="980728"/>
            <a:ext cx="7848872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🎯 Curva ABC – Conceito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b="1" dirty="0"/>
              <a:t>Curva ABC</a:t>
            </a:r>
            <a:r>
              <a:rPr lang="pt-BR" dirty="0"/>
              <a:t> é uma técnica de classificação que utiliza o princípio de Pareto para separar os itens de acordo com sua </a:t>
            </a:r>
            <a:r>
              <a:rPr lang="pt-BR" b="1" dirty="0"/>
              <a:t>importância relativa (geralmente financeira)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315A63-6AE7-1957-0B31-713BC1364C77}"/>
              </a:ext>
            </a:extLst>
          </p:cNvPr>
          <p:cNvSpPr txBox="1"/>
          <p:nvPr/>
        </p:nvSpPr>
        <p:spPr>
          <a:xfrm>
            <a:off x="683568" y="2276872"/>
            <a:ext cx="756084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🧠 Ideia central</a:t>
            </a:r>
          </a:p>
          <a:p>
            <a:pPr>
              <a:buNone/>
            </a:pPr>
            <a:r>
              <a:rPr lang="pt-BR" dirty="0"/>
              <a:t>Nem todos os itens têm a mesma relevância — alguns merecem muito mais atenção.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C9B1DC-D12D-D064-FFA9-91EC29C8E909}"/>
              </a:ext>
            </a:extLst>
          </p:cNvPr>
          <p:cNvSpPr txBox="1"/>
          <p:nvPr/>
        </p:nvSpPr>
        <p:spPr>
          <a:xfrm>
            <a:off x="683568" y="3429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📊 </a:t>
            </a:r>
            <a:r>
              <a:rPr lang="pt-BR" b="1" dirty="0"/>
              <a:t>Classificação ABC</a:t>
            </a:r>
            <a:endParaRPr lang="pt-BR" dirty="0"/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91634FF4-F794-AA8E-C599-A6235B9C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03916"/>
              </p:ext>
            </p:extLst>
          </p:nvPr>
        </p:nvGraphicFramePr>
        <p:xfrm>
          <a:off x="1475656" y="4077072"/>
          <a:ext cx="6480720" cy="1219200"/>
        </p:xfrm>
        <a:graphic>
          <a:graphicData uri="http://schemas.openxmlformats.org/drawingml/2006/table">
            <a:tbl>
              <a:tblPr/>
              <a:tblGrid>
                <a:gridCol w="1065077">
                  <a:extLst>
                    <a:ext uri="{9D8B030D-6E8A-4147-A177-3AD203B41FA5}">
                      <a16:colId xmlns:a16="http://schemas.microsoft.com/office/drawing/2014/main" val="3998015459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746449316"/>
                    </a:ext>
                  </a:extLst>
                </a:gridCol>
                <a:gridCol w="3463001">
                  <a:extLst>
                    <a:ext uri="{9D8B030D-6E8A-4147-A177-3AD203B41FA5}">
                      <a16:colId xmlns:a16="http://schemas.microsoft.com/office/drawing/2014/main" val="74999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Representatividade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0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~70% a 80% do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Poucos itens, alto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5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~15% a 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Impacto intermediário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48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~5% a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Muitos itens, baixo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8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984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3B9680-EAAF-20D2-BC3C-3AC40D1E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144323"/>
            <a:ext cx="6584974" cy="54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6F0200-B3EF-377C-DCA1-1FFBD568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2125"/>
            <a:ext cx="4724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738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FF26FC-A45C-75C3-063B-B972F11C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5" y="908720"/>
            <a:ext cx="8786930" cy="31524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7B6B10-6E91-9E73-0EE7-38025D42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356992"/>
            <a:ext cx="5526536" cy="34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92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C4BFAC-4DDE-E840-6255-BB12028760A0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4932040" y="1340768"/>
            <a:ext cx="32403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Princípio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Classificação ABC</a:t>
            </a:r>
          </a:p>
        </p:txBody>
      </p:sp>
    </p:spTree>
    <p:extLst>
      <p:ext uri="{BB962C8B-B14F-4D97-AF65-F5344CB8AC3E}">
        <p14:creationId xmlns:p14="http://schemas.microsoft.com/office/powerpoint/2010/main" val="25215559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Até agora vocês levantaram </a:t>
            </a:r>
            <a:r>
              <a:rPr lang="pt-BR" sz="2000" b="1" dirty="0"/>
              <a:t>dados, transformaram em informação e geraram conhecimento</a:t>
            </a:r>
            <a:r>
              <a:rPr lang="pt-BR" sz="2000" dirty="0"/>
              <a:t> sobre o processo produtivo da pizza.</a:t>
            </a:r>
            <a:br>
              <a:rPr lang="pt-BR" sz="2000" dirty="0"/>
            </a:b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Agora vamos dar o próximo passo: </a:t>
            </a:r>
            <a:r>
              <a:rPr lang="pt-BR" sz="2000" b="1" dirty="0"/>
              <a:t>transformar isso em dinheiro</a:t>
            </a:r>
            <a:r>
              <a:rPr lang="pt-BR" sz="2000" dirty="0"/>
              <a:t>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5334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O que significa CUSTO no processo de produção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Custo = tudo aquilo que é gasto para produzir o produto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0947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E82B0D-2227-14C7-9EA9-F8020E69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74482"/>
            <a:ext cx="8263320" cy="55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502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5B60540-9B42-D72D-23DB-79E677CC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544484"/>
              </p:ext>
            </p:extLst>
          </p:nvPr>
        </p:nvGraphicFramePr>
        <p:xfrm>
          <a:off x="1691680" y="2204864"/>
          <a:ext cx="4735438" cy="15240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927126">
                  <a:extLst>
                    <a:ext uri="{9D8B030D-6E8A-4147-A177-3AD203B41FA5}">
                      <a16:colId xmlns:a16="http://schemas.microsoft.com/office/drawing/2014/main" val="38852402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916987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Tipo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Exemplo no caso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7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preço do queijo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73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custo do queijo por pizza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325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queijo é o item mais caro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68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Decisão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negociar fornecedor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67906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683568" y="1340768"/>
            <a:ext cx="756084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Qual a relação com Sistemas de Informação?</a:t>
            </a:r>
          </a:p>
        </p:txBody>
      </p:sp>
    </p:spTree>
    <p:extLst>
      <p:ext uri="{BB962C8B-B14F-4D97-AF65-F5344CB8AC3E}">
        <p14:creationId xmlns:p14="http://schemas.microsoft.com/office/powerpoint/2010/main" val="14117573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1691680" y="1340768"/>
            <a:ext cx="4896544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👉 </a:t>
            </a:r>
            <a:r>
              <a:rPr lang="pt-BR" sz="2000" b="1" dirty="0"/>
              <a:t>Preço de Venda = Custo + Lucro</a:t>
            </a:r>
            <a:endParaRPr lang="pt-BR" sz="2000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3F5BDA2-33AE-CBF9-9796-AF6B4D59F120}"/>
              </a:ext>
            </a:extLst>
          </p:cNvPr>
          <p:cNvSpPr/>
          <p:nvPr/>
        </p:nvSpPr>
        <p:spPr>
          <a:xfrm>
            <a:off x="3635896" y="2049826"/>
            <a:ext cx="1008112" cy="12241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5D726A-7BE8-2FAB-DD78-AD28D86F8565}"/>
              </a:ext>
            </a:extLst>
          </p:cNvPr>
          <p:cNvSpPr txBox="1"/>
          <p:nvPr/>
        </p:nvSpPr>
        <p:spPr>
          <a:xfrm>
            <a:off x="2005760" y="36163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Lucro = Preço de Venda – Custo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F74A2A-9DBD-C3F5-4A84-FFBDCF135828}"/>
              </a:ext>
            </a:extLst>
          </p:cNvPr>
          <p:cNvSpPr txBox="1"/>
          <p:nvPr/>
        </p:nvSpPr>
        <p:spPr>
          <a:xfrm>
            <a:off x="899592" y="435882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Se o mercado define o preço… onde está o nosso controle?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DEE97E-1BBE-7B35-FE3C-31B62471654F}"/>
              </a:ext>
            </a:extLst>
          </p:cNvPr>
          <p:cNvSpPr txBox="1"/>
          <p:nvPr/>
        </p:nvSpPr>
        <p:spPr>
          <a:xfrm>
            <a:off x="2779592" y="5407011"/>
            <a:ext cx="2720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👉 </a:t>
            </a:r>
            <a:r>
              <a:rPr lang="pt-BR" sz="2800" b="1" dirty="0"/>
              <a:t>NO CUSTO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646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  <p:bldP spid="1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Vocês NÃO controlam o preço (mercado define).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Vocês NÃO controlam o cliente.</a:t>
            </a:r>
          </a:p>
          <a:p>
            <a:br>
              <a:rPr lang="pt-BR" sz="2800" dirty="0"/>
            </a:br>
            <a:r>
              <a:rPr lang="pt-BR" sz="2800" dirty="0"/>
              <a:t>👉 Mas vocês controlam o custo.</a:t>
            </a:r>
          </a:p>
        </p:txBody>
      </p:sp>
    </p:spTree>
    <p:extLst>
      <p:ext uri="{BB962C8B-B14F-4D97-AF65-F5344CB8AC3E}">
        <p14:creationId xmlns:p14="http://schemas.microsoft.com/office/powerpoint/2010/main" val="348106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B2BB76-A263-A436-5780-A15EB13A852F}"/>
              </a:ext>
            </a:extLst>
          </p:cNvPr>
          <p:cNvSpPr txBox="1"/>
          <p:nvPr/>
        </p:nvSpPr>
        <p:spPr>
          <a:xfrm>
            <a:off x="452004" y="2051034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✅ Custos Diretos</a:t>
            </a:r>
          </a:p>
          <a:p>
            <a:pPr>
              <a:buNone/>
            </a:pPr>
            <a:r>
              <a:rPr lang="pt-BR" dirty="0"/>
              <a:t>São os custos que podem ser </a:t>
            </a:r>
            <a:r>
              <a:rPr lang="pt-BR" b="1" dirty="0"/>
              <a:t>identificados e medidos diretamente no produto</a:t>
            </a:r>
            <a:r>
              <a:rPr lang="pt-BR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4895A4-FEE3-4DB2-3EFF-12A4AD77AA80}"/>
              </a:ext>
            </a:extLst>
          </p:cNvPr>
          <p:cNvSpPr txBox="1"/>
          <p:nvPr/>
        </p:nvSpPr>
        <p:spPr>
          <a:xfrm>
            <a:off x="452004" y="3561640"/>
            <a:ext cx="7643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⚙️ Custos Indiretos</a:t>
            </a:r>
          </a:p>
          <a:p>
            <a:pPr>
              <a:buNone/>
            </a:pPr>
            <a:r>
              <a:rPr lang="pt-BR" dirty="0"/>
              <a:t>São os custos necessários para produzir, mas que </a:t>
            </a:r>
            <a:r>
              <a:rPr lang="pt-BR" b="1" dirty="0"/>
              <a:t>não podem ser atribuídos diretamente a uma unidade do produto</a:t>
            </a:r>
            <a:r>
              <a:rPr lang="pt-BR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BE6768-3ADA-C2FC-A75E-889E4D707C58}"/>
              </a:ext>
            </a:extLst>
          </p:cNvPr>
          <p:cNvSpPr txBox="1"/>
          <p:nvPr/>
        </p:nvSpPr>
        <p:spPr>
          <a:xfrm>
            <a:off x="452004" y="2574254"/>
            <a:ext cx="74323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Farinha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Queijo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0AD45E-F4A3-7375-E9E8-134FFACC6C87}"/>
              </a:ext>
            </a:extLst>
          </p:cNvPr>
          <p:cNvSpPr txBox="1"/>
          <p:nvPr/>
        </p:nvSpPr>
        <p:spPr>
          <a:xfrm>
            <a:off x="452004" y="441968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/ lenha do forno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 do pizzaiolo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Manutenção</a:t>
            </a:r>
          </a:p>
        </p:txBody>
      </p:sp>
    </p:spTree>
    <p:extLst>
      <p:ext uri="{BB962C8B-B14F-4D97-AF65-F5344CB8AC3E}">
        <p14:creationId xmlns:p14="http://schemas.microsoft.com/office/powerpoint/2010/main" val="35678688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873B6F-A126-0D27-6AF6-8853F8BAD68B}"/>
              </a:ext>
            </a:extLst>
          </p:cNvPr>
          <p:cNvSpPr txBox="1"/>
          <p:nvPr/>
        </p:nvSpPr>
        <p:spPr>
          <a:xfrm>
            <a:off x="323528" y="1848082"/>
            <a:ext cx="799288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🔵 Custos Fixos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São os custos que </a:t>
            </a:r>
            <a:r>
              <a:rPr lang="pt-BR" b="1" dirty="0"/>
              <a:t>não variam com a quantidade produzida</a:t>
            </a:r>
            <a:r>
              <a:rPr lang="pt-BR" dirty="0"/>
              <a:t> (no curto prazo).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fixos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Internet 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👉 Produzindo 10 ou 100 pizzas → continuam os mesmos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218425-F2B5-79FA-5B58-7D10AF86451C}"/>
              </a:ext>
            </a:extLst>
          </p:cNvPr>
          <p:cNvSpPr txBox="1"/>
          <p:nvPr/>
        </p:nvSpPr>
        <p:spPr>
          <a:xfrm>
            <a:off x="323528" y="4293096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🔴 Custos Variáveis</a:t>
            </a:r>
          </a:p>
          <a:p>
            <a:pPr>
              <a:buNone/>
            </a:pPr>
            <a:r>
              <a:rPr lang="pt-BR" dirty="0"/>
              <a:t>São os custos que </a:t>
            </a:r>
            <a:r>
              <a:rPr lang="pt-BR" b="1" dirty="0"/>
              <a:t>variam conforme a produção</a:t>
            </a:r>
            <a:r>
              <a:rPr lang="pt-BR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Embalagens </a:t>
            </a:r>
          </a:p>
          <a:p>
            <a:pPr>
              <a:buNone/>
            </a:pPr>
            <a:r>
              <a:rPr lang="pt-BR" dirty="0"/>
              <a:t>👉 Quanto mais produz → maior o custo</a:t>
            </a:r>
          </a:p>
        </p:txBody>
      </p:sp>
    </p:spTree>
    <p:extLst>
      <p:ext uri="{BB962C8B-B14F-4D97-AF65-F5344CB8AC3E}">
        <p14:creationId xmlns:p14="http://schemas.microsoft.com/office/powerpoint/2010/main" val="12390696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C334286-251A-419B-4906-3D6FEBF6E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99315"/>
              </p:ext>
            </p:extLst>
          </p:nvPr>
        </p:nvGraphicFramePr>
        <p:xfrm>
          <a:off x="971600" y="1340768"/>
          <a:ext cx="6851104" cy="914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10672">
                  <a:extLst>
                    <a:ext uri="{9D8B030D-6E8A-4147-A177-3AD203B41FA5}">
                      <a16:colId xmlns:a16="http://schemas.microsoft.com/office/drawing/2014/main" val="4061670112"/>
                    </a:ext>
                  </a:extLst>
                </a:gridCol>
                <a:gridCol w="4840432">
                  <a:extLst>
                    <a:ext uri="{9D8B030D-6E8A-4147-A177-3AD203B41FA5}">
                      <a16:colId xmlns:a16="http://schemas.microsoft.com/office/drawing/2014/main" val="59742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Tipo de Custo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ser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58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Geralmente variável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01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Geralmente fixo (mas pode ser variável também)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32036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941D5B6E-EFDC-0068-FFB8-97A098E861B9}"/>
              </a:ext>
            </a:extLst>
          </p:cNvPr>
          <p:cNvSpPr txBox="1"/>
          <p:nvPr/>
        </p:nvSpPr>
        <p:spPr>
          <a:xfrm>
            <a:off x="539552" y="2564904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Estrutura do custo total:</a:t>
            </a:r>
          </a:p>
          <a:p>
            <a:pPr>
              <a:spcBef>
                <a:spcPts val="1200"/>
              </a:spcBef>
              <a:buNone/>
            </a:pPr>
            <a:r>
              <a:rPr lang="pt-BR" b="1" dirty="0"/>
              <a:t>Custo Total = Custos Diretos + Custos Indiretos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0A6674-6989-8B0E-FB32-78A341965EAB}"/>
              </a:ext>
            </a:extLst>
          </p:cNvPr>
          <p:cNvSpPr txBox="1"/>
          <p:nvPr/>
        </p:nvSpPr>
        <p:spPr>
          <a:xfrm>
            <a:off x="611560" y="3606909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🍕 Aplicando na pizza: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Diretos (por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Indiretos (rateados 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÷ nº de pizzas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÷ produção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÷ uso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873C56A-9AB8-7DE6-DFA7-6141CEBDC964}"/>
              </a:ext>
            </a:extLst>
          </p:cNvPr>
          <p:cNvSpPr txBox="1"/>
          <p:nvPr/>
        </p:nvSpPr>
        <p:spPr>
          <a:xfrm>
            <a:off x="5004048" y="4134125"/>
            <a:ext cx="3384376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O cliente paga pela pizza inteira, mas o gestor precisa entender cada pedaço do custo.</a:t>
            </a:r>
          </a:p>
        </p:txBody>
      </p:sp>
    </p:spTree>
    <p:extLst>
      <p:ext uri="{BB962C8B-B14F-4D97-AF65-F5344CB8AC3E}">
        <p14:creationId xmlns:p14="http://schemas.microsoft.com/office/powerpoint/2010/main" val="356916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8F2D79-2BFF-E2CD-51CB-AE7265629713}"/>
              </a:ext>
            </a:extLst>
          </p:cNvPr>
          <p:cNvSpPr txBox="1"/>
          <p:nvPr/>
        </p:nvSpPr>
        <p:spPr>
          <a:xfrm>
            <a:off x="755576" y="1657148"/>
            <a:ext cx="777686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1. Margem de Contribuição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dirty="0"/>
              <a:t>💡 Conceito simples para sala:</a:t>
            </a:r>
          </a:p>
          <a:p>
            <a:pPr>
              <a:buNone/>
            </a:pPr>
            <a:r>
              <a:rPr lang="pt-BR" dirty="0"/>
              <a:t>É quanto sobra da venda depois de pagar os custos variáveis (diretos).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Margem de Contribuição = Preço de Venda – Custos Variáveis</a:t>
            </a:r>
            <a:r>
              <a:rPr lang="pt-BR" dirty="0"/>
              <a:t>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👉 No caso da pizza:</a:t>
            </a:r>
          </a:p>
          <a:p>
            <a:pPr>
              <a:buNone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Preço: R$ 35,00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diretos (variáveis): (</a:t>
            </a:r>
            <a:r>
              <a:rPr lang="pt-BR" dirty="0" err="1"/>
              <a:t>ex</a:t>
            </a:r>
            <a:r>
              <a:rPr lang="pt-BR" dirty="0"/>
              <a:t>: R$ 18,00)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➡️ Margem = R$ 17,00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Cada pizza vendida contribui com R$ 17 para pagar os custos fixos e gerar lucro.</a:t>
            </a:r>
          </a:p>
        </p:txBody>
      </p:sp>
    </p:spTree>
    <p:extLst>
      <p:ext uri="{BB962C8B-B14F-4D97-AF65-F5344CB8AC3E}">
        <p14:creationId xmlns:p14="http://schemas.microsoft.com/office/powerpoint/2010/main" val="260403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DA534C-19FB-3F88-D035-9B413228D41D}"/>
              </a:ext>
            </a:extLst>
          </p:cNvPr>
          <p:cNvSpPr txBox="1"/>
          <p:nvPr/>
        </p:nvSpPr>
        <p:spPr>
          <a:xfrm>
            <a:off x="457200" y="1484784"/>
            <a:ext cx="8075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2. Ponto de Equilíbrio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💡 Conceito: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Quantas pizzas preciso vender para não ter prejuízo.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Ponto de Equilíbrio = Custos Fixos / Margem de Contribuição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📊 Exemplo:</a:t>
            </a:r>
          </a:p>
          <a:p>
            <a:pPr>
              <a:buNone/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fixos: R$ 1.700/mês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Margem: R$ 17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➡️ PE = 1.700 / 17 = </a:t>
            </a:r>
            <a:r>
              <a:rPr lang="pt-BR" b="1" dirty="0"/>
              <a:t>100 pizzas</a:t>
            </a:r>
            <a:endParaRPr lang="pt-BR" dirty="0"/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A partir da pizza 101, começa o lucro.</a:t>
            </a:r>
          </a:p>
        </p:txBody>
      </p:sp>
    </p:spTree>
    <p:extLst>
      <p:ext uri="{BB962C8B-B14F-4D97-AF65-F5344CB8AC3E}">
        <p14:creationId xmlns:p14="http://schemas.microsoft.com/office/powerpoint/2010/main" val="22110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5FA0289-25A7-CA3F-DB7C-39B124DFCA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470756"/>
              </p:ext>
            </p:extLst>
          </p:nvPr>
        </p:nvGraphicFramePr>
        <p:xfrm>
          <a:off x="611560" y="1370385"/>
          <a:ext cx="7667625" cy="37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496ABBF2-F32C-3118-100F-F0E631E3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5373216"/>
            <a:ext cx="847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783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1CDB51-52CD-1506-579B-DAF9F07F635B}"/>
              </a:ext>
            </a:extLst>
          </p:cNvPr>
          <p:cNvSpPr txBox="1"/>
          <p:nvPr/>
        </p:nvSpPr>
        <p:spPr>
          <a:xfrm>
            <a:off x="4716016" y="1340768"/>
            <a:ext cx="3456384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Princípio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Classificação ABC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Custos (Análise Gerencial)</a:t>
            </a:r>
          </a:p>
        </p:txBody>
      </p:sp>
    </p:spTree>
    <p:extLst>
      <p:ext uri="{BB962C8B-B14F-4D97-AF65-F5344CB8AC3E}">
        <p14:creationId xmlns:p14="http://schemas.microsoft.com/office/powerpoint/2010/main" val="27610622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539552" y="1340768"/>
            <a:ext cx="7488832" cy="3847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/>
              <a:t>Cenário 1 – Aumento de 20% no custo do queijo</a:t>
            </a:r>
          </a:p>
          <a:p>
            <a:pPr lvl="0"/>
            <a:r>
              <a:rPr lang="pt-BR" dirty="0"/>
              <a:t>O ponto de equilíbrio aumentou ou diminuiu? </a:t>
            </a:r>
          </a:p>
          <a:p>
            <a:pPr lvl="0"/>
            <a:r>
              <a:rPr lang="pt-BR" dirty="0"/>
              <a:t>O negócio ficou mais ou menos arriscado? </a:t>
            </a:r>
          </a:p>
          <a:p>
            <a:endParaRPr lang="pt-BR" sz="2000" b="1" dirty="0"/>
          </a:p>
          <a:p>
            <a:endParaRPr lang="pt-BR" sz="2000" b="1" dirty="0"/>
          </a:p>
          <a:p>
            <a:r>
              <a:rPr lang="pt-BR" sz="2000" b="1" dirty="0"/>
              <a:t>Cenário 2 – Aumento do preço para R$ 58,00</a:t>
            </a:r>
          </a:p>
          <a:p>
            <a:pPr lvl="0"/>
            <a:r>
              <a:rPr lang="pt-BR" dirty="0"/>
              <a:t>O ponto de equilíbrio mudou? </a:t>
            </a:r>
          </a:p>
          <a:p>
            <a:pPr lvl="0"/>
            <a:r>
              <a:rPr lang="pt-BR" dirty="0"/>
              <a:t>Qual o impacto no risco do negócio? </a:t>
            </a:r>
          </a:p>
          <a:p>
            <a:endParaRPr lang="pt-BR" sz="2000" b="1" dirty="0"/>
          </a:p>
          <a:p>
            <a:r>
              <a:rPr lang="pt-BR" sz="2000" b="1" dirty="0"/>
              <a:t>Cenário 3 – Produção acima do ponto de equilíbrio</a:t>
            </a:r>
          </a:p>
          <a:p>
            <a:pPr lvl="0"/>
            <a:r>
              <a:rPr lang="pt-BR" dirty="0"/>
              <a:t>O aumento da produção impactou o lucro? </a:t>
            </a:r>
          </a:p>
          <a:p>
            <a:pPr lvl="0"/>
            <a:r>
              <a:rPr lang="pt-BR" dirty="0"/>
              <a:t>Por quê? </a:t>
            </a:r>
          </a:p>
          <a:p>
            <a:endParaRPr lang="pt-BR" sz="2000" b="1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866971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143508" y="1340768"/>
            <a:ext cx="8856984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800" dirty="0"/>
              <a:t>1) Qual é o significado do ponto de equilíbrio para o negócio? </a:t>
            </a:r>
          </a:p>
          <a:p>
            <a:pPr lvl="0">
              <a:lnSpc>
                <a:spcPct val="150000"/>
              </a:lnSpc>
            </a:pPr>
            <a:r>
              <a:rPr lang="pt-BR" sz="1800" dirty="0"/>
              <a:t>2) O gestor deve operar exatamente no ponto de equilíbrio? Por quê? </a:t>
            </a:r>
          </a:p>
          <a:p>
            <a:pPr>
              <a:spcBef>
                <a:spcPts val="1200"/>
              </a:spcBef>
            </a:pPr>
            <a:r>
              <a:rPr lang="pt-BR" sz="1800" dirty="0"/>
              <a:t>3) Qual estratégia você adotaria para aumentar o lucro sem comprometer o negócio?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875250-BB90-2971-3561-C7EB0B93B840}"/>
              </a:ext>
            </a:extLst>
          </p:cNvPr>
          <p:cNvSpPr txBox="1"/>
          <p:nvPr/>
        </p:nvSpPr>
        <p:spPr>
          <a:xfrm>
            <a:off x="175604" y="3343057"/>
            <a:ext cx="88248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de Desempenho Mensal e Análise Gráfica</a:t>
            </a:r>
          </a:p>
          <a:p>
            <a:endParaRPr lang="pt-BR" sz="18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dirty="0"/>
              <a:t>Em que dia do mês a pizzaria começa a lucrar?</a:t>
            </a:r>
          </a:p>
        </p:txBody>
      </p:sp>
    </p:spTree>
    <p:extLst>
      <p:ext uri="{BB962C8B-B14F-4D97-AF65-F5344CB8AC3E}">
        <p14:creationId xmlns:p14="http://schemas.microsoft.com/office/powerpoint/2010/main" val="25932450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3CFCAD-BE4E-E8A6-7C09-8027A661374B}"/>
              </a:ext>
            </a:extLst>
          </p:cNvPr>
          <p:cNvSpPr txBox="1"/>
          <p:nvPr/>
        </p:nvSpPr>
        <p:spPr>
          <a:xfrm>
            <a:off x="611560" y="1556792"/>
            <a:ext cx="7920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Na aula passada, vocês calcularam custos e analisaram dados.</a:t>
            </a:r>
          </a:p>
          <a:p>
            <a:br>
              <a:rPr lang="pt-BR" sz="2800" dirty="0"/>
            </a:br>
            <a:r>
              <a:rPr lang="pt-BR" sz="2800" dirty="0"/>
              <a:t>Mas um gestor não é pago para calcular…</a:t>
            </a:r>
            <a:br>
              <a:rPr lang="pt-BR" sz="2800" dirty="0"/>
            </a:br>
            <a:r>
              <a:rPr lang="pt-BR" sz="2800" dirty="0"/>
              <a:t>Ele é pago para </a:t>
            </a:r>
            <a:r>
              <a:rPr lang="pt-BR" sz="2800" b="1" dirty="0"/>
              <a:t>decidir</a:t>
            </a:r>
            <a:r>
              <a:rPr lang="pt-BR" sz="2800" dirty="0"/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90C548-00E8-4392-2FEB-5F9704B148C5}"/>
              </a:ext>
            </a:extLst>
          </p:cNvPr>
          <p:cNvSpPr txBox="1"/>
          <p:nvPr/>
        </p:nvSpPr>
        <p:spPr>
          <a:xfrm>
            <a:off x="611560" y="4676493"/>
            <a:ext cx="7560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Com base nos dados que vocês levantaram… o que vocês fariam?</a:t>
            </a:r>
          </a:p>
        </p:txBody>
      </p:sp>
    </p:spTree>
    <p:extLst>
      <p:ext uri="{BB962C8B-B14F-4D97-AF65-F5344CB8AC3E}">
        <p14:creationId xmlns:p14="http://schemas.microsoft.com/office/powerpoint/2010/main" val="374644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814" y="1752408"/>
            <a:ext cx="5268191" cy="453628"/>
          </a:xfrm>
        </p:spPr>
        <p:txBody>
          <a:bodyPr/>
          <a:lstStyle/>
          <a:p>
            <a:pPr algn="l"/>
            <a:r>
              <a:rPr lang="pt-BR" dirty="0"/>
              <a:t>O que é o 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8556" y="2302044"/>
            <a:ext cx="2982932" cy="28633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O processo de decisão faz parte do nosso dia a dia, desde a roupa a ser vestida até a resolução de se iniciar um projeto, uma decisão pode variar de corriqueira a inédita, de trivial a decisiva e de maquinal a planejada.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328" y="152981"/>
            <a:ext cx="4048125" cy="374650"/>
          </a:xfrm>
        </p:spPr>
        <p:txBody>
          <a:bodyPr/>
          <a:lstStyle/>
          <a:p>
            <a:r>
              <a:rPr lang="pt-BR" sz="2800" b="1" dirty="0">
                <a:solidFill>
                  <a:schemeClr val="tx1"/>
                </a:solidFill>
              </a:rPr>
              <a:t> Processo decisório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19207F-8ACE-C232-0DE4-07862D0E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98" y="2797443"/>
            <a:ext cx="1793081" cy="129301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48C139-ECC1-D0C8-8007-88F2CF108C3B}"/>
              </a:ext>
            </a:extLst>
          </p:cNvPr>
          <p:cNvSpPr txBox="1"/>
          <p:nvPr/>
        </p:nvSpPr>
        <p:spPr>
          <a:xfrm>
            <a:off x="6214252" y="2347095"/>
            <a:ext cx="1181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roupa vestir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EE262E-2CD5-29DB-1F9D-67B1F9BF5F56}"/>
              </a:ext>
            </a:extLst>
          </p:cNvPr>
          <p:cNvSpPr txBox="1"/>
          <p:nvPr/>
        </p:nvSpPr>
        <p:spPr>
          <a:xfrm>
            <a:off x="6558748" y="2801610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Onde devo investir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4DBD34-F4F3-0110-80DA-22D7C2956213}"/>
              </a:ext>
            </a:extLst>
          </p:cNvPr>
          <p:cNvSpPr txBox="1"/>
          <p:nvPr/>
        </p:nvSpPr>
        <p:spPr>
          <a:xfrm>
            <a:off x="6431486" y="3338938"/>
            <a:ext cx="1362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solução adotar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923A78-CF69-EEFF-A4A2-82098FB91A01}"/>
              </a:ext>
            </a:extLst>
          </p:cNvPr>
          <p:cNvSpPr txBox="1"/>
          <p:nvPr/>
        </p:nvSpPr>
        <p:spPr>
          <a:xfrm>
            <a:off x="6136406" y="3775535"/>
            <a:ext cx="18133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algoritmo implementar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DAE0F2D-9379-329C-6BC6-7EA4301F136B}"/>
              </a:ext>
            </a:extLst>
          </p:cNvPr>
          <p:cNvSpPr txBox="1"/>
          <p:nvPr/>
        </p:nvSpPr>
        <p:spPr>
          <a:xfrm>
            <a:off x="3956158" y="4458116"/>
            <a:ext cx="31197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corriqueiras ou de diferentes naturezas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37B157-A89A-668D-877E-C1E112C5335D}"/>
              </a:ext>
            </a:extLst>
          </p:cNvPr>
          <p:cNvSpPr txBox="1"/>
          <p:nvPr/>
        </p:nvSpPr>
        <p:spPr>
          <a:xfrm>
            <a:off x="4131771" y="2429787"/>
            <a:ext cx="1590500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Decidir é algo cotidiano</a:t>
            </a:r>
          </a:p>
        </p:txBody>
      </p:sp>
    </p:spTree>
    <p:extLst>
      <p:ext uri="{BB962C8B-B14F-4D97-AF65-F5344CB8AC3E}">
        <p14:creationId xmlns:p14="http://schemas.microsoft.com/office/powerpoint/2010/main" val="7868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4909" y="1717682"/>
            <a:ext cx="5268191" cy="453628"/>
          </a:xfrm>
        </p:spPr>
        <p:txBody>
          <a:bodyPr/>
          <a:lstStyle/>
          <a:p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7101" y="2242010"/>
            <a:ext cx="3285168" cy="25603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Via de regra, nossa </a:t>
            </a:r>
            <a:r>
              <a:rPr lang="pt-BR" b="1" dirty="0"/>
              <a:t>capacidade de tomar decisões</a:t>
            </a:r>
            <a:r>
              <a:rPr lang="pt-BR" dirty="0"/>
              <a:t> acertadas determinará o sucesso dos nossos empreendimentos em qualquer área, mesmo quando considerada a inevitável intervenção do acaso. 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553A7E-1BB0-D101-EA57-5166C8B1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21" y="2652066"/>
            <a:ext cx="2766289" cy="174024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EF02C0A-6BCE-1BE7-FD7A-7884B2A10DF2}"/>
              </a:ext>
            </a:extLst>
          </p:cNvPr>
          <p:cNvSpPr txBox="1"/>
          <p:nvPr/>
        </p:nvSpPr>
        <p:spPr>
          <a:xfrm>
            <a:off x="3436564" y="2955397"/>
            <a:ext cx="15808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com exatidão</a:t>
            </a:r>
          </a:p>
          <a:p>
            <a:r>
              <a:rPr lang="pt-BR" sz="1050" dirty="0"/>
              <a:t>e precisa</a:t>
            </a:r>
          </a:p>
        </p:txBody>
      </p:sp>
      <p:sp>
        <p:nvSpPr>
          <p:cNvPr id="8" name="Seta: em Forma de U 7">
            <a:extLst>
              <a:ext uri="{FF2B5EF4-FFF2-40B4-BE49-F238E27FC236}">
                <a16:creationId xmlns:a16="http://schemas.microsoft.com/office/drawing/2014/main" id="{FBEEDFBB-8BC2-499D-06C3-AA66698B61D9}"/>
              </a:ext>
            </a:extLst>
          </p:cNvPr>
          <p:cNvSpPr/>
          <p:nvPr/>
        </p:nvSpPr>
        <p:spPr>
          <a:xfrm flipH="1">
            <a:off x="3026499" y="2759810"/>
            <a:ext cx="820132" cy="2263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EA610B-848F-27A5-AFF0-7132966C0A53}"/>
              </a:ext>
            </a:extLst>
          </p:cNvPr>
          <p:cNvSpPr txBox="1"/>
          <p:nvPr/>
        </p:nvSpPr>
        <p:spPr>
          <a:xfrm>
            <a:off x="425929" y="4500056"/>
            <a:ext cx="24288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sem exatidão</a:t>
            </a:r>
          </a:p>
          <a:p>
            <a:r>
              <a:rPr lang="pt-BR" sz="1050" dirty="0"/>
              <a:t>e não ajustadas a realidade dos fatos</a:t>
            </a:r>
          </a:p>
        </p:txBody>
      </p:sp>
      <p:sp>
        <p:nvSpPr>
          <p:cNvPr id="10" name="Seta: em Forma de U 9">
            <a:extLst>
              <a:ext uri="{FF2B5EF4-FFF2-40B4-BE49-F238E27FC236}">
                <a16:creationId xmlns:a16="http://schemas.microsoft.com/office/drawing/2014/main" id="{6AF892A5-A2A0-F682-8E07-BE8B5AD2E044}"/>
              </a:ext>
            </a:extLst>
          </p:cNvPr>
          <p:cNvSpPr/>
          <p:nvPr/>
        </p:nvSpPr>
        <p:spPr>
          <a:xfrm rot="5400000" flipH="1">
            <a:off x="2856272" y="4349831"/>
            <a:ext cx="820132" cy="2263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tx1"/>
              </a:solidFill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DAD36F8-8A82-DD51-7475-8EA7C912BF5E}"/>
              </a:ext>
            </a:extLst>
          </p:cNvPr>
          <p:cNvCxnSpPr>
            <a:cxnSpLocks/>
          </p:cNvCxnSpPr>
          <p:nvPr/>
        </p:nvCxnSpPr>
        <p:spPr>
          <a:xfrm>
            <a:off x="1914235" y="5042934"/>
            <a:ext cx="304373" cy="19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8EB3B1-5F01-BD55-E34C-BECB79FD8216}"/>
              </a:ext>
            </a:extLst>
          </p:cNvPr>
          <p:cNvSpPr txBox="1"/>
          <p:nvPr/>
        </p:nvSpPr>
        <p:spPr>
          <a:xfrm>
            <a:off x="2293199" y="5238522"/>
            <a:ext cx="957313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Mais baratas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2605F77-4AF6-F0A0-481D-95F8F05174A0}"/>
              </a:ext>
            </a:extLst>
          </p:cNvPr>
          <p:cNvCxnSpPr>
            <a:cxnSpLocks/>
          </p:cNvCxnSpPr>
          <p:nvPr/>
        </p:nvCxnSpPr>
        <p:spPr>
          <a:xfrm>
            <a:off x="3761686" y="3452939"/>
            <a:ext cx="304373" cy="19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0EAC601-49E2-48F2-CA40-C7DB594E2CFF}"/>
              </a:ext>
            </a:extLst>
          </p:cNvPr>
          <p:cNvSpPr txBox="1"/>
          <p:nvPr/>
        </p:nvSpPr>
        <p:spPr>
          <a:xfrm>
            <a:off x="4140650" y="3648527"/>
            <a:ext cx="837089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Mais caras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4AB5E58-CF30-2C6C-E620-015B05962E40}"/>
              </a:ext>
            </a:extLst>
          </p:cNvPr>
          <p:cNvCxnSpPr/>
          <p:nvPr/>
        </p:nvCxnSpPr>
        <p:spPr>
          <a:xfrm>
            <a:off x="4516066" y="4052937"/>
            <a:ext cx="255351" cy="989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BBF3364-4CE7-F519-D96A-99F029F187F0}"/>
              </a:ext>
            </a:extLst>
          </p:cNvPr>
          <p:cNvCxnSpPr/>
          <p:nvPr/>
        </p:nvCxnSpPr>
        <p:spPr>
          <a:xfrm flipV="1">
            <a:off x="3418332" y="5170345"/>
            <a:ext cx="1353085" cy="24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9D14842-1A0C-8B6D-96DE-DBB8368BF977}"/>
              </a:ext>
            </a:extLst>
          </p:cNvPr>
          <p:cNvSpPr txBox="1"/>
          <p:nvPr/>
        </p:nvSpPr>
        <p:spPr>
          <a:xfrm>
            <a:off x="4771417" y="5001819"/>
            <a:ext cx="2871299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Produzir conhecimento para tomar a decisão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E731DD84-80E5-19C1-F3C3-86BAA59818B3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13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3" grpId="0" animBg="1"/>
      <p:bldP spid="17" grpId="0" animBg="1"/>
      <p:bldP spid="2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450" y="1646245"/>
            <a:ext cx="5268191" cy="414762"/>
          </a:xfrm>
        </p:spPr>
        <p:txBody>
          <a:bodyPr/>
          <a:lstStyle/>
          <a:p>
            <a:pPr algn="l"/>
            <a:r>
              <a:rPr lang="pt-BR" dirty="0"/>
              <a:t>Processo decisório nas Organizações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4591" y="2033774"/>
            <a:ext cx="2709473" cy="33916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1200" u="sng" dirty="0"/>
              <a:t>No meio corporativo, a importância de uma decisão assume uma dimensão ainda maior</a:t>
            </a:r>
            <a:r>
              <a:rPr lang="pt-BR" sz="1200" dirty="0"/>
              <a:t>, posto que suas consequências — boas ou ruins — serão sentidas no </a:t>
            </a:r>
            <a:r>
              <a:rPr lang="pt-BR" sz="1200" b="1" dirty="0"/>
              <a:t>desempenho geral da organização</a:t>
            </a:r>
            <a:r>
              <a:rPr lang="pt-BR" sz="1200" dirty="0"/>
              <a:t>, influenciarão os objetivos do grupo e a percepção de sucesso que colaboradores e clientes intuirão em relação àquela organização.</a:t>
            </a:r>
            <a:endParaRPr lang="pt-BR" sz="1200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A0A864-4D05-D7EC-280E-3047E000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0" y="2207934"/>
            <a:ext cx="1935956" cy="11715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D81903D-69D5-A093-1141-DFDFD6866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0" y="3729590"/>
            <a:ext cx="2021681" cy="135016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AB7F6FD-123C-A7F6-2907-3F157E0D10F7}"/>
              </a:ext>
            </a:extLst>
          </p:cNvPr>
          <p:cNvSpPr txBox="1"/>
          <p:nvPr/>
        </p:nvSpPr>
        <p:spPr>
          <a:xfrm>
            <a:off x="2200505" y="2515733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/>
              <a:t>Decisões certa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AFA4E4-A090-9132-E3BB-36940820A076}"/>
              </a:ext>
            </a:extLst>
          </p:cNvPr>
          <p:cNvSpPr txBox="1"/>
          <p:nvPr/>
        </p:nvSpPr>
        <p:spPr>
          <a:xfrm>
            <a:off x="2200504" y="4055267"/>
            <a:ext cx="13035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/>
              <a:t>Decisões erradas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146E58-8DA7-6497-E412-801015AABB45}"/>
              </a:ext>
            </a:extLst>
          </p:cNvPr>
          <p:cNvSpPr txBox="1"/>
          <p:nvPr/>
        </p:nvSpPr>
        <p:spPr>
          <a:xfrm rot="2823403">
            <a:off x="2636516" y="2943665"/>
            <a:ext cx="346249" cy="1171575"/>
          </a:xfrm>
          <a:prstGeom prst="rect">
            <a:avLst/>
          </a:prstGeom>
          <a:solidFill>
            <a:srgbClr val="FFFF0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pt-BR" sz="1050" dirty="0"/>
              <a:t>Organizações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18BC7B1-691C-8986-587E-A76C872D2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881" y="4755958"/>
            <a:ext cx="1385888" cy="10858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38B648-BB7E-1D63-65F3-23C0E79F5E19}"/>
              </a:ext>
            </a:extLst>
          </p:cNvPr>
          <p:cNvSpPr txBox="1"/>
          <p:nvPr/>
        </p:nvSpPr>
        <p:spPr>
          <a:xfrm>
            <a:off x="2257067" y="4478959"/>
            <a:ext cx="910827" cy="25391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Patrão triste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9EBF73A-3E59-D6ED-A8C0-ADB33B1F9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585" y="4753151"/>
            <a:ext cx="1270967" cy="10930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4526A88-581E-F7AA-71A8-078E41E16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2148" y="2500397"/>
            <a:ext cx="1121569" cy="134302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20C85FA9-9F4B-3709-A845-333FE19282B5}"/>
              </a:ext>
            </a:extLst>
          </p:cNvPr>
          <p:cNvSpPr txBox="1"/>
          <p:nvPr/>
        </p:nvSpPr>
        <p:spPr>
          <a:xfrm>
            <a:off x="3534328" y="2223398"/>
            <a:ext cx="859531" cy="253916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Patrão feliz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78260E-99D3-55E2-8923-2B6AB3B81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297" y="2465219"/>
            <a:ext cx="1422353" cy="61204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575D11B-645E-7823-735E-CCE4681FEC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5438" y="3106333"/>
            <a:ext cx="1117411" cy="846240"/>
          </a:xfrm>
          <a:prstGeom prst="rect">
            <a:avLst/>
          </a:prstGeom>
        </p:spPr>
      </p:pic>
      <p:sp>
        <p:nvSpPr>
          <p:cNvPr id="4" name="Chave Esquerda 3">
            <a:extLst>
              <a:ext uri="{FF2B5EF4-FFF2-40B4-BE49-F238E27FC236}">
                <a16:creationId xmlns:a16="http://schemas.microsoft.com/office/drawing/2014/main" id="{2F59A355-F174-02A8-3482-2CFDDDA2253C}"/>
              </a:ext>
            </a:extLst>
          </p:cNvPr>
          <p:cNvSpPr/>
          <p:nvPr/>
        </p:nvSpPr>
        <p:spPr>
          <a:xfrm rot="10800000">
            <a:off x="6116011" y="2061007"/>
            <a:ext cx="148580" cy="1891566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72A01293-326E-88A3-38E3-BA30522A0AB6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9" grpId="0" animBg="1"/>
      <p:bldP spid="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AEB8421-9943-11E6-387C-A948976160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7276" y="3127688"/>
            <a:ext cx="7029449" cy="453628"/>
          </a:xfrm>
        </p:spPr>
        <p:txBody>
          <a:bodyPr/>
          <a:lstStyle/>
          <a:p>
            <a:r>
              <a:rPr lang="pt-BR" sz="3600" dirty="0"/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7ECD14-B2A4-AF93-8679-0ED7F4A6699A}"/>
              </a:ext>
            </a:extLst>
          </p:cNvPr>
          <p:cNvSpPr txBox="1"/>
          <p:nvPr/>
        </p:nvSpPr>
        <p:spPr>
          <a:xfrm>
            <a:off x="1207868" y="1577884"/>
            <a:ext cx="6306014" cy="15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00" dirty="0">
                <a:latin typeface="Work Sans" pitchFamily="2" charset="0"/>
              </a:rPr>
              <a:t>A </a:t>
            </a:r>
            <a:r>
              <a:rPr lang="pt-BR" sz="1800" b="1" dirty="0">
                <a:latin typeface="Work Sans" pitchFamily="2" charset="0"/>
              </a:rPr>
              <a:t>tomada de decisão </a:t>
            </a:r>
            <a:r>
              <a:rPr lang="pt-BR" sz="1800" dirty="0">
                <a:latin typeface="Work Sans" pitchFamily="2" charset="0"/>
              </a:rPr>
              <a:t>é o processo de escolher um curso de ação entre várias alternativas para se defrontar com um problema ou oportunidade. </a:t>
            </a:r>
          </a:p>
          <a:p>
            <a:pPr algn="just">
              <a:lnSpc>
                <a:spcPct val="150000"/>
              </a:lnSpc>
            </a:pPr>
            <a:r>
              <a:rPr lang="pt-BR" sz="1050" b="1" i="1" dirty="0">
                <a:latin typeface="Work Sans" pitchFamily="2" charset="0"/>
              </a:rPr>
              <a:t>Chiavenato (2014). </a:t>
            </a:r>
            <a:endParaRPr lang="pt-BR" sz="1050" b="1" i="1" u="sng" dirty="0">
              <a:latin typeface="Work Sans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78626C-E8EA-D563-507C-939C0F7B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527" y="3008066"/>
            <a:ext cx="3108010" cy="198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818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379" y="1717682"/>
            <a:ext cx="5268191" cy="453628"/>
          </a:xfrm>
        </p:spPr>
        <p:txBody>
          <a:bodyPr/>
          <a:lstStyle/>
          <a:p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4848" y="2464854"/>
            <a:ext cx="3306378" cy="208817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Portanto, uma decisão só faz sentido mediante a existência de alternativas, pois na ausência de ao menos uma delas, não haverá o que decidir.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F42E66-373B-5848-D8B4-DD255992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4" y="2401663"/>
            <a:ext cx="2171700" cy="110728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F6AB799-B246-2C4E-5084-7F7FACB96529}"/>
              </a:ext>
            </a:extLst>
          </p:cNvPr>
          <p:cNvSpPr txBox="1"/>
          <p:nvPr/>
        </p:nvSpPr>
        <p:spPr>
          <a:xfrm>
            <a:off x="612153" y="3739296"/>
            <a:ext cx="27991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Para decidir, é preciso ter </a:t>
            </a:r>
            <a:r>
              <a:rPr lang="pt-BR" sz="1050" b="1" dirty="0">
                <a:solidFill>
                  <a:srgbClr val="FF0000"/>
                </a:solidFill>
              </a:rPr>
              <a:t>ALTERNATIVAS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057C4A27-AE61-F187-BFD8-0F56130981C5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7127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7730" y="2626795"/>
            <a:ext cx="4069949" cy="251822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No processo de tomada de decisão, determinar uma estrutura comum para abordar problemas semelhantes tem facilitado a resolução de problemas. 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Na visão de Chiavenato (2014), o processo decisório desenvolve-se ao longo de seis etapas.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FE50E0B-8125-C9AF-3366-DD18D4E13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68" y="2360912"/>
            <a:ext cx="1935956" cy="320754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A672B311-ADB1-F213-C0B7-46FFB64EB112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323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5938" y="2444879"/>
            <a:ext cx="5846495" cy="1141431"/>
          </a:xfrm>
        </p:spPr>
        <p:txBody>
          <a:bodyPr/>
          <a:lstStyle/>
          <a:p>
            <a:r>
              <a:rPr lang="pt-BR" sz="1350" b="1" dirty="0"/>
              <a:t>Mapear a situação e identificar as características: oportunidade ou problema</a:t>
            </a:r>
          </a:p>
          <a:p>
            <a:r>
              <a:rPr lang="pt-BR" sz="1350" b="1" dirty="0"/>
              <a:t>Definir a situação</a:t>
            </a:r>
            <a:r>
              <a:rPr lang="pt-BR" sz="1350" dirty="0"/>
              <a:t>: essência do problema ou oportunidade</a:t>
            </a:r>
          </a:p>
          <a:p>
            <a:r>
              <a:rPr lang="pt-BR" sz="1350" b="1" dirty="0"/>
              <a:t>Causa e efeito alinhados com os objetivos organizacionais</a:t>
            </a:r>
            <a:r>
              <a:rPr lang="pt-BR" sz="1350" dirty="0"/>
              <a:t>: Vale a pena ou não</a:t>
            </a:r>
          </a:p>
          <a:p>
            <a:r>
              <a:rPr lang="pt-BR" sz="1350" b="1" dirty="0"/>
              <a:t>Diagnóstico das causas</a:t>
            </a:r>
            <a:r>
              <a:rPr lang="pt-BR" sz="1350" dirty="0"/>
              <a:t>: o que está provocando a situação? Quem são as pessoas envolvidas? O que pode clarificar a situação? O que contribuiu para a situação?</a:t>
            </a:r>
          </a:p>
          <a:p>
            <a:r>
              <a:rPr lang="pt-BR" sz="1350" b="1" dirty="0"/>
              <a:t>Objetivos da decisão</a:t>
            </a:r>
            <a:r>
              <a:rPr lang="pt-BR" sz="1350" dirty="0"/>
              <a:t>: buscar o alinhamento com os objetivos organizacionais onde, quanto mais contribuir, mais eficaz será</a:t>
            </a:r>
          </a:p>
          <a:p>
            <a:r>
              <a:rPr lang="pt-BR" sz="135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D51BA4-70E3-7D31-5C55-FA81702D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4" y="2471088"/>
            <a:ext cx="2198469" cy="52703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BC5CF8-B2ED-76DB-5329-CEE97042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74" y="3966942"/>
            <a:ext cx="968604" cy="131799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AF9A4C-E764-5D72-30A0-54444FE03D62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40051695-CC77-275C-0352-7A323BD8A761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008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3008" y="2939110"/>
            <a:ext cx="5846495" cy="635794"/>
          </a:xfrm>
        </p:spPr>
        <p:txBody>
          <a:bodyPr/>
          <a:lstStyle/>
          <a:p>
            <a:r>
              <a:rPr lang="pt-BR" sz="1350" b="1" dirty="0"/>
              <a:t>Reduzir a incerteza sobre a situação</a:t>
            </a:r>
          </a:p>
          <a:p>
            <a:r>
              <a:rPr lang="pt-BR" sz="1350" b="1" dirty="0"/>
              <a:t>Coletar e organizar dados para gerar informações sobre a situação</a:t>
            </a:r>
          </a:p>
          <a:p>
            <a:r>
              <a:rPr lang="pt-BR" sz="135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D51BA4-70E3-7D31-5C55-FA81702D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95" y="2444879"/>
            <a:ext cx="1265347" cy="30333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4305D6F-07F7-F9CD-2FC2-32F7F5F6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95" y="2952927"/>
            <a:ext cx="1950244" cy="6357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06602F-BF83-B18F-69DB-64E377E2F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5" y="4212552"/>
            <a:ext cx="1265347" cy="139235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374D0093-C02E-189E-9163-389446CDB9D6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1138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53326" y="2742162"/>
            <a:ext cx="5846495" cy="2454980"/>
          </a:xfrm>
        </p:spPr>
        <p:txBody>
          <a:bodyPr/>
          <a:lstStyle/>
          <a:p>
            <a:r>
              <a:rPr lang="pt-BR" sz="1350" b="1" dirty="0"/>
              <a:t>Gerar soluções ou cursos alternativos</a:t>
            </a:r>
          </a:p>
          <a:p>
            <a:r>
              <a:rPr lang="pt-BR" sz="1350" b="1" dirty="0"/>
              <a:t>Buscar alternativas e soluções sem a preocupação com a viabilidade ou conveniência</a:t>
            </a:r>
          </a:p>
          <a:p>
            <a:r>
              <a:rPr lang="pt-BR" sz="1350" b="1" dirty="0"/>
              <a:t>Reunir os envolvidos no problema para levantar as alternativas viáveis</a:t>
            </a:r>
          </a:p>
          <a:p>
            <a:r>
              <a:rPr lang="pt-BR" sz="1350" b="1" dirty="0"/>
              <a:t>Brainstorming: </a:t>
            </a:r>
            <a:r>
              <a:rPr lang="pt-BR" sz="1350" dirty="0"/>
              <a:t>levantamento coletivo de alternativas sem julgamento rígido</a:t>
            </a:r>
          </a:p>
          <a:p>
            <a:r>
              <a:rPr lang="pt-BR" sz="1350" b="1" dirty="0"/>
              <a:t>Quanto mais alternativas, melhor.</a:t>
            </a:r>
          </a:p>
          <a:p>
            <a:r>
              <a:rPr lang="pt-BR" sz="1350" b="1" dirty="0"/>
              <a:t>Mais facilmente desenvolvida para situações </a:t>
            </a:r>
            <a:r>
              <a:rPr lang="pt-BR" sz="1350" b="1" dirty="0">
                <a:solidFill>
                  <a:srgbClr val="FF0000"/>
                </a:solidFill>
              </a:rPr>
              <a:t>programadas</a:t>
            </a:r>
            <a:r>
              <a:rPr lang="pt-BR" sz="1350" b="1" dirty="0"/>
              <a:t> do que </a:t>
            </a:r>
            <a:r>
              <a:rPr lang="pt-BR" sz="1350" b="1" dirty="0">
                <a:solidFill>
                  <a:srgbClr val="FF0000"/>
                </a:solidFill>
              </a:rPr>
              <a:t>não programadas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4630C1-BEAB-0FFE-068B-ADDABF60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445238"/>
            <a:ext cx="1011025" cy="55443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3A059DD-0359-7C09-CC18-9488748EE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41" y="3241940"/>
            <a:ext cx="1993106" cy="60007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8FD90C3-6717-3C35-F856-DC130B6BE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41" y="4227434"/>
            <a:ext cx="1226147" cy="1054847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CE6CB15E-91B0-076F-1700-FFCA448998E3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99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5746" y="3224080"/>
            <a:ext cx="5846495" cy="1362932"/>
          </a:xfrm>
        </p:spPr>
        <p:txBody>
          <a:bodyPr/>
          <a:lstStyle/>
          <a:p>
            <a:r>
              <a:rPr lang="pt-BR" sz="1350" b="1" dirty="0"/>
              <a:t>Avaliação rigorosa das alternativa: hipótese e comprovação</a:t>
            </a:r>
          </a:p>
          <a:p>
            <a:r>
              <a:rPr lang="pt-BR" sz="1350" b="1" dirty="0"/>
              <a:t>Escolha da solução mais adequada</a:t>
            </a:r>
          </a:p>
          <a:p>
            <a:r>
              <a:rPr lang="pt-BR" sz="1350" b="1" dirty="0"/>
              <a:t>Mínimo de consequências negativas para a organização e maior resultado alinhado com os objetivos</a:t>
            </a:r>
          </a:p>
          <a:p>
            <a:r>
              <a:rPr lang="pt-BR" sz="1350" b="1" dirty="0"/>
              <a:t>Definido a partir da visão do TODO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92AF6F-1D40-9B03-1170-030F5378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6" y="2474854"/>
            <a:ext cx="1208873" cy="9541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5E20240-10C0-CA5E-A16F-3FB674C5A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40" y="3574758"/>
            <a:ext cx="1950244" cy="55006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6961B4A-4F0D-93FD-37C1-2CDC0C4F5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7" y="4587012"/>
            <a:ext cx="1304319" cy="729297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3879C85D-F53D-2F50-5D6C-37CE09C26F71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1317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9886" y="3307955"/>
            <a:ext cx="5846495" cy="1965182"/>
          </a:xfrm>
        </p:spPr>
        <p:txBody>
          <a:bodyPr/>
          <a:lstStyle/>
          <a:p>
            <a:r>
              <a:rPr lang="pt-BR" sz="1350" b="1" dirty="0"/>
              <a:t>Implementar a solução escolhida</a:t>
            </a:r>
          </a:p>
          <a:p>
            <a:r>
              <a:rPr lang="pt-BR" sz="1350" b="1" dirty="0"/>
              <a:t>Planejar as ações</a:t>
            </a:r>
          </a:p>
          <a:p>
            <a:r>
              <a:rPr lang="pt-BR" sz="1350" b="1" dirty="0"/>
              <a:t>Colocar em prática</a:t>
            </a:r>
          </a:p>
          <a:p>
            <a:r>
              <a:rPr lang="pt-BR" sz="1350" b="1" dirty="0"/>
              <a:t>Alocar recursos</a:t>
            </a:r>
          </a:p>
          <a:p>
            <a:r>
              <a:rPr lang="pt-BR" sz="1350" b="1" dirty="0"/>
              <a:t>Definir orçamento</a:t>
            </a:r>
          </a:p>
          <a:p>
            <a:r>
              <a:rPr lang="pt-BR" sz="1350" b="1" dirty="0"/>
              <a:t>Criar meios para medir o progresso e resultados da ação</a:t>
            </a:r>
          </a:p>
          <a:p>
            <a:r>
              <a:rPr lang="pt-BR" sz="1350" b="1" dirty="0"/>
              <a:t>Aplicar ações corretivas quando necessário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C28949-1083-B1CF-28CC-3DA2EE7A3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405922"/>
            <a:ext cx="1230198" cy="133234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59E0FD4-F12F-4BB6-0E22-82E8B872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7" y="3994081"/>
            <a:ext cx="2000250" cy="59293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9ED34F3-FAB1-5E38-9062-0021E874B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7" y="4981081"/>
            <a:ext cx="1314818" cy="407882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2F8453A6-E2F6-E315-77E7-ED0674EAF092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8530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2307" y="4067328"/>
            <a:ext cx="5846495" cy="890582"/>
          </a:xfrm>
        </p:spPr>
        <p:txBody>
          <a:bodyPr/>
          <a:lstStyle/>
          <a:p>
            <a:r>
              <a:rPr lang="pt-BR" sz="1350" b="1" dirty="0"/>
              <a:t>Monitorar as ações</a:t>
            </a:r>
          </a:p>
          <a:p>
            <a:r>
              <a:rPr lang="pt-BR" sz="1350" b="1" dirty="0"/>
              <a:t>Avaliar os resultados</a:t>
            </a:r>
          </a:p>
          <a:p>
            <a:r>
              <a:rPr lang="pt-BR" sz="1350" b="1" dirty="0"/>
              <a:t>Responder as questões definidas na etapa anterior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C65B63-0C0E-EA3B-454F-BFBB7249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329097"/>
            <a:ext cx="968604" cy="13179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2ED9D7-2686-FC51-75FB-AF423086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6" y="4205828"/>
            <a:ext cx="1985963" cy="600075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1078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5C2364-B804-FB91-4C36-367FDC9F3A82}"/>
              </a:ext>
            </a:extLst>
          </p:cNvPr>
          <p:cNvSpPr txBox="1"/>
          <p:nvPr/>
        </p:nvSpPr>
        <p:spPr>
          <a:xfrm>
            <a:off x="1377273" y="1556792"/>
            <a:ext cx="5526360" cy="260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Conexão com o que já foi visto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Dados → base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Informação → entendimento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Conhecimento → interpretação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Decisão → ação</a:t>
            </a:r>
            <a:r>
              <a:rPr lang="pt-B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4393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5C2364-B804-FB91-4C36-367FDC9F3A82}"/>
              </a:ext>
            </a:extLst>
          </p:cNvPr>
          <p:cNvSpPr txBox="1"/>
          <p:nvPr/>
        </p:nvSpPr>
        <p:spPr>
          <a:xfrm>
            <a:off x="1115616" y="1844824"/>
            <a:ext cx="70567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400" b="1" dirty="0"/>
              <a:t>Tomada de Decisão</a:t>
            </a:r>
          </a:p>
          <a:p>
            <a:pPr>
              <a:buNone/>
            </a:pPr>
            <a:endParaRPr lang="pt-BR" sz="2400" b="1" dirty="0"/>
          </a:p>
          <a:p>
            <a:pPr algn="ctr">
              <a:buNone/>
            </a:pPr>
            <a:r>
              <a:rPr lang="pt-BR" sz="2400" b="1" dirty="0"/>
              <a:t>Jogo do Processo Decisório</a:t>
            </a:r>
          </a:p>
          <a:p>
            <a:pPr algn="ctr">
              <a:buNone/>
            </a:pPr>
            <a:endParaRPr lang="pt-BR" sz="2400" b="1" dirty="0"/>
          </a:p>
          <a:p>
            <a:pPr algn="ctr">
              <a:buNone/>
            </a:pPr>
            <a:r>
              <a:rPr lang="pt-BR" sz="2400" b="1" dirty="0"/>
              <a:t>Caso Garrafa PET – Defeito na Fabricação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997485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65F0A5-2800-B168-B2F7-BCD42DDEF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68760"/>
            <a:ext cx="3307715" cy="1383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DA82192-67C9-96E7-455C-BF7EB0888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453" y="1098579"/>
            <a:ext cx="2519779" cy="140548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EA34163-39B0-8F0D-D2DB-F16B7D774268}"/>
              </a:ext>
            </a:extLst>
          </p:cNvPr>
          <p:cNvSpPr txBox="1"/>
          <p:nvPr/>
        </p:nvSpPr>
        <p:spPr>
          <a:xfrm>
            <a:off x="179512" y="3211569"/>
            <a:ext cx="4680520" cy="2675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empresa atua na produção de garrafas PET, com capacidade de 10.000.000 peças por mês, operando em 3 turnos ao longo de 30 dias.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atender essa demanda, a produção é realizada em 3 turnos diários: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da manhã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vespertino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noturno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Recentemente, o maior cliente da empresa comunicou à presidência que houve um aumento significativo no volume de defeitos nos últimos 3 meses.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diretoria precisa de uma resposta rápida e precisa.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35FC9D-744E-03AA-EA8F-9CDBB3318BCC}"/>
              </a:ext>
            </a:extLst>
          </p:cNvPr>
          <p:cNvSpPr txBox="1"/>
          <p:nvPr/>
        </p:nvSpPr>
        <p:spPr>
          <a:xfrm>
            <a:off x="5465805" y="2564904"/>
            <a:ext cx="3168352" cy="2253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pt-BR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Defeitos Identificados no Processo</a:t>
            </a:r>
            <a:endParaRPr lang="pt-B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 tóxico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Garrafa opaca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Formato fora do padrão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Resistência fora dos limites aceitáveis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Garrafas com vazamento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Rosca do gargalo deformada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Variação de cor nas garrafas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Tamanho fora dos limites aceitáveis </a:t>
            </a:r>
          </a:p>
          <a:p>
            <a:pPr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Embalagem com quantidade inferior </a:t>
            </a:r>
          </a:p>
          <a:p>
            <a:pPr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Presença de corpo estranho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A1ED2D-57A0-DF86-9658-5CC4092E7374}"/>
              </a:ext>
            </a:extLst>
          </p:cNvPr>
          <p:cNvSpPr txBox="1"/>
          <p:nvPr/>
        </p:nvSpPr>
        <p:spPr>
          <a:xfrm>
            <a:off x="5464104" y="4878925"/>
            <a:ext cx="3168351" cy="1862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pt-BR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Etapas do Processo Produtivo</a:t>
            </a:r>
            <a:endParaRPr lang="pt-B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Adição da matéria-prima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Aquecimento da injetora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Injeção da pré-forma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Posicionamento na esteira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Pré-aquecimento das pré-formas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Posicionamento no molde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Sopro (formato final)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Expedição </a:t>
            </a:r>
          </a:p>
        </p:txBody>
      </p:sp>
    </p:spTree>
    <p:extLst>
      <p:ext uri="{BB962C8B-B14F-4D97-AF65-F5344CB8AC3E}">
        <p14:creationId xmlns:p14="http://schemas.microsoft.com/office/powerpoint/2010/main" val="262548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0FD0CE-0EC1-4C97-601C-B80DC611C8CD}"/>
              </a:ext>
            </a:extLst>
          </p:cNvPr>
          <p:cNvSpPr txBox="1"/>
          <p:nvPr/>
        </p:nvSpPr>
        <p:spPr>
          <a:xfrm>
            <a:off x="179512" y="924711"/>
            <a:ext cx="4048125" cy="2855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Dinâmica do Jogo</a:t>
            </a:r>
            <a:endParaRPr lang="pt-B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equipe atuará como uma equipe de análise de dados e qualidade.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Coleta de Dados (Simulação)</a:t>
            </a:r>
            <a:endParaRPr lang="pt-B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dados estão organizados em planilhas (disponível no cronograma dentro do AVA) protegidas por senha.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planilha representa 1 dia de coleta de dados.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acessar uma planilha, a equipe deve solicitar a senha ao professor. </a:t>
            </a:r>
          </a:p>
          <a:p>
            <a:pPr>
              <a:buNone/>
            </a:pP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importante:</a:t>
            </a:r>
            <a:b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senha solicitada = </a:t>
            </a:r>
            <a:r>
              <a:rPr lang="pt-B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+1 dia consumido na análise</a:t>
            </a:r>
            <a:endParaRPr lang="pt-BR" sz="12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B5E0A9-9257-DFA9-CA56-A07AED5DB7F4}"/>
              </a:ext>
            </a:extLst>
          </p:cNvPr>
          <p:cNvSpPr txBox="1"/>
          <p:nvPr/>
        </p:nvSpPr>
        <p:spPr>
          <a:xfrm>
            <a:off x="4499992" y="928879"/>
            <a:ext cx="4048125" cy="36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 da Equipe</a:t>
            </a:r>
            <a:endParaRPr lang="pt-B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equipe deverá: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Coletar dados de forma estratégica (decidir quantos dias analisar)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Construir uma planilha no Excel para: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Agrupar os dados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Organizar os defeitos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Gerar análises gráficas, como por exemplo: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Gráfico de Pareto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Gráfico de linha, acumulado com série temporal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Outros gráficos que apoiem a análise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o principal problema (defeito predominante)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Relacionar o defeito com possível etapa do processo e turno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Apresentar evidências baseadas nos dados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3F94B1-67EA-DE82-3324-AC6A5AF0C984}"/>
              </a:ext>
            </a:extLst>
          </p:cNvPr>
          <p:cNvSpPr txBox="1"/>
          <p:nvPr/>
        </p:nvSpPr>
        <p:spPr>
          <a:xfrm>
            <a:off x="141272" y="3933056"/>
            <a:ext cx="3950235" cy="2535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Critério de Vitória (Gamificação)</a:t>
            </a:r>
            <a:endParaRPr lang="pt-B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Vence a equipe que: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Identificar corretamente o problema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o menor número de dias (planilhas)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de Pontuação:</a:t>
            </a:r>
            <a:endParaRPr lang="pt-BR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1º lugar → Nota 10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2º lugar → Nota 9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3º lugar → Nota 8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 (e assim sucessivamente)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83124D-D76F-226A-2337-959188064DFA}"/>
              </a:ext>
            </a:extLst>
          </p:cNvPr>
          <p:cNvSpPr txBox="1"/>
          <p:nvPr/>
        </p:nvSpPr>
        <p:spPr>
          <a:xfrm>
            <a:off x="4499991" y="4869160"/>
            <a:ext cx="4048126" cy="1522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Crítica (Risco do Jogo)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a equipe apresente uma resposta incorreta: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Perde toda a pontuação (nota zero)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simula decisões empresariais críticas tomadas com base em análise insuficiente.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526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4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5C457B6-6912-6E42-FFE9-89CA6E867EF5}"/>
              </a:ext>
            </a:extLst>
          </p:cNvPr>
          <p:cNvSpPr txBox="1"/>
          <p:nvPr/>
        </p:nvSpPr>
        <p:spPr>
          <a:xfrm>
            <a:off x="2260363" y="1274351"/>
            <a:ext cx="4589090" cy="397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Entrega da Atividade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equipe deverá apresentar: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Planilha Excel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de dados consolidada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Tratamento dos dados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Organização por tipo de defeito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Análise Gráfica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Evidência clara do problema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Destaque do defeito mais relevante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Conclusão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é o principal defeito?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 a provável causa (etapa do processo e turno</a:t>
            </a:r>
            <a:r>
              <a:rPr lang="pt-BR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)? 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615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7357</Words>
  <Application>Microsoft Office PowerPoint</Application>
  <PresentationFormat>Apresentação na tela (4:3)</PresentationFormat>
  <Paragraphs>1302</Paragraphs>
  <Slides>110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110</vt:i4>
      </vt:variant>
    </vt:vector>
  </HeadingPairs>
  <TitlesOfParts>
    <vt:vector size="121" baseType="lpstr">
      <vt:lpstr>Arial</vt:lpstr>
      <vt:lpstr>Calibri</vt:lpstr>
      <vt:lpstr>Courier New</vt:lpstr>
      <vt:lpstr>Google Sans</vt:lpstr>
      <vt:lpstr>Proxima Nova Rg</vt:lpstr>
      <vt:lpstr>Segoe UI Emoji</vt:lpstr>
      <vt:lpstr>Symbol</vt:lpstr>
      <vt:lpstr>Times New Roman</vt:lpstr>
      <vt:lpstr>Wingdings</vt:lpstr>
      <vt:lpstr>Work Sans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Revisão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PARETO </vt:lpstr>
      <vt:lpstr>PARETO </vt:lpstr>
      <vt:lpstr>PARETO </vt:lpstr>
      <vt:lpstr>Classificação ABC </vt:lpstr>
      <vt:lpstr>Classificação ABC </vt:lpstr>
      <vt:lpstr>Classificação ABC </vt:lpstr>
      <vt:lpstr>Classificação ABC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59</cp:revision>
  <dcterms:modified xsi:type="dcterms:W3CDTF">2026-04-07T14:38:12Z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