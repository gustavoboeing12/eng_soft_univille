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2" r:id="rId1"/>
  </p:sldMasterIdLst>
  <p:notesMasterIdLst>
    <p:notesMasterId r:id="rId78"/>
  </p:notesMasterIdLst>
  <p:handoutMasterIdLst>
    <p:handoutMasterId r:id="rId79"/>
  </p:handoutMasterIdLst>
  <p:sldIdLst>
    <p:sldId id="256" r:id="rId2"/>
    <p:sldId id="269" r:id="rId3"/>
    <p:sldId id="299" r:id="rId4"/>
    <p:sldId id="307" r:id="rId5"/>
    <p:sldId id="304" r:id="rId6"/>
    <p:sldId id="305" r:id="rId7"/>
    <p:sldId id="306" r:id="rId8"/>
    <p:sldId id="308" r:id="rId9"/>
    <p:sldId id="309" r:id="rId10"/>
    <p:sldId id="310" r:id="rId11"/>
    <p:sldId id="315" r:id="rId12"/>
    <p:sldId id="311" r:id="rId13"/>
    <p:sldId id="312" r:id="rId14"/>
    <p:sldId id="313" r:id="rId15"/>
    <p:sldId id="314" r:id="rId16"/>
    <p:sldId id="316" r:id="rId17"/>
    <p:sldId id="317" r:id="rId18"/>
    <p:sldId id="318" r:id="rId19"/>
    <p:sldId id="300" r:id="rId20"/>
    <p:sldId id="319" r:id="rId21"/>
    <p:sldId id="320" r:id="rId22"/>
    <p:sldId id="321" r:id="rId23"/>
    <p:sldId id="332" r:id="rId24"/>
    <p:sldId id="333" r:id="rId25"/>
    <p:sldId id="334" r:id="rId26"/>
    <p:sldId id="335" r:id="rId27"/>
    <p:sldId id="336" r:id="rId28"/>
    <p:sldId id="337" r:id="rId29"/>
    <p:sldId id="338" r:id="rId30"/>
    <p:sldId id="339" r:id="rId31"/>
    <p:sldId id="340" r:id="rId32"/>
    <p:sldId id="322" r:id="rId33"/>
    <p:sldId id="323" r:id="rId34"/>
    <p:sldId id="324" r:id="rId35"/>
    <p:sldId id="341" r:id="rId36"/>
    <p:sldId id="342" r:id="rId37"/>
    <p:sldId id="343" r:id="rId38"/>
    <p:sldId id="344" r:id="rId39"/>
    <p:sldId id="345" r:id="rId40"/>
    <p:sldId id="346" r:id="rId41"/>
    <p:sldId id="347" r:id="rId42"/>
    <p:sldId id="348" r:id="rId43"/>
    <p:sldId id="349" r:id="rId44"/>
    <p:sldId id="326" r:id="rId45"/>
    <p:sldId id="327" r:id="rId46"/>
    <p:sldId id="329" r:id="rId47"/>
    <p:sldId id="331" r:id="rId48"/>
    <p:sldId id="328" r:id="rId49"/>
    <p:sldId id="330" r:id="rId50"/>
    <p:sldId id="325" r:id="rId51"/>
    <p:sldId id="350" r:id="rId52"/>
    <p:sldId id="351" r:id="rId53"/>
    <p:sldId id="359" r:id="rId54"/>
    <p:sldId id="352" r:id="rId55"/>
    <p:sldId id="353" r:id="rId56"/>
    <p:sldId id="354" r:id="rId57"/>
    <p:sldId id="355" r:id="rId58"/>
    <p:sldId id="356" r:id="rId59"/>
    <p:sldId id="357" r:id="rId60"/>
    <p:sldId id="358" r:id="rId61"/>
    <p:sldId id="360" r:id="rId62"/>
    <p:sldId id="362" r:id="rId63"/>
    <p:sldId id="363" r:id="rId64"/>
    <p:sldId id="364" r:id="rId65"/>
    <p:sldId id="365" r:id="rId66"/>
    <p:sldId id="366" r:id="rId67"/>
    <p:sldId id="367" r:id="rId68"/>
    <p:sldId id="368" r:id="rId69"/>
    <p:sldId id="361" r:id="rId70"/>
    <p:sldId id="370" r:id="rId71"/>
    <p:sldId id="369" r:id="rId72"/>
    <p:sldId id="371" r:id="rId73"/>
    <p:sldId id="372" r:id="rId74"/>
    <p:sldId id="373" r:id="rId75"/>
    <p:sldId id="374" r:id="rId76"/>
    <p:sldId id="259" r:id="rId77"/>
  </p:sldIdLst>
  <p:sldSz cx="9144000" cy="6858000" type="screen4x3"/>
  <p:notesSz cx="7010400" cy="92964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8F68C7-CF24-4B87-9D06-73D083DA32D1}" v="514" dt="2026-03-17T18:22:54.099"/>
  </p1510:revLst>
</p1510:revInfo>
</file>

<file path=ppt/tableStyles.xml><?xml version="1.0" encoding="utf-8"?>
<a:tblStyleLst xmlns:a="http://schemas.openxmlformats.org/drawingml/2006/main" def="{90651C3A-4460-11DB-9652-00E08161165F}">
  <a:tblStyle styleId="{E929F9F4-4A8F-4326-A1B4-22849713DDAB}" styleName="Estilo Escuro 1 - Ênfase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Estilo Médio 4 - Ênfas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41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3424"/>
    </p:cViewPr>
  </p:sorterViewPr>
  <p:notesViewPr>
    <p:cSldViewPr>
      <p:cViewPr varScale="1">
        <p:scale>
          <a:sx n="84" d="100"/>
          <a:sy n="84" d="100"/>
        </p:scale>
        <p:origin x="387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microsoft.com/office/2016/11/relationships/changesInfo" Target="changesInfos/changesInfo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85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alvo Medeiros" userId="52f93e62-72bc-4d5d-8e07-af043120901b" providerId="ADAL" clId="{40095463-1CA9-41B2-94DA-1CD85C949CC9}"/>
    <pc:docChg chg="undo custSel addSld delSld modSld sldOrd modMainMaster modNotesMaster">
      <pc:chgData name="Rosalvo Medeiros" userId="52f93e62-72bc-4d5d-8e07-af043120901b" providerId="ADAL" clId="{40095463-1CA9-41B2-94DA-1CD85C949CC9}" dt="2026-03-17T18:23:31.657" v="4024" actId="1076"/>
      <pc:docMkLst>
        <pc:docMk/>
      </pc:docMkLst>
      <pc:sldChg chg="modSp mod modClrScheme chgLayout">
        <pc:chgData name="Rosalvo Medeiros" userId="52f93e62-72bc-4d5d-8e07-af043120901b" providerId="ADAL" clId="{40095463-1CA9-41B2-94DA-1CD85C949CC9}" dt="2026-02-24T12:18:13.074" v="100" actId="1076"/>
        <pc:sldMkLst>
          <pc:docMk/>
          <pc:sldMk cId="0" sldId="256"/>
        </pc:sldMkLst>
        <pc:spChg chg="mod ord">
          <ac:chgData name="Rosalvo Medeiros" userId="52f93e62-72bc-4d5d-8e07-af043120901b" providerId="ADAL" clId="{40095463-1CA9-41B2-94DA-1CD85C949CC9}" dt="2026-02-24T12:17:39.090" v="94" actId="1076"/>
          <ac:spMkLst>
            <pc:docMk/>
            <pc:sldMk cId="0" sldId="256"/>
            <ac:spMk id="31" creationId="{00000000-0000-0000-0000-000000000000}"/>
          </ac:spMkLst>
        </pc:spChg>
        <pc:spChg chg="mod ord">
          <ac:chgData name="Rosalvo Medeiros" userId="52f93e62-72bc-4d5d-8e07-af043120901b" providerId="ADAL" clId="{40095463-1CA9-41B2-94DA-1CD85C949CC9}" dt="2026-02-24T12:18:13.074" v="100" actId="1076"/>
          <ac:spMkLst>
            <pc:docMk/>
            <pc:sldMk cId="0" sldId="256"/>
            <ac:spMk id="32" creationId="{00000000-0000-0000-0000-000000000000}"/>
          </ac:spMkLst>
        </pc:spChg>
      </pc:sldChg>
      <pc:sldChg chg="addSp delSp modSp mod">
        <pc:chgData name="Rosalvo Medeiros" userId="52f93e62-72bc-4d5d-8e07-af043120901b" providerId="ADAL" clId="{40095463-1CA9-41B2-94DA-1CD85C949CC9}" dt="2026-02-24T14:06:26.046" v="493" actId="14100"/>
        <pc:sldMkLst>
          <pc:docMk/>
          <pc:sldMk cId="1652147480" sldId="269"/>
        </pc:sldMkLst>
        <pc:spChg chg="mod">
          <ac:chgData name="Rosalvo Medeiros" userId="52f93e62-72bc-4d5d-8e07-af043120901b" providerId="ADAL" clId="{40095463-1CA9-41B2-94DA-1CD85C949CC9}" dt="2026-02-24T14:06:26.046" v="493" actId="14100"/>
          <ac:spMkLst>
            <pc:docMk/>
            <pc:sldMk cId="1652147480" sldId="269"/>
            <ac:spMk id="3" creationId="{00000000-0000-0000-0000-000000000000}"/>
          </ac:spMkLst>
        </pc:spChg>
      </pc:sldChg>
      <pc:sldChg chg="modSp">
        <pc:chgData name="Rosalvo Medeiros" userId="52f93e62-72bc-4d5d-8e07-af043120901b" providerId="ADAL" clId="{40095463-1CA9-41B2-94DA-1CD85C949CC9}" dt="2026-02-24T12:08:34.688" v="18"/>
        <pc:sldMkLst>
          <pc:docMk/>
          <pc:sldMk cId="1802180162" sldId="299"/>
        </pc:sldMkLst>
        <pc:spChg chg="mod">
          <ac:chgData name="Rosalvo Medeiros" userId="52f93e62-72bc-4d5d-8e07-af043120901b" providerId="ADAL" clId="{40095463-1CA9-41B2-94DA-1CD85C949CC9}" dt="2026-02-24T12:08:34.688" v="18"/>
          <ac:spMkLst>
            <pc:docMk/>
            <pc:sldMk cId="1802180162" sldId="299"/>
            <ac:spMk id="14338" creationId="{00000000-0000-0000-0000-000000000000}"/>
          </ac:spMkLst>
        </pc:spChg>
      </pc:sldChg>
      <pc:sldChg chg="addSp delSp modSp mod modAnim">
        <pc:chgData name="Rosalvo Medeiros" userId="52f93e62-72bc-4d5d-8e07-af043120901b" providerId="ADAL" clId="{40095463-1CA9-41B2-94DA-1CD85C949CC9}" dt="2026-02-24T18:08:02.052" v="1153"/>
        <pc:sldMkLst>
          <pc:docMk/>
          <pc:sldMk cId="4143733504" sldId="300"/>
        </pc:sldMkLst>
        <pc:spChg chg="mod">
          <ac:chgData name="Rosalvo Medeiros" userId="52f93e62-72bc-4d5d-8e07-af043120901b" providerId="ADAL" clId="{40095463-1CA9-41B2-94DA-1CD85C949CC9}" dt="2026-02-24T18:04:44.613" v="1120" actId="20577"/>
          <ac:spMkLst>
            <pc:docMk/>
            <pc:sldMk cId="4143733504" sldId="300"/>
            <ac:spMk id="3" creationId="{00160C4E-BC2C-4AB7-B308-8618FB70E1AB}"/>
          </ac:spMkLst>
        </pc:spChg>
        <pc:spChg chg="add mod">
          <ac:chgData name="Rosalvo Medeiros" userId="52f93e62-72bc-4d5d-8e07-af043120901b" providerId="ADAL" clId="{40095463-1CA9-41B2-94DA-1CD85C949CC9}" dt="2026-02-24T18:06:43.292" v="1141" actId="1076"/>
          <ac:spMkLst>
            <pc:docMk/>
            <pc:sldMk cId="4143733504" sldId="300"/>
            <ac:spMk id="6" creationId="{7CC1F771-3369-B761-4618-4EB3344C0FBE}"/>
          </ac:spMkLst>
        </pc:spChg>
        <pc:spChg chg="add mod">
          <ac:chgData name="Rosalvo Medeiros" userId="52f93e62-72bc-4d5d-8e07-af043120901b" providerId="ADAL" clId="{40095463-1CA9-41B2-94DA-1CD85C949CC9}" dt="2026-02-24T18:07:41.737" v="1152" actId="1076"/>
          <ac:spMkLst>
            <pc:docMk/>
            <pc:sldMk cId="4143733504" sldId="300"/>
            <ac:spMk id="7" creationId="{48B71A7C-3C04-C03C-3311-A826E8421667}"/>
          </ac:spMkLst>
        </pc:spChg>
        <pc:graphicFrameChg chg="add mod modGraphic">
          <ac:chgData name="Rosalvo Medeiros" userId="52f93e62-72bc-4d5d-8e07-af043120901b" providerId="ADAL" clId="{40095463-1CA9-41B2-94DA-1CD85C949CC9}" dt="2026-02-24T18:06:23.658" v="1135" actId="1076"/>
          <ac:graphicFrameMkLst>
            <pc:docMk/>
            <pc:sldMk cId="4143733504" sldId="300"/>
            <ac:graphicFrameMk id="2" creationId="{E22D3DB9-2260-2694-A540-63EBCE9ADB57}"/>
          </ac:graphicFrameMkLst>
        </pc:graphicFrameChg>
      </pc:sldChg>
      <pc:sldChg chg="addSp delSp modSp add mod modAnim">
        <pc:chgData name="Rosalvo Medeiros" userId="52f93e62-72bc-4d5d-8e07-af043120901b" providerId="ADAL" clId="{40095463-1CA9-41B2-94DA-1CD85C949CC9}" dt="2026-02-24T12:40:23.208" v="438"/>
        <pc:sldMkLst>
          <pc:docMk/>
          <pc:sldMk cId="1620569640" sldId="304"/>
        </pc:sldMkLst>
        <pc:spChg chg="add mod">
          <ac:chgData name="Rosalvo Medeiros" userId="52f93e62-72bc-4d5d-8e07-af043120901b" providerId="ADAL" clId="{40095463-1CA9-41B2-94DA-1CD85C949CC9}" dt="2026-02-24T12:30:45.469" v="234" actId="255"/>
          <ac:spMkLst>
            <pc:docMk/>
            <pc:sldMk cId="1620569640" sldId="304"/>
            <ac:spMk id="3" creationId="{31F8ECF2-EDAB-60D4-9983-DAD1081CA538}"/>
          </ac:spMkLst>
        </pc:spChg>
        <pc:spChg chg="add mod">
          <ac:chgData name="Rosalvo Medeiros" userId="52f93e62-72bc-4d5d-8e07-af043120901b" providerId="ADAL" clId="{40095463-1CA9-41B2-94DA-1CD85C949CC9}" dt="2026-02-24T12:31:29.971" v="257" actId="20577"/>
          <ac:spMkLst>
            <pc:docMk/>
            <pc:sldMk cId="1620569640" sldId="304"/>
            <ac:spMk id="4" creationId="{BF038074-5186-FE7F-DA49-568A845AECA6}"/>
          </ac:spMkLst>
        </pc:spChg>
        <pc:spChg chg="add mod">
          <ac:chgData name="Rosalvo Medeiros" userId="52f93e62-72bc-4d5d-8e07-af043120901b" providerId="ADAL" clId="{40095463-1CA9-41B2-94DA-1CD85C949CC9}" dt="2026-02-24T12:32:07.203" v="272" actId="20577"/>
          <ac:spMkLst>
            <pc:docMk/>
            <pc:sldMk cId="1620569640" sldId="304"/>
            <ac:spMk id="5" creationId="{501F3D05-B805-C998-11EA-324F32D20B92}"/>
          </ac:spMkLst>
        </pc:spChg>
        <pc:spChg chg="add mod">
          <ac:chgData name="Rosalvo Medeiros" userId="52f93e62-72bc-4d5d-8e07-af043120901b" providerId="ADAL" clId="{40095463-1CA9-41B2-94DA-1CD85C949CC9}" dt="2026-02-24T12:33:09.970" v="297" actId="20577"/>
          <ac:spMkLst>
            <pc:docMk/>
            <pc:sldMk cId="1620569640" sldId="304"/>
            <ac:spMk id="6" creationId="{2CA20D22-A267-53CC-67C7-EF74F2950536}"/>
          </ac:spMkLst>
        </pc:spChg>
        <pc:spChg chg="add mod">
          <ac:chgData name="Rosalvo Medeiros" userId="52f93e62-72bc-4d5d-8e07-af043120901b" providerId="ADAL" clId="{40095463-1CA9-41B2-94DA-1CD85C949CC9}" dt="2026-02-24T12:37:23.044" v="396" actId="14100"/>
          <ac:spMkLst>
            <pc:docMk/>
            <pc:sldMk cId="1620569640" sldId="304"/>
            <ac:spMk id="10" creationId="{AE023DA9-D047-E97E-999A-821C0DE2A10D}"/>
          </ac:spMkLst>
        </pc:spChg>
        <pc:spChg chg="add mod">
          <ac:chgData name="Rosalvo Medeiros" userId="52f93e62-72bc-4d5d-8e07-af043120901b" providerId="ADAL" clId="{40095463-1CA9-41B2-94DA-1CD85C949CC9}" dt="2026-02-24T12:37:54.377" v="423" actId="1076"/>
          <ac:spMkLst>
            <pc:docMk/>
            <pc:sldMk cId="1620569640" sldId="304"/>
            <ac:spMk id="11" creationId="{F3427474-C70D-2A78-F72B-C5A0B9AAEDC4}"/>
          </ac:spMkLst>
        </pc:spChg>
        <pc:spChg chg="mod">
          <ac:chgData name="Rosalvo Medeiros" userId="52f93e62-72bc-4d5d-8e07-af043120901b" providerId="ADAL" clId="{40095463-1CA9-41B2-94DA-1CD85C949CC9}" dt="2026-02-24T12:07:36.969" v="14" actId="14100"/>
          <ac:spMkLst>
            <pc:docMk/>
            <pc:sldMk cId="1620569640" sldId="304"/>
            <ac:spMk id="14338" creationId="{33398789-1F2E-D137-849D-3217D453F81E}"/>
          </ac:spMkLst>
        </pc:spChg>
        <pc:spChg chg="mod">
          <ac:chgData name="Rosalvo Medeiros" userId="52f93e62-72bc-4d5d-8e07-af043120901b" providerId="ADAL" clId="{40095463-1CA9-41B2-94DA-1CD85C949CC9}" dt="2026-02-24T12:40:03.195" v="436" actId="14100"/>
          <ac:spMkLst>
            <pc:docMk/>
            <pc:sldMk cId="1620569640" sldId="304"/>
            <ac:spMk id="35843" creationId="{1065AF43-AB31-4106-A9A1-45F974BD61FF}"/>
          </ac:spMkLst>
        </pc:spChg>
      </pc:sldChg>
      <pc:sldChg chg="modSp add mod">
        <pc:chgData name="Rosalvo Medeiros" userId="52f93e62-72bc-4d5d-8e07-af043120901b" providerId="ADAL" clId="{40095463-1CA9-41B2-94DA-1CD85C949CC9}" dt="2026-02-24T12:35:58.848" v="377" actId="1076"/>
        <pc:sldMkLst>
          <pc:docMk/>
          <pc:sldMk cId="2436249082" sldId="305"/>
        </pc:sldMkLst>
        <pc:spChg chg="mod">
          <ac:chgData name="Rosalvo Medeiros" userId="52f93e62-72bc-4d5d-8e07-af043120901b" providerId="ADAL" clId="{40095463-1CA9-41B2-94DA-1CD85C949CC9}" dt="2026-02-24T12:33:49.072" v="315" actId="20577"/>
          <ac:spMkLst>
            <pc:docMk/>
            <pc:sldMk cId="2436249082" sldId="305"/>
            <ac:spMk id="3" creationId="{31F8ECF2-EDAB-60D4-9983-DAD1081CA538}"/>
          </ac:spMkLst>
        </pc:spChg>
        <pc:spChg chg="mod">
          <ac:chgData name="Rosalvo Medeiros" userId="52f93e62-72bc-4d5d-8e07-af043120901b" providerId="ADAL" clId="{40095463-1CA9-41B2-94DA-1CD85C949CC9}" dt="2026-02-24T12:35:58.848" v="377" actId="1076"/>
          <ac:spMkLst>
            <pc:docMk/>
            <pc:sldMk cId="2436249082" sldId="305"/>
            <ac:spMk id="4" creationId="{BF038074-5186-FE7F-DA49-568A845AECA6}"/>
          </ac:spMkLst>
        </pc:spChg>
        <pc:spChg chg="mod">
          <ac:chgData name="Rosalvo Medeiros" userId="52f93e62-72bc-4d5d-8e07-af043120901b" providerId="ADAL" clId="{40095463-1CA9-41B2-94DA-1CD85C949CC9}" dt="2026-02-24T12:35:50.323" v="375" actId="1076"/>
          <ac:spMkLst>
            <pc:docMk/>
            <pc:sldMk cId="2436249082" sldId="305"/>
            <ac:spMk id="5" creationId="{501F3D05-B805-C998-11EA-324F32D20B92}"/>
          </ac:spMkLst>
        </pc:spChg>
        <pc:spChg chg="mod">
          <ac:chgData name="Rosalvo Medeiros" userId="52f93e62-72bc-4d5d-8e07-af043120901b" providerId="ADAL" clId="{40095463-1CA9-41B2-94DA-1CD85C949CC9}" dt="2026-02-24T12:35:54.347" v="376" actId="1076"/>
          <ac:spMkLst>
            <pc:docMk/>
            <pc:sldMk cId="2436249082" sldId="305"/>
            <ac:spMk id="6" creationId="{2CA20D22-A267-53CC-67C7-EF74F2950536}"/>
          </ac:spMkLst>
        </pc:spChg>
        <pc:spChg chg="mod">
          <ac:chgData name="Rosalvo Medeiros" userId="52f93e62-72bc-4d5d-8e07-af043120901b" providerId="ADAL" clId="{40095463-1CA9-41B2-94DA-1CD85C949CC9}" dt="2026-02-24T12:28:24.908" v="179" actId="14100"/>
          <ac:spMkLst>
            <pc:docMk/>
            <pc:sldMk cId="2436249082" sldId="305"/>
            <ac:spMk id="35843" creationId="{1065AF43-AB31-4106-A9A1-45F974BD61FF}"/>
          </ac:spMkLst>
        </pc:spChg>
      </pc:sldChg>
      <pc:sldChg chg="addSp delSp modSp add mod">
        <pc:chgData name="Rosalvo Medeiros" userId="52f93e62-72bc-4d5d-8e07-af043120901b" providerId="ADAL" clId="{40095463-1CA9-41B2-94DA-1CD85C949CC9}" dt="2026-02-24T12:51:00.283" v="481" actId="113"/>
        <pc:sldMkLst>
          <pc:docMk/>
          <pc:sldMk cId="650240911" sldId="306"/>
        </pc:sldMkLst>
        <pc:spChg chg="add mod">
          <ac:chgData name="Rosalvo Medeiros" userId="52f93e62-72bc-4d5d-8e07-af043120901b" providerId="ADAL" clId="{40095463-1CA9-41B2-94DA-1CD85C949CC9}" dt="2026-02-24T12:48:59.580" v="471" actId="1076"/>
          <ac:spMkLst>
            <pc:docMk/>
            <pc:sldMk cId="650240911" sldId="306"/>
            <ac:spMk id="10" creationId="{CBD12C47-DD89-903B-7838-AABD29A0C46C}"/>
          </ac:spMkLst>
        </pc:spChg>
        <pc:spChg chg="mod">
          <ac:chgData name="Rosalvo Medeiros" userId="52f93e62-72bc-4d5d-8e07-af043120901b" providerId="ADAL" clId="{40095463-1CA9-41B2-94DA-1CD85C949CC9}" dt="2026-02-24T12:45:33.039" v="458" actId="20577"/>
          <ac:spMkLst>
            <pc:docMk/>
            <pc:sldMk cId="650240911" sldId="306"/>
            <ac:spMk id="14338" creationId="{33398789-1F2E-D137-849D-3217D453F81E}"/>
          </ac:spMkLst>
        </pc:spChg>
        <pc:graphicFrameChg chg="add mod modGraphic">
          <ac:chgData name="Rosalvo Medeiros" userId="52f93e62-72bc-4d5d-8e07-af043120901b" providerId="ADAL" clId="{40095463-1CA9-41B2-94DA-1CD85C949CC9}" dt="2026-02-24T12:51:00.283" v="481" actId="113"/>
          <ac:graphicFrameMkLst>
            <pc:docMk/>
            <pc:sldMk cId="650240911" sldId="306"/>
            <ac:graphicFrameMk id="8" creationId="{54D6F57D-0834-8435-05D6-61283583EEF8}"/>
          </ac:graphicFrameMkLst>
        </pc:graphicFrameChg>
      </pc:sldChg>
      <pc:sldChg chg="addSp delSp modSp add mod addAnim delAnim modAnim">
        <pc:chgData name="Rosalvo Medeiros" userId="52f93e62-72bc-4d5d-8e07-af043120901b" providerId="ADAL" clId="{40095463-1CA9-41B2-94DA-1CD85C949CC9}" dt="2026-02-24T14:18:26.681" v="565"/>
        <pc:sldMkLst>
          <pc:docMk/>
          <pc:sldMk cId="2290673271" sldId="307"/>
        </pc:sldMkLst>
        <pc:spChg chg="add mod">
          <ac:chgData name="Rosalvo Medeiros" userId="52f93e62-72bc-4d5d-8e07-af043120901b" providerId="ADAL" clId="{40095463-1CA9-41B2-94DA-1CD85C949CC9}" dt="2026-02-24T14:15:20.802" v="553" actId="1076"/>
          <ac:spMkLst>
            <pc:docMk/>
            <pc:sldMk cId="2290673271" sldId="307"/>
            <ac:spMk id="4" creationId="{B118B071-19C4-A40E-5C3C-3BAC42D0703A}"/>
          </ac:spMkLst>
        </pc:spChg>
        <pc:spChg chg="add mod">
          <ac:chgData name="Rosalvo Medeiros" userId="52f93e62-72bc-4d5d-8e07-af043120901b" providerId="ADAL" clId="{40095463-1CA9-41B2-94DA-1CD85C949CC9}" dt="2026-02-24T14:15:24.044" v="554" actId="1076"/>
          <ac:spMkLst>
            <pc:docMk/>
            <pc:sldMk cId="2290673271" sldId="307"/>
            <ac:spMk id="8" creationId="{6764B7D1-67F4-CC06-DD60-63A4AE85A0AE}"/>
          </ac:spMkLst>
        </pc:spChg>
        <pc:spChg chg="add mod">
          <ac:chgData name="Rosalvo Medeiros" userId="52f93e62-72bc-4d5d-8e07-af043120901b" providerId="ADAL" clId="{40095463-1CA9-41B2-94DA-1CD85C949CC9}" dt="2026-02-24T14:15:39.216" v="558" actId="108"/>
          <ac:spMkLst>
            <pc:docMk/>
            <pc:sldMk cId="2290673271" sldId="307"/>
            <ac:spMk id="10" creationId="{756C12CE-012E-ADF0-7D95-AE1CD7F38EB4}"/>
          </ac:spMkLst>
        </pc:spChg>
        <pc:spChg chg="add mod">
          <ac:chgData name="Rosalvo Medeiros" userId="52f93e62-72bc-4d5d-8e07-af043120901b" providerId="ADAL" clId="{40095463-1CA9-41B2-94DA-1CD85C949CC9}" dt="2026-02-24T14:17:49.011" v="561" actId="1076"/>
          <ac:spMkLst>
            <pc:docMk/>
            <pc:sldMk cId="2290673271" sldId="307"/>
            <ac:spMk id="12" creationId="{30939B17-5C84-8706-9074-974F8C028E25}"/>
          </ac:spMkLst>
        </pc:spChg>
        <pc:spChg chg="add del mod">
          <ac:chgData name="Rosalvo Medeiros" userId="52f93e62-72bc-4d5d-8e07-af043120901b" providerId="ADAL" clId="{40095463-1CA9-41B2-94DA-1CD85C949CC9}" dt="2026-02-24T14:15:12.675" v="551" actId="14100"/>
          <ac:spMkLst>
            <pc:docMk/>
            <pc:sldMk cId="2290673271" sldId="307"/>
            <ac:spMk id="35843" creationId="{00000000-0000-0000-0000-000000000000}"/>
          </ac:spMkLst>
        </pc:spChg>
        <pc:graphicFrameChg chg="add mod modGraphic">
          <ac:chgData name="Rosalvo Medeiros" userId="52f93e62-72bc-4d5d-8e07-af043120901b" providerId="ADAL" clId="{40095463-1CA9-41B2-94DA-1CD85C949CC9}" dt="2026-02-24T14:15:16.241" v="552" actId="1076"/>
          <ac:graphicFrameMkLst>
            <pc:docMk/>
            <pc:sldMk cId="2290673271" sldId="307"/>
            <ac:graphicFrameMk id="2" creationId="{6810A836-26A4-EE26-E766-B9AD27E2B12F}"/>
          </ac:graphicFrameMkLst>
        </pc:graphicFrameChg>
      </pc:sldChg>
      <pc:sldChg chg="addSp delSp modSp add mod modAnim">
        <pc:chgData name="Rosalvo Medeiros" userId="52f93e62-72bc-4d5d-8e07-af043120901b" providerId="ADAL" clId="{40095463-1CA9-41B2-94DA-1CD85C949CC9}" dt="2026-02-24T14:25:55.876" v="617"/>
        <pc:sldMkLst>
          <pc:docMk/>
          <pc:sldMk cId="873148110" sldId="308"/>
        </pc:sldMkLst>
        <pc:spChg chg="add mod">
          <ac:chgData name="Rosalvo Medeiros" userId="52f93e62-72bc-4d5d-8e07-af043120901b" providerId="ADAL" clId="{40095463-1CA9-41B2-94DA-1CD85C949CC9}" dt="2026-02-24T14:25:27.719" v="615" actId="108"/>
          <ac:spMkLst>
            <pc:docMk/>
            <pc:sldMk cId="873148110" sldId="308"/>
            <ac:spMk id="9" creationId="{FCDB5326-395E-6020-6C6A-E7BF8ABEA5DD}"/>
          </ac:spMkLst>
        </pc:spChg>
        <pc:spChg chg="mod">
          <ac:chgData name="Rosalvo Medeiros" userId="52f93e62-72bc-4d5d-8e07-af043120901b" providerId="ADAL" clId="{40095463-1CA9-41B2-94DA-1CD85C949CC9}" dt="2026-02-24T14:21:39.948" v="596" actId="20577"/>
          <ac:spMkLst>
            <pc:docMk/>
            <pc:sldMk cId="873148110" sldId="308"/>
            <ac:spMk id="14338" creationId="{33398789-1F2E-D137-849D-3217D453F81E}"/>
          </ac:spMkLst>
        </pc:spChg>
        <pc:spChg chg="mod">
          <ac:chgData name="Rosalvo Medeiros" userId="52f93e62-72bc-4d5d-8e07-af043120901b" providerId="ADAL" clId="{40095463-1CA9-41B2-94DA-1CD85C949CC9}" dt="2026-02-24T14:24:47.564" v="609"/>
          <ac:spMkLst>
            <pc:docMk/>
            <pc:sldMk cId="873148110" sldId="308"/>
            <ac:spMk id="35843" creationId="{1065AF43-AB31-4106-A9A1-45F974BD61FF}"/>
          </ac:spMkLst>
        </pc:spChg>
      </pc:sldChg>
      <pc:sldChg chg="addSp delSp modSp add mod delAnim modAnim">
        <pc:chgData name="Rosalvo Medeiros" userId="52f93e62-72bc-4d5d-8e07-af043120901b" providerId="ADAL" clId="{40095463-1CA9-41B2-94DA-1CD85C949CC9}" dt="2026-02-24T14:35:24.541" v="733" actId="1076"/>
        <pc:sldMkLst>
          <pc:docMk/>
          <pc:sldMk cId="1021563305" sldId="309"/>
        </pc:sldMkLst>
        <pc:spChg chg="add mod">
          <ac:chgData name="Rosalvo Medeiros" userId="52f93e62-72bc-4d5d-8e07-af043120901b" providerId="ADAL" clId="{40095463-1CA9-41B2-94DA-1CD85C949CC9}" dt="2026-02-24T14:33:58.198" v="704" actId="1076"/>
          <ac:spMkLst>
            <pc:docMk/>
            <pc:sldMk cId="1021563305" sldId="309"/>
            <ac:spMk id="5" creationId="{BD208377-EB6F-6DC6-2DB9-2438C7F5D710}"/>
          </ac:spMkLst>
        </pc:spChg>
        <pc:spChg chg="add mod">
          <ac:chgData name="Rosalvo Medeiros" userId="52f93e62-72bc-4d5d-8e07-af043120901b" providerId="ADAL" clId="{40095463-1CA9-41B2-94DA-1CD85C949CC9}" dt="2026-02-24T14:33:58.198" v="704" actId="1076"/>
          <ac:spMkLst>
            <pc:docMk/>
            <pc:sldMk cId="1021563305" sldId="309"/>
            <ac:spMk id="11" creationId="{B471ED1A-2186-CFBC-5D18-4D33458E7337}"/>
          </ac:spMkLst>
        </pc:spChg>
        <pc:spChg chg="add mod">
          <ac:chgData name="Rosalvo Medeiros" userId="52f93e62-72bc-4d5d-8e07-af043120901b" providerId="ADAL" clId="{40095463-1CA9-41B2-94DA-1CD85C949CC9}" dt="2026-02-24T14:34:47.456" v="728" actId="1076"/>
          <ac:spMkLst>
            <pc:docMk/>
            <pc:sldMk cId="1021563305" sldId="309"/>
            <ac:spMk id="15" creationId="{04A6DB49-CDFD-2B08-DF2B-222161DD90F7}"/>
          </ac:spMkLst>
        </pc:spChg>
        <pc:spChg chg="add mod">
          <ac:chgData name="Rosalvo Medeiros" userId="52f93e62-72bc-4d5d-8e07-af043120901b" providerId="ADAL" clId="{40095463-1CA9-41B2-94DA-1CD85C949CC9}" dt="2026-02-24T14:34:41.288" v="727" actId="1076"/>
          <ac:spMkLst>
            <pc:docMk/>
            <pc:sldMk cId="1021563305" sldId="309"/>
            <ac:spMk id="21" creationId="{AE67E4B2-A636-F058-2B8D-19A6B2914724}"/>
          </ac:spMkLst>
        </pc:spChg>
        <pc:spChg chg="add mod">
          <ac:chgData name="Rosalvo Medeiros" userId="52f93e62-72bc-4d5d-8e07-af043120901b" providerId="ADAL" clId="{40095463-1CA9-41B2-94DA-1CD85C949CC9}" dt="2026-02-24T14:34:22.075" v="711" actId="113"/>
          <ac:spMkLst>
            <pc:docMk/>
            <pc:sldMk cId="1021563305" sldId="309"/>
            <ac:spMk id="23" creationId="{A47ECA98-607A-1DC1-7536-0669DCA25484}"/>
          </ac:spMkLst>
        </pc:spChg>
        <pc:spChg chg="add mod">
          <ac:chgData name="Rosalvo Medeiros" userId="52f93e62-72bc-4d5d-8e07-af043120901b" providerId="ADAL" clId="{40095463-1CA9-41B2-94DA-1CD85C949CC9}" dt="2026-02-24T14:35:24.541" v="733" actId="1076"/>
          <ac:spMkLst>
            <pc:docMk/>
            <pc:sldMk cId="1021563305" sldId="309"/>
            <ac:spMk id="24" creationId="{91191174-EC35-8472-E144-D1B2F4C23E82}"/>
          </ac:spMkLst>
        </pc:spChg>
      </pc:sldChg>
      <pc:sldChg chg="delSp modSp add mod delAnim">
        <pc:chgData name="Rosalvo Medeiros" userId="52f93e62-72bc-4d5d-8e07-af043120901b" providerId="ADAL" clId="{40095463-1CA9-41B2-94DA-1CD85C949CC9}" dt="2026-02-24T14:37:41.142" v="837" actId="20577"/>
        <pc:sldMkLst>
          <pc:docMk/>
          <pc:sldMk cId="1417358966" sldId="310"/>
        </pc:sldMkLst>
        <pc:spChg chg="mod">
          <ac:chgData name="Rosalvo Medeiros" userId="52f93e62-72bc-4d5d-8e07-af043120901b" providerId="ADAL" clId="{40095463-1CA9-41B2-94DA-1CD85C949CC9}" dt="2026-02-24T14:37:41.142" v="837" actId="20577"/>
          <ac:spMkLst>
            <pc:docMk/>
            <pc:sldMk cId="1417358966" sldId="310"/>
            <ac:spMk id="5" creationId="{BD208377-EB6F-6DC6-2DB9-2438C7F5D710}"/>
          </ac:spMkLst>
        </pc:spChg>
      </pc:sldChg>
      <pc:sldChg chg="addSp modSp add mod modAnim">
        <pc:chgData name="Rosalvo Medeiros" userId="52f93e62-72bc-4d5d-8e07-af043120901b" providerId="ADAL" clId="{40095463-1CA9-41B2-94DA-1CD85C949CC9}" dt="2026-02-24T17:08:09.661" v="941"/>
        <pc:sldMkLst>
          <pc:docMk/>
          <pc:sldMk cId="1548436164" sldId="311"/>
        </pc:sldMkLst>
        <pc:spChg chg="add mod">
          <ac:chgData name="Rosalvo Medeiros" userId="52f93e62-72bc-4d5d-8e07-af043120901b" providerId="ADAL" clId="{40095463-1CA9-41B2-94DA-1CD85C949CC9}" dt="2026-02-24T14:47:50.911" v="875" actId="255"/>
          <ac:spMkLst>
            <pc:docMk/>
            <pc:sldMk cId="1548436164" sldId="311"/>
            <ac:spMk id="3" creationId="{9839F3A3-4C9A-B9F2-B259-6F1F480AE92B}"/>
          </ac:spMkLst>
        </pc:spChg>
        <pc:spChg chg="mod">
          <ac:chgData name="Rosalvo Medeiros" userId="52f93e62-72bc-4d5d-8e07-af043120901b" providerId="ADAL" clId="{40095463-1CA9-41B2-94DA-1CD85C949CC9}" dt="2026-02-24T14:47:44.860" v="874" actId="1076"/>
          <ac:spMkLst>
            <pc:docMk/>
            <pc:sldMk cId="1548436164" sldId="311"/>
            <ac:spMk id="5" creationId="{BD208377-EB6F-6DC6-2DB9-2438C7F5D710}"/>
          </ac:spMkLst>
        </pc:spChg>
        <pc:spChg chg="add mod">
          <ac:chgData name="Rosalvo Medeiros" userId="52f93e62-72bc-4d5d-8e07-af043120901b" providerId="ADAL" clId="{40095463-1CA9-41B2-94DA-1CD85C949CC9}" dt="2026-02-24T14:51:34.166" v="915" actId="20577"/>
          <ac:spMkLst>
            <pc:docMk/>
            <pc:sldMk cId="1548436164" sldId="311"/>
            <ac:spMk id="6" creationId="{29AF9775-8786-68F3-089F-214494123744}"/>
          </ac:spMkLst>
        </pc:spChg>
        <pc:spChg chg="add mod">
          <ac:chgData name="Rosalvo Medeiros" userId="52f93e62-72bc-4d5d-8e07-af043120901b" providerId="ADAL" clId="{40095463-1CA9-41B2-94DA-1CD85C949CC9}" dt="2026-02-24T17:05:08.601" v="929" actId="113"/>
          <ac:spMkLst>
            <pc:docMk/>
            <pc:sldMk cId="1548436164" sldId="311"/>
            <ac:spMk id="8" creationId="{978F37A3-38D3-990A-B4A1-27C0E937FB60}"/>
          </ac:spMkLst>
        </pc:spChg>
        <pc:spChg chg="mod">
          <ac:chgData name="Rosalvo Medeiros" userId="52f93e62-72bc-4d5d-8e07-af043120901b" providerId="ADAL" clId="{40095463-1CA9-41B2-94DA-1CD85C949CC9}" dt="2026-02-24T14:47:07.299" v="846" actId="20577"/>
          <ac:spMkLst>
            <pc:docMk/>
            <pc:sldMk cId="1548436164" sldId="311"/>
            <ac:spMk id="14338" creationId="{33398789-1F2E-D137-849D-3217D453F81E}"/>
          </ac:spMkLst>
        </pc:spChg>
      </pc:sldChg>
      <pc:sldChg chg="addSp delSp modSp add mod">
        <pc:chgData name="Rosalvo Medeiros" userId="52f93e62-72bc-4d5d-8e07-af043120901b" providerId="ADAL" clId="{40095463-1CA9-41B2-94DA-1CD85C949CC9}" dt="2026-02-24T17:08:25.986" v="942" actId="14100"/>
        <pc:sldMkLst>
          <pc:docMk/>
          <pc:sldMk cId="2364333060" sldId="312"/>
        </pc:sldMkLst>
        <pc:spChg chg="add mod">
          <ac:chgData name="Rosalvo Medeiros" userId="52f93e62-72bc-4d5d-8e07-af043120901b" providerId="ADAL" clId="{40095463-1CA9-41B2-94DA-1CD85C949CC9}" dt="2026-02-24T17:07:23.337" v="939" actId="1076"/>
          <ac:spMkLst>
            <pc:docMk/>
            <pc:sldMk cId="2364333060" sldId="312"/>
            <ac:spMk id="9" creationId="{03B29778-98C7-89B1-00E6-0BC76B99D030}"/>
          </ac:spMkLst>
        </pc:spChg>
        <pc:picChg chg="add mod">
          <ac:chgData name="Rosalvo Medeiros" userId="52f93e62-72bc-4d5d-8e07-af043120901b" providerId="ADAL" clId="{40095463-1CA9-41B2-94DA-1CD85C949CC9}" dt="2026-02-24T17:08:25.986" v="942" actId="14100"/>
          <ac:picMkLst>
            <pc:docMk/>
            <pc:sldMk cId="2364333060" sldId="312"/>
            <ac:picMk id="4" creationId="{0212B500-946B-59DC-EF09-66A07631D56D}"/>
          </ac:picMkLst>
        </pc:picChg>
      </pc:sldChg>
      <pc:sldChg chg="addSp modSp add mod addAnim delAnim modAnim">
        <pc:chgData name="Rosalvo Medeiros" userId="52f93e62-72bc-4d5d-8e07-af043120901b" providerId="ADAL" clId="{40095463-1CA9-41B2-94DA-1CD85C949CC9}" dt="2026-02-24T17:15:27.461" v="1044"/>
        <pc:sldMkLst>
          <pc:docMk/>
          <pc:sldMk cId="1989657404" sldId="313"/>
        </pc:sldMkLst>
        <pc:spChg chg="mod">
          <ac:chgData name="Rosalvo Medeiros" userId="52f93e62-72bc-4d5d-8e07-af043120901b" providerId="ADAL" clId="{40095463-1CA9-41B2-94DA-1CD85C949CC9}" dt="2026-02-24T17:09:43.407" v="987" actId="20577"/>
          <ac:spMkLst>
            <pc:docMk/>
            <pc:sldMk cId="1989657404" sldId="313"/>
            <ac:spMk id="3" creationId="{9839F3A3-4C9A-B9F2-B259-6F1F480AE92B}"/>
          </ac:spMkLst>
        </pc:spChg>
        <pc:spChg chg="add mod">
          <ac:chgData name="Rosalvo Medeiros" userId="52f93e62-72bc-4d5d-8e07-af043120901b" providerId="ADAL" clId="{40095463-1CA9-41B2-94DA-1CD85C949CC9}" dt="2026-02-24T17:15:03.636" v="1042" actId="113"/>
          <ac:spMkLst>
            <pc:docMk/>
            <pc:sldMk cId="1989657404" sldId="313"/>
            <ac:spMk id="4" creationId="{1AD71DF4-D295-FE23-2993-63A46D4B5CF6}"/>
          </ac:spMkLst>
        </pc:spChg>
        <pc:spChg chg="mod">
          <ac:chgData name="Rosalvo Medeiros" userId="52f93e62-72bc-4d5d-8e07-af043120901b" providerId="ADAL" clId="{40095463-1CA9-41B2-94DA-1CD85C949CC9}" dt="2026-02-24T17:12:18.291" v="1006" actId="20577"/>
          <ac:spMkLst>
            <pc:docMk/>
            <pc:sldMk cId="1989657404" sldId="313"/>
            <ac:spMk id="6" creationId="{29AF9775-8786-68F3-089F-214494123744}"/>
          </ac:spMkLst>
        </pc:spChg>
        <pc:spChg chg="mod">
          <ac:chgData name="Rosalvo Medeiros" userId="52f93e62-72bc-4d5d-8e07-af043120901b" providerId="ADAL" clId="{40095463-1CA9-41B2-94DA-1CD85C949CC9}" dt="2026-02-24T17:13:01.736" v="1027"/>
          <ac:spMkLst>
            <pc:docMk/>
            <pc:sldMk cId="1989657404" sldId="313"/>
            <ac:spMk id="8" creationId="{978F37A3-38D3-990A-B4A1-27C0E937FB60}"/>
          </ac:spMkLst>
        </pc:spChg>
        <pc:spChg chg="add mod">
          <ac:chgData name="Rosalvo Medeiros" userId="52f93e62-72bc-4d5d-8e07-af043120901b" providerId="ADAL" clId="{40095463-1CA9-41B2-94DA-1CD85C949CC9}" dt="2026-02-24T17:14:09.766" v="1035" actId="1076"/>
          <ac:spMkLst>
            <pc:docMk/>
            <pc:sldMk cId="1989657404" sldId="313"/>
            <ac:spMk id="9" creationId="{7EEF0800-35A7-5503-ED67-D5715F405D5B}"/>
          </ac:spMkLst>
        </pc:spChg>
        <pc:spChg chg="mod">
          <ac:chgData name="Rosalvo Medeiros" userId="52f93e62-72bc-4d5d-8e07-af043120901b" providerId="ADAL" clId="{40095463-1CA9-41B2-94DA-1CD85C949CC9}" dt="2026-02-24T17:09:13.597" v="971" actId="14100"/>
          <ac:spMkLst>
            <pc:docMk/>
            <pc:sldMk cId="1989657404" sldId="313"/>
            <ac:spMk id="14338" creationId="{33398789-1F2E-D137-849D-3217D453F81E}"/>
          </ac:spMkLst>
        </pc:spChg>
      </pc:sldChg>
      <pc:sldChg chg="addSp delSp modSp add mod delAnim">
        <pc:chgData name="Rosalvo Medeiros" userId="52f93e62-72bc-4d5d-8e07-af043120901b" providerId="ADAL" clId="{40095463-1CA9-41B2-94DA-1CD85C949CC9}" dt="2026-02-24T17:22:24.246" v="1053" actId="1076"/>
        <pc:sldMkLst>
          <pc:docMk/>
          <pc:sldMk cId="4029841299" sldId="314"/>
        </pc:sldMkLst>
        <pc:spChg chg="add mod">
          <ac:chgData name="Rosalvo Medeiros" userId="52f93e62-72bc-4d5d-8e07-af043120901b" providerId="ADAL" clId="{40095463-1CA9-41B2-94DA-1CD85C949CC9}" dt="2026-02-24T17:22:24.246" v="1053" actId="1076"/>
          <ac:spMkLst>
            <pc:docMk/>
            <pc:sldMk cId="4029841299" sldId="314"/>
            <ac:spMk id="11" creationId="{80319764-29E9-89A4-7A46-778A15850342}"/>
          </ac:spMkLst>
        </pc:spChg>
        <pc:picChg chg="add mod">
          <ac:chgData name="Rosalvo Medeiros" userId="52f93e62-72bc-4d5d-8e07-af043120901b" providerId="ADAL" clId="{40095463-1CA9-41B2-94DA-1CD85C949CC9}" dt="2026-02-24T17:20:08.116" v="1050" actId="14100"/>
          <ac:picMkLst>
            <pc:docMk/>
            <pc:sldMk cId="4029841299" sldId="314"/>
            <ac:picMk id="7" creationId="{8E76E2BA-89FC-7795-6C94-C6A4E3900387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2-24T17:29:15.093" v="1067"/>
        <pc:sldMkLst>
          <pc:docMk/>
          <pc:sldMk cId="316159094" sldId="315"/>
        </pc:sldMkLst>
        <pc:spChg chg="add mod">
          <ac:chgData name="Rosalvo Medeiros" userId="52f93e62-72bc-4d5d-8e07-af043120901b" providerId="ADAL" clId="{40095463-1CA9-41B2-94DA-1CD85C949CC9}" dt="2026-02-24T17:29:15.093" v="1067"/>
          <ac:spMkLst>
            <pc:docMk/>
            <pc:sldMk cId="316159094" sldId="315"/>
            <ac:spMk id="6" creationId="{F52D4885-4021-1E57-2E8F-142FA670ED15}"/>
          </ac:spMkLst>
        </pc:spChg>
        <pc:spChg chg="mod">
          <ac:chgData name="Rosalvo Medeiros" userId="52f93e62-72bc-4d5d-8e07-af043120901b" providerId="ADAL" clId="{40095463-1CA9-41B2-94DA-1CD85C949CC9}" dt="2026-02-24T17:27:30.170" v="1061" actId="20577"/>
          <ac:spMkLst>
            <pc:docMk/>
            <pc:sldMk cId="316159094" sldId="315"/>
            <ac:spMk id="14338" creationId="{33398789-1F2E-D137-849D-3217D453F81E}"/>
          </ac:spMkLst>
        </pc:spChg>
        <pc:picChg chg="add mod">
          <ac:chgData name="Rosalvo Medeiros" userId="52f93e62-72bc-4d5d-8e07-af043120901b" providerId="ADAL" clId="{40095463-1CA9-41B2-94DA-1CD85C949CC9}" dt="2026-02-24T17:27:39.702" v="1066" actId="14100"/>
          <ac:picMkLst>
            <pc:docMk/>
            <pc:sldMk cId="316159094" sldId="315"/>
            <ac:picMk id="3" creationId="{E77F62D6-A3B7-6310-2FA1-D12FE80545A8}"/>
          </ac:picMkLst>
        </pc:picChg>
      </pc:sldChg>
      <pc:sldChg chg="addSp delSp modSp add mod delAnim modAnim">
        <pc:chgData name="Rosalvo Medeiros" userId="52f93e62-72bc-4d5d-8e07-af043120901b" providerId="ADAL" clId="{40095463-1CA9-41B2-94DA-1CD85C949CC9}" dt="2026-02-24T17:32:41.816" v="1087"/>
        <pc:sldMkLst>
          <pc:docMk/>
          <pc:sldMk cId="1458589871" sldId="316"/>
        </pc:sldMkLst>
        <pc:spChg chg="mod">
          <ac:chgData name="Rosalvo Medeiros" userId="52f93e62-72bc-4d5d-8e07-af043120901b" providerId="ADAL" clId="{40095463-1CA9-41B2-94DA-1CD85C949CC9}" dt="2026-02-24T17:31:35.525" v="1071"/>
          <ac:spMkLst>
            <pc:docMk/>
            <pc:sldMk cId="1458589871" sldId="316"/>
            <ac:spMk id="3" creationId="{9839F3A3-4C9A-B9F2-B259-6F1F480AE92B}"/>
          </ac:spMkLst>
        </pc:spChg>
        <pc:spChg chg="add mod">
          <ac:chgData name="Rosalvo Medeiros" userId="52f93e62-72bc-4d5d-8e07-af043120901b" providerId="ADAL" clId="{40095463-1CA9-41B2-94DA-1CD85C949CC9}" dt="2026-02-24T17:32:28.485" v="1086" actId="20577"/>
          <ac:spMkLst>
            <pc:docMk/>
            <pc:sldMk cId="1458589871" sldId="316"/>
            <ac:spMk id="7" creationId="{2D0E4D09-5492-66D4-8620-6D9877AC5F8D}"/>
          </ac:spMkLst>
        </pc:spChg>
      </pc:sldChg>
      <pc:sldChg chg="addSp delSp modSp add mod">
        <pc:chgData name="Rosalvo Medeiros" userId="52f93e62-72bc-4d5d-8e07-af043120901b" providerId="ADAL" clId="{40095463-1CA9-41B2-94DA-1CD85C949CC9}" dt="2026-02-24T18:23:55.651" v="1164" actId="14100"/>
        <pc:sldMkLst>
          <pc:docMk/>
          <pc:sldMk cId="243823491" sldId="317"/>
        </pc:sldMkLst>
        <pc:spChg chg="mod">
          <ac:chgData name="Rosalvo Medeiros" userId="52f93e62-72bc-4d5d-8e07-af043120901b" providerId="ADAL" clId="{40095463-1CA9-41B2-94DA-1CD85C949CC9}" dt="2026-02-24T17:36:42.436" v="1098" actId="20577"/>
          <ac:spMkLst>
            <pc:docMk/>
            <pc:sldMk cId="243823491" sldId="317"/>
            <ac:spMk id="14338" creationId="{33398789-1F2E-D137-849D-3217D453F81E}"/>
          </ac:spMkLst>
        </pc:spChg>
        <pc:picChg chg="add mod">
          <ac:chgData name="Rosalvo Medeiros" userId="52f93e62-72bc-4d5d-8e07-af043120901b" providerId="ADAL" clId="{40095463-1CA9-41B2-94DA-1CD85C949CC9}" dt="2026-02-24T18:23:55.651" v="1164" actId="14100"/>
          <ac:picMkLst>
            <pc:docMk/>
            <pc:sldMk cId="243823491" sldId="317"/>
            <ac:picMk id="13" creationId="{8E4C787E-C199-C2EA-D9DD-E571ED3BF6BA}"/>
          </ac:picMkLst>
        </pc:picChg>
      </pc:sldChg>
      <pc:sldChg chg="addSp delSp modSp add mod delAnim">
        <pc:chgData name="Rosalvo Medeiros" userId="52f93e62-72bc-4d5d-8e07-af043120901b" providerId="ADAL" clId="{40095463-1CA9-41B2-94DA-1CD85C949CC9}" dt="2026-02-24T18:28:16.808" v="1207" actId="1076"/>
        <pc:sldMkLst>
          <pc:docMk/>
          <pc:sldMk cId="521094035" sldId="318"/>
        </pc:sldMkLst>
        <pc:spChg chg="add del mod">
          <ac:chgData name="Rosalvo Medeiros" userId="52f93e62-72bc-4d5d-8e07-af043120901b" providerId="ADAL" clId="{40095463-1CA9-41B2-94DA-1CD85C949CC9}" dt="2026-02-24T18:28:16.808" v="1207" actId="1076"/>
          <ac:spMkLst>
            <pc:docMk/>
            <pc:sldMk cId="521094035" sldId="318"/>
            <ac:spMk id="3" creationId="{9839F3A3-4C9A-B9F2-B259-6F1F480AE92B}"/>
          </ac:spMkLst>
        </pc:spChg>
        <pc:spChg chg="mod">
          <ac:chgData name="Rosalvo Medeiros" userId="52f93e62-72bc-4d5d-8e07-af043120901b" providerId="ADAL" clId="{40095463-1CA9-41B2-94DA-1CD85C949CC9}" dt="2026-02-24T18:27:50.504" v="1174" actId="20577"/>
          <ac:spMkLst>
            <pc:docMk/>
            <pc:sldMk cId="521094035" sldId="318"/>
            <ac:spMk id="14338" creationId="{33398789-1F2E-D137-849D-3217D453F81E}"/>
          </ac:spMkLst>
        </pc:spChg>
      </pc:sldChg>
      <pc:sldChg chg="addSp delSp modSp add mod delAnim">
        <pc:chgData name="Rosalvo Medeiros" userId="52f93e62-72bc-4d5d-8e07-af043120901b" providerId="ADAL" clId="{40095463-1CA9-41B2-94DA-1CD85C949CC9}" dt="2026-03-03T16:22:36.436" v="1294" actId="14100"/>
        <pc:sldMkLst>
          <pc:docMk/>
          <pc:sldMk cId="3079102378" sldId="319"/>
        </pc:sldMkLst>
        <pc:spChg chg="mod">
          <ac:chgData name="Rosalvo Medeiros" userId="52f93e62-72bc-4d5d-8e07-af043120901b" providerId="ADAL" clId="{40095463-1CA9-41B2-94DA-1CD85C949CC9}" dt="2026-03-03T16:19:10.642" v="1213" actId="14100"/>
          <ac:spMkLst>
            <pc:docMk/>
            <pc:sldMk cId="3079102378" sldId="319"/>
            <ac:spMk id="3" creationId="{00160C4E-BC2C-4AB7-B308-8618FB70E1AB}"/>
          </ac:spMkLst>
        </pc:spChg>
        <pc:spChg chg="add mod">
          <ac:chgData name="Rosalvo Medeiros" userId="52f93e62-72bc-4d5d-8e07-af043120901b" providerId="ADAL" clId="{40095463-1CA9-41B2-94DA-1CD85C949CC9}" dt="2026-03-03T16:22:36.436" v="1294" actId="14100"/>
          <ac:spMkLst>
            <pc:docMk/>
            <pc:sldMk cId="3079102378" sldId="319"/>
            <ac:spMk id="8" creationId="{41149D56-0B3A-778C-D5CE-F528114C5CBE}"/>
          </ac:spMkLst>
        </pc:spChg>
        <pc:picChg chg="add mod">
          <ac:chgData name="Rosalvo Medeiros" userId="52f93e62-72bc-4d5d-8e07-af043120901b" providerId="ADAL" clId="{40095463-1CA9-41B2-94DA-1CD85C949CC9}" dt="2026-03-03T16:22:12.645" v="1289" actId="1076"/>
          <ac:picMkLst>
            <pc:docMk/>
            <pc:sldMk cId="3079102378" sldId="319"/>
            <ac:picMk id="5" creationId="{12A42956-5EE3-F506-B879-C906CF0EC7CF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3-03T16:26:37.201" v="1317" actId="1076"/>
        <pc:sldMkLst>
          <pc:docMk/>
          <pc:sldMk cId="2150312722" sldId="320"/>
        </pc:sldMkLst>
        <pc:spChg chg="add mod">
          <ac:chgData name="Rosalvo Medeiros" userId="52f93e62-72bc-4d5d-8e07-af043120901b" providerId="ADAL" clId="{40095463-1CA9-41B2-94DA-1CD85C949CC9}" dt="2026-03-03T16:23:13.455" v="1300" actId="14100"/>
          <ac:spMkLst>
            <pc:docMk/>
            <pc:sldMk cId="2150312722" sldId="320"/>
            <ac:spMk id="4" creationId="{D99EB38D-A23A-751C-BB51-5476EB30D7AB}"/>
          </ac:spMkLst>
        </pc:spChg>
        <pc:spChg chg="add mod">
          <ac:chgData name="Rosalvo Medeiros" userId="52f93e62-72bc-4d5d-8e07-af043120901b" providerId="ADAL" clId="{40095463-1CA9-41B2-94DA-1CD85C949CC9}" dt="2026-03-03T16:23:31.245" v="1303" actId="14100"/>
          <ac:spMkLst>
            <pc:docMk/>
            <pc:sldMk cId="2150312722" sldId="320"/>
            <ac:spMk id="7" creationId="{B9070AF3-5C6B-978D-509A-B32ECA7F0B86}"/>
          </ac:spMkLst>
        </pc:spChg>
        <pc:graphicFrameChg chg="add mod modGraphic">
          <ac:chgData name="Rosalvo Medeiros" userId="52f93e62-72bc-4d5d-8e07-af043120901b" providerId="ADAL" clId="{40095463-1CA9-41B2-94DA-1CD85C949CC9}" dt="2026-03-03T16:26:37.201" v="1317" actId="1076"/>
          <ac:graphicFrameMkLst>
            <pc:docMk/>
            <pc:sldMk cId="2150312722" sldId="320"/>
            <ac:graphicFrameMk id="22" creationId="{91790F47-9691-B17E-88C4-8205D5B333C7}"/>
          </ac:graphicFrameMkLst>
        </pc:graphicFrameChg>
      </pc:sldChg>
      <pc:sldChg chg="addSp delSp modSp add mod">
        <pc:chgData name="Rosalvo Medeiros" userId="52f93e62-72bc-4d5d-8e07-af043120901b" providerId="ADAL" clId="{40095463-1CA9-41B2-94DA-1CD85C949CC9}" dt="2026-03-03T16:31:41.899" v="1328" actId="1076"/>
        <pc:sldMkLst>
          <pc:docMk/>
          <pc:sldMk cId="3498275022" sldId="321"/>
        </pc:sldMkLst>
        <pc:picChg chg="add mod">
          <ac:chgData name="Rosalvo Medeiros" userId="52f93e62-72bc-4d5d-8e07-af043120901b" providerId="ADAL" clId="{40095463-1CA9-41B2-94DA-1CD85C949CC9}" dt="2026-03-03T16:31:41.899" v="1328" actId="1076"/>
          <ac:picMkLst>
            <pc:docMk/>
            <pc:sldMk cId="3498275022" sldId="321"/>
            <ac:picMk id="6" creationId="{679CC56B-0EB8-DB23-89C4-9FF22E3C929D}"/>
          </ac:picMkLst>
        </pc:picChg>
      </pc:sldChg>
      <pc:sldChg chg="addSp delSp modSp add mod modAnim">
        <pc:chgData name="Rosalvo Medeiros" userId="52f93e62-72bc-4d5d-8e07-af043120901b" providerId="ADAL" clId="{40095463-1CA9-41B2-94DA-1CD85C949CC9}" dt="2026-03-03T16:43:02.365" v="1357"/>
        <pc:sldMkLst>
          <pc:docMk/>
          <pc:sldMk cId="1950212582" sldId="322"/>
        </pc:sldMkLst>
        <pc:spChg chg="add mod">
          <ac:chgData name="Rosalvo Medeiros" userId="52f93e62-72bc-4d5d-8e07-af043120901b" providerId="ADAL" clId="{40095463-1CA9-41B2-94DA-1CD85C949CC9}" dt="2026-03-03T16:40:11.275" v="1333" actId="255"/>
          <ac:spMkLst>
            <pc:docMk/>
            <pc:sldMk cId="1950212582" sldId="322"/>
            <ac:spMk id="4" creationId="{039D91EC-B026-370F-0F3F-D484E195BC9C}"/>
          </ac:spMkLst>
        </pc:spChg>
        <pc:spChg chg="add mod">
          <ac:chgData name="Rosalvo Medeiros" userId="52f93e62-72bc-4d5d-8e07-af043120901b" providerId="ADAL" clId="{40095463-1CA9-41B2-94DA-1CD85C949CC9}" dt="2026-03-03T16:43:02.365" v="1357"/>
          <ac:spMkLst>
            <pc:docMk/>
            <pc:sldMk cId="1950212582" sldId="322"/>
            <ac:spMk id="8" creationId="{8EB3B0B9-CC21-A000-0619-E1B43172EFDB}"/>
          </ac:spMkLst>
        </pc:spChg>
      </pc:sldChg>
      <pc:sldChg chg="modSp add modAnim">
        <pc:chgData name="Rosalvo Medeiros" userId="52f93e62-72bc-4d5d-8e07-af043120901b" providerId="ADAL" clId="{40095463-1CA9-41B2-94DA-1CD85C949CC9}" dt="2026-03-03T16:43:41.273" v="1361"/>
        <pc:sldMkLst>
          <pc:docMk/>
          <pc:sldMk cId="1295706215" sldId="323"/>
        </pc:sldMkLst>
        <pc:spChg chg="mod">
          <ac:chgData name="Rosalvo Medeiros" userId="52f93e62-72bc-4d5d-8e07-af043120901b" providerId="ADAL" clId="{40095463-1CA9-41B2-94DA-1CD85C949CC9}" dt="2026-03-03T16:42:06.893" v="1350"/>
          <ac:spMkLst>
            <pc:docMk/>
            <pc:sldMk cId="1295706215" sldId="323"/>
            <ac:spMk id="4" creationId="{039D91EC-B026-370F-0F3F-D484E195BC9C}"/>
          </ac:spMkLst>
        </pc:spChg>
        <pc:spChg chg="mod">
          <ac:chgData name="Rosalvo Medeiros" userId="52f93e62-72bc-4d5d-8e07-af043120901b" providerId="ADAL" clId="{40095463-1CA9-41B2-94DA-1CD85C949CC9}" dt="2026-03-03T16:42:53.554" v="1356" actId="20577"/>
          <ac:spMkLst>
            <pc:docMk/>
            <pc:sldMk cId="1295706215" sldId="323"/>
            <ac:spMk id="8" creationId="{8EB3B0B9-CC21-A000-0619-E1B43172EFDB}"/>
          </ac:spMkLst>
        </pc:spChg>
      </pc:sldChg>
      <pc:sldChg chg="addSp delSp modSp add mod modAnim">
        <pc:chgData name="Rosalvo Medeiros" userId="52f93e62-72bc-4d5d-8e07-af043120901b" providerId="ADAL" clId="{40095463-1CA9-41B2-94DA-1CD85C949CC9}" dt="2026-03-03T16:53:56.073" v="1573" actId="20577"/>
        <pc:sldMkLst>
          <pc:docMk/>
          <pc:sldMk cId="2769118522" sldId="324"/>
        </pc:sldMkLst>
        <pc:spChg chg="add mod">
          <ac:chgData name="Rosalvo Medeiros" userId="52f93e62-72bc-4d5d-8e07-af043120901b" providerId="ADAL" clId="{40095463-1CA9-41B2-94DA-1CD85C949CC9}" dt="2026-03-03T16:48:30.677" v="1454" actId="14100"/>
          <ac:spMkLst>
            <pc:docMk/>
            <pc:sldMk cId="2769118522" sldId="324"/>
            <ac:spMk id="2" creationId="{01A907B9-87B8-7F82-65D1-17201EA17065}"/>
          </ac:spMkLst>
        </pc:spChg>
        <pc:spChg chg="mod">
          <ac:chgData name="Rosalvo Medeiros" userId="52f93e62-72bc-4d5d-8e07-af043120901b" providerId="ADAL" clId="{40095463-1CA9-41B2-94DA-1CD85C949CC9}" dt="2026-03-03T16:46:48.767" v="1381" actId="20577"/>
          <ac:spMkLst>
            <pc:docMk/>
            <pc:sldMk cId="2769118522" sldId="324"/>
            <ac:spMk id="4" creationId="{039D91EC-B026-370F-0F3F-D484E195BC9C}"/>
          </ac:spMkLst>
        </pc:spChg>
        <pc:spChg chg="mod">
          <ac:chgData name="Rosalvo Medeiros" userId="52f93e62-72bc-4d5d-8e07-af043120901b" providerId="ADAL" clId="{40095463-1CA9-41B2-94DA-1CD85C949CC9}" dt="2026-03-03T16:47:18.183" v="1451" actId="20577"/>
          <ac:spMkLst>
            <pc:docMk/>
            <pc:sldMk cId="2769118522" sldId="324"/>
            <ac:spMk id="8" creationId="{8EB3B0B9-CC21-A000-0619-E1B43172EFDB}"/>
          </ac:spMkLst>
        </pc:spChg>
        <pc:spChg chg="add mod">
          <ac:chgData name="Rosalvo Medeiros" userId="52f93e62-72bc-4d5d-8e07-af043120901b" providerId="ADAL" clId="{40095463-1CA9-41B2-94DA-1CD85C949CC9}" dt="2026-03-03T16:53:56.073" v="1573" actId="20577"/>
          <ac:spMkLst>
            <pc:docMk/>
            <pc:sldMk cId="2769118522" sldId="324"/>
            <ac:spMk id="9" creationId="{7E8BAFCC-9528-D11C-AE68-E59A8A3C6A1A}"/>
          </ac:spMkLst>
        </pc:spChg>
      </pc:sldChg>
      <pc:sldChg chg="modSp add mod">
        <pc:chgData name="Rosalvo Medeiros" userId="52f93e62-72bc-4d5d-8e07-af043120901b" providerId="ADAL" clId="{40095463-1CA9-41B2-94DA-1CD85C949CC9}" dt="2026-03-03T17:19:25.143" v="1723" actId="14100"/>
        <pc:sldMkLst>
          <pc:docMk/>
          <pc:sldMk cId="342854164" sldId="325"/>
        </pc:sldMkLst>
        <pc:spChg chg="mod">
          <ac:chgData name="Rosalvo Medeiros" userId="52f93e62-72bc-4d5d-8e07-af043120901b" providerId="ADAL" clId="{40095463-1CA9-41B2-94DA-1CD85C949CC9}" dt="2026-03-03T17:19:25.143" v="1723" actId="14100"/>
          <ac:spMkLst>
            <pc:docMk/>
            <pc:sldMk cId="342854164" sldId="325"/>
            <ac:spMk id="8" creationId="{8EB3B0B9-CC21-A000-0619-E1B43172EFDB}"/>
          </ac:spMkLst>
        </pc:spChg>
      </pc:sldChg>
      <pc:sldChg chg="addSp delSp modSp add mod delAnim modAnim">
        <pc:chgData name="Rosalvo Medeiros" userId="52f93e62-72bc-4d5d-8e07-af043120901b" providerId="ADAL" clId="{40095463-1CA9-41B2-94DA-1CD85C949CC9}" dt="2026-03-03T16:57:25.692" v="1596"/>
        <pc:sldMkLst>
          <pc:docMk/>
          <pc:sldMk cId="2660517713" sldId="326"/>
        </pc:sldMkLst>
        <pc:spChg chg="mod">
          <ac:chgData name="Rosalvo Medeiros" userId="52f93e62-72bc-4d5d-8e07-af043120901b" providerId="ADAL" clId="{40095463-1CA9-41B2-94DA-1CD85C949CC9}" dt="2026-03-03T16:55:48.881" v="1580"/>
          <ac:spMkLst>
            <pc:docMk/>
            <pc:sldMk cId="2660517713" sldId="326"/>
            <ac:spMk id="4" creationId="{039D91EC-B026-370F-0F3F-D484E195BC9C}"/>
          </ac:spMkLst>
        </pc:spChg>
        <pc:spChg chg="add mod">
          <ac:chgData name="Rosalvo Medeiros" userId="52f93e62-72bc-4d5d-8e07-af043120901b" providerId="ADAL" clId="{40095463-1CA9-41B2-94DA-1CD85C949CC9}" dt="2026-03-03T16:57:08.010" v="1594" actId="255"/>
          <ac:spMkLst>
            <pc:docMk/>
            <pc:sldMk cId="2660517713" sldId="326"/>
            <ac:spMk id="7" creationId="{4F97DDEC-B689-325D-65A5-9EB5764C42A7}"/>
          </ac:spMkLst>
        </pc:spChg>
      </pc:sldChg>
      <pc:sldChg chg="addSp delSp modSp add mod modAnim">
        <pc:chgData name="Rosalvo Medeiros" userId="52f93e62-72bc-4d5d-8e07-af043120901b" providerId="ADAL" clId="{40095463-1CA9-41B2-94DA-1CD85C949CC9}" dt="2026-03-03T17:04:42.556" v="1635" actId="22"/>
        <pc:sldMkLst>
          <pc:docMk/>
          <pc:sldMk cId="4006406919" sldId="327"/>
        </pc:sldMkLst>
        <pc:spChg chg="mod">
          <ac:chgData name="Rosalvo Medeiros" userId="52f93e62-72bc-4d5d-8e07-af043120901b" providerId="ADAL" clId="{40095463-1CA9-41B2-94DA-1CD85C949CC9}" dt="2026-03-03T16:58:08.452" v="1599" actId="14100"/>
          <ac:spMkLst>
            <pc:docMk/>
            <pc:sldMk cId="4006406919" sldId="327"/>
            <ac:spMk id="4" creationId="{039D91EC-B026-370F-0F3F-D484E195BC9C}"/>
          </ac:spMkLst>
        </pc:spChg>
        <pc:spChg chg="mod">
          <ac:chgData name="Rosalvo Medeiros" userId="52f93e62-72bc-4d5d-8e07-af043120901b" providerId="ADAL" clId="{40095463-1CA9-41B2-94DA-1CD85C949CC9}" dt="2026-03-03T16:58:54.791" v="1618" actId="6549"/>
          <ac:spMkLst>
            <pc:docMk/>
            <pc:sldMk cId="4006406919" sldId="327"/>
            <ac:spMk id="7" creationId="{4F97DDEC-B689-325D-65A5-9EB5764C42A7}"/>
          </ac:spMkLst>
        </pc:spChg>
      </pc:sldChg>
      <pc:sldChg chg="addSp delSp modSp add mod modAnim">
        <pc:chgData name="Rosalvo Medeiros" userId="52f93e62-72bc-4d5d-8e07-af043120901b" providerId="ADAL" clId="{40095463-1CA9-41B2-94DA-1CD85C949CC9}" dt="2026-03-03T17:08:35.840" v="1657"/>
        <pc:sldMkLst>
          <pc:docMk/>
          <pc:sldMk cId="447731015" sldId="328"/>
        </pc:sldMkLst>
        <pc:spChg chg="mod">
          <ac:chgData name="Rosalvo Medeiros" userId="52f93e62-72bc-4d5d-8e07-af043120901b" providerId="ADAL" clId="{40095463-1CA9-41B2-94DA-1CD85C949CC9}" dt="2026-03-03T17:01:48.900" v="1620"/>
          <ac:spMkLst>
            <pc:docMk/>
            <pc:sldMk cId="447731015" sldId="328"/>
            <ac:spMk id="4" creationId="{039D91EC-B026-370F-0F3F-D484E195BC9C}"/>
          </ac:spMkLst>
        </pc:spChg>
        <pc:spChg chg="add mod">
          <ac:chgData name="Rosalvo Medeiros" userId="52f93e62-72bc-4d5d-8e07-af043120901b" providerId="ADAL" clId="{40095463-1CA9-41B2-94DA-1CD85C949CC9}" dt="2026-03-03T17:07:07.825" v="1650"/>
          <ac:spMkLst>
            <pc:docMk/>
            <pc:sldMk cId="447731015" sldId="328"/>
            <ac:spMk id="5" creationId="{779604EF-678B-4E95-5FEF-CE54F5108B87}"/>
          </ac:spMkLst>
        </pc:spChg>
        <pc:spChg chg="mod">
          <ac:chgData name="Rosalvo Medeiros" userId="52f93e62-72bc-4d5d-8e07-af043120901b" providerId="ADAL" clId="{40095463-1CA9-41B2-94DA-1CD85C949CC9}" dt="2026-03-03T17:02:43.839" v="1626" actId="1076"/>
          <ac:spMkLst>
            <pc:docMk/>
            <pc:sldMk cId="447731015" sldId="328"/>
            <ac:spMk id="7" creationId="{4F97DDEC-B689-325D-65A5-9EB5764C42A7}"/>
          </ac:spMkLst>
        </pc:spChg>
        <pc:spChg chg="add mod">
          <ac:chgData name="Rosalvo Medeiros" userId="52f93e62-72bc-4d5d-8e07-af043120901b" providerId="ADAL" clId="{40095463-1CA9-41B2-94DA-1CD85C949CC9}" dt="2026-03-03T17:07:45.536" v="1654" actId="255"/>
          <ac:spMkLst>
            <pc:docMk/>
            <pc:sldMk cId="447731015" sldId="328"/>
            <ac:spMk id="10" creationId="{5650A760-3B1B-26E0-D024-5939B2677602}"/>
          </ac:spMkLst>
        </pc:spChg>
      </pc:sldChg>
      <pc:sldChg chg="addSp delSp modSp add mod delAnim">
        <pc:chgData name="Rosalvo Medeiros" userId="52f93e62-72bc-4d5d-8e07-af043120901b" providerId="ADAL" clId="{40095463-1CA9-41B2-94DA-1CD85C949CC9}" dt="2026-03-03T17:21:08.217" v="1728" actId="1076"/>
        <pc:sldMkLst>
          <pc:docMk/>
          <pc:sldMk cId="3807038001" sldId="329"/>
        </pc:sldMkLst>
        <pc:picChg chg="add mod">
          <ac:chgData name="Rosalvo Medeiros" userId="52f93e62-72bc-4d5d-8e07-af043120901b" providerId="ADAL" clId="{40095463-1CA9-41B2-94DA-1CD85C949CC9}" dt="2026-03-03T17:21:08.217" v="1728" actId="1076"/>
          <ac:picMkLst>
            <pc:docMk/>
            <pc:sldMk cId="3807038001" sldId="329"/>
            <ac:picMk id="10" creationId="{91ECFE90-3F22-3E55-65F5-EE166E997E0D}"/>
          </ac:picMkLst>
        </pc:picChg>
      </pc:sldChg>
      <pc:sldChg chg="addSp delSp modSp add mod delAnim modAnim">
        <pc:chgData name="Rosalvo Medeiros" userId="52f93e62-72bc-4d5d-8e07-af043120901b" providerId="ADAL" clId="{40095463-1CA9-41B2-94DA-1CD85C949CC9}" dt="2026-03-03T17:14:00.108" v="1705" actId="1076"/>
        <pc:sldMkLst>
          <pc:docMk/>
          <pc:sldMk cId="329634413" sldId="330"/>
        </pc:sldMkLst>
        <pc:spChg chg="add mod">
          <ac:chgData name="Rosalvo Medeiros" userId="52f93e62-72bc-4d5d-8e07-af043120901b" providerId="ADAL" clId="{40095463-1CA9-41B2-94DA-1CD85C949CC9}" dt="2026-03-03T17:12:48.217" v="1701" actId="207"/>
          <ac:spMkLst>
            <pc:docMk/>
            <pc:sldMk cId="329634413" sldId="330"/>
            <ac:spMk id="8" creationId="{1814FBEF-C228-ED28-A49A-62198E2B9D93}"/>
          </ac:spMkLst>
        </pc:spChg>
        <pc:spChg chg="mod">
          <ac:chgData name="Rosalvo Medeiros" userId="52f93e62-72bc-4d5d-8e07-af043120901b" providerId="ADAL" clId="{40095463-1CA9-41B2-94DA-1CD85C949CC9}" dt="2026-03-03T17:09:38.749" v="1661" actId="1076"/>
          <ac:spMkLst>
            <pc:docMk/>
            <pc:sldMk cId="329634413" sldId="330"/>
            <ac:spMk id="10" creationId="{5650A760-3B1B-26E0-D024-5939B2677602}"/>
          </ac:spMkLst>
        </pc:spChg>
        <pc:picChg chg="add mod">
          <ac:chgData name="Rosalvo Medeiros" userId="52f93e62-72bc-4d5d-8e07-af043120901b" providerId="ADAL" clId="{40095463-1CA9-41B2-94DA-1CD85C949CC9}" dt="2026-03-03T17:14:00.108" v="1705" actId="1076"/>
          <ac:picMkLst>
            <pc:docMk/>
            <pc:sldMk cId="329634413" sldId="330"/>
            <ac:picMk id="11" creationId="{91F380D2-9E82-D2C0-A80A-29E853B52A26}"/>
          </ac:picMkLst>
        </pc:picChg>
      </pc:sldChg>
      <pc:sldChg chg="addSp delSp modSp add mod modAnim">
        <pc:chgData name="Rosalvo Medeiros" userId="52f93e62-72bc-4d5d-8e07-af043120901b" providerId="ADAL" clId="{40095463-1CA9-41B2-94DA-1CD85C949CC9}" dt="2026-03-03T17:21:23.912" v="1734" actId="1076"/>
        <pc:sldMkLst>
          <pc:docMk/>
          <pc:sldMk cId="1668088582" sldId="331"/>
        </pc:sldMkLst>
        <pc:spChg chg="add mod">
          <ac:chgData name="Rosalvo Medeiros" userId="52f93e62-72bc-4d5d-8e07-af043120901b" providerId="ADAL" clId="{40095463-1CA9-41B2-94DA-1CD85C949CC9}" dt="2026-03-03T17:16:41.328" v="1714" actId="255"/>
          <ac:spMkLst>
            <pc:docMk/>
            <pc:sldMk cId="1668088582" sldId="331"/>
            <ac:spMk id="4" creationId="{64A18D7F-1BDB-1AA6-FDC2-8D0FECCC165B}"/>
          </ac:spMkLst>
        </pc:spChg>
        <pc:spChg chg="add mod">
          <ac:chgData name="Rosalvo Medeiros" userId="52f93e62-72bc-4d5d-8e07-af043120901b" providerId="ADAL" clId="{40095463-1CA9-41B2-94DA-1CD85C949CC9}" dt="2026-03-03T17:18:43.144" v="1718" actId="14100"/>
          <ac:spMkLst>
            <pc:docMk/>
            <pc:sldMk cId="1668088582" sldId="331"/>
            <ac:spMk id="6" creationId="{E8F36E52-9B9E-F9AE-C81A-6315BD317DCF}"/>
          </ac:spMkLst>
        </pc:spChg>
        <pc:picChg chg="add mod">
          <ac:chgData name="Rosalvo Medeiros" userId="52f93e62-72bc-4d5d-8e07-af043120901b" providerId="ADAL" clId="{40095463-1CA9-41B2-94DA-1CD85C949CC9}" dt="2026-03-03T17:21:23.912" v="1734" actId="1076"/>
          <ac:picMkLst>
            <pc:docMk/>
            <pc:sldMk cId="1668088582" sldId="331"/>
            <ac:picMk id="9" creationId="{F22C7806-4A34-C892-7B3B-6A20FD49FB31}"/>
          </ac:picMkLst>
        </pc:picChg>
      </pc:sldChg>
      <pc:sldChg chg="addSp delSp modSp add mod delAnim">
        <pc:chgData name="Rosalvo Medeiros" userId="52f93e62-72bc-4d5d-8e07-af043120901b" providerId="ADAL" clId="{40095463-1CA9-41B2-94DA-1CD85C949CC9}" dt="2026-03-10T17:54:27.616" v="1751" actId="14100"/>
        <pc:sldMkLst>
          <pc:docMk/>
          <pc:sldMk cId="2361028466" sldId="350"/>
        </pc:sldMkLst>
        <pc:spChg chg="mod">
          <ac:chgData name="Rosalvo Medeiros" userId="52f93e62-72bc-4d5d-8e07-af043120901b" providerId="ADAL" clId="{40095463-1CA9-41B2-94DA-1CD85C949CC9}" dt="2026-03-10T17:53:31.753" v="1744" actId="255"/>
          <ac:spMkLst>
            <pc:docMk/>
            <pc:sldMk cId="2361028466" sldId="350"/>
            <ac:spMk id="3" creationId="{00160C4E-BC2C-4AB7-B308-8618FB70E1AB}"/>
          </ac:spMkLst>
        </pc:spChg>
        <pc:picChg chg="add mod">
          <ac:chgData name="Rosalvo Medeiros" userId="52f93e62-72bc-4d5d-8e07-af043120901b" providerId="ADAL" clId="{40095463-1CA9-41B2-94DA-1CD85C949CC9}" dt="2026-03-10T17:54:27.616" v="1751" actId="14100"/>
          <ac:picMkLst>
            <pc:docMk/>
            <pc:sldMk cId="2361028466" sldId="350"/>
            <ac:picMk id="6" creationId="{B3136732-2A10-23D0-8508-155AFB14ACD6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3-10T18:40:03.388" v="1779" actId="20577"/>
        <pc:sldMkLst>
          <pc:docMk/>
          <pc:sldMk cId="2150962276" sldId="351"/>
        </pc:sldMkLst>
        <pc:spChg chg="mod">
          <ac:chgData name="Rosalvo Medeiros" userId="52f93e62-72bc-4d5d-8e07-af043120901b" providerId="ADAL" clId="{40095463-1CA9-41B2-94DA-1CD85C949CC9}" dt="2026-03-10T18:40:03.388" v="1779" actId="20577"/>
          <ac:spMkLst>
            <pc:docMk/>
            <pc:sldMk cId="2150962276" sldId="351"/>
            <ac:spMk id="3" creationId="{00160C4E-BC2C-4AB7-B308-8618FB70E1AB}"/>
          </ac:spMkLst>
        </pc:spChg>
        <pc:spChg chg="add mod">
          <ac:chgData name="Rosalvo Medeiros" userId="52f93e62-72bc-4d5d-8e07-af043120901b" providerId="ADAL" clId="{40095463-1CA9-41B2-94DA-1CD85C949CC9}" dt="2026-03-10T18:39:49.651" v="1764"/>
          <ac:spMkLst>
            <pc:docMk/>
            <pc:sldMk cId="2150962276" sldId="351"/>
            <ac:spMk id="4" creationId="{BC59E624-2E3B-5394-8609-798C8B4633CD}"/>
          </ac:spMkLst>
        </pc:spChg>
        <pc:spChg chg="add mod">
          <ac:chgData name="Rosalvo Medeiros" userId="52f93e62-72bc-4d5d-8e07-af043120901b" providerId="ADAL" clId="{40095463-1CA9-41B2-94DA-1CD85C949CC9}" dt="2026-03-10T18:39:49.651" v="1764"/>
          <ac:spMkLst>
            <pc:docMk/>
            <pc:sldMk cId="2150962276" sldId="351"/>
            <ac:spMk id="5" creationId="{6F1C9DF2-45B8-343D-73CB-5BD373B6A9D5}"/>
          </ac:spMkLst>
        </pc:spChg>
        <pc:picChg chg="add mod">
          <ac:chgData name="Rosalvo Medeiros" userId="52f93e62-72bc-4d5d-8e07-af043120901b" providerId="ADAL" clId="{40095463-1CA9-41B2-94DA-1CD85C949CC9}" dt="2026-03-10T18:39:49.651" v="1764"/>
          <ac:picMkLst>
            <pc:docMk/>
            <pc:sldMk cId="2150962276" sldId="351"/>
            <ac:picMk id="2" creationId="{40A46240-633B-112C-E02E-632D2A866068}"/>
          </ac:picMkLst>
        </pc:picChg>
      </pc:sldChg>
      <pc:sldChg chg="addSp delSp modSp add mod modAnim">
        <pc:chgData name="Rosalvo Medeiros" userId="52f93e62-72bc-4d5d-8e07-af043120901b" providerId="ADAL" clId="{40095463-1CA9-41B2-94DA-1CD85C949CC9}" dt="2026-03-17T13:33:05.882" v="1828" actId="12"/>
        <pc:sldMkLst>
          <pc:docMk/>
          <pc:sldMk cId="3196452114" sldId="352"/>
        </pc:sldMkLst>
        <pc:spChg chg="del">
          <ac:chgData name="Rosalvo Medeiros" userId="52f93e62-72bc-4d5d-8e07-af043120901b" providerId="ADAL" clId="{40095463-1CA9-41B2-94DA-1CD85C949CC9}" dt="2026-03-17T13:28:25.428" v="1781" actId="478"/>
          <ac:spMkLst>
            <pc:docMk/>
            <pc:sldMk cId="3196452114" sldId="352"/>
            <ac:spMk id="4" creationId="{BC59E624-2E3B-5394-8609-798C8B4633CD}"/>
          </ac:spMkLst>
        </pc:spChg>
        <pc:spChg chg="del">
          <ac:chgData name="Rosalvo Medeiros" userId="52f93e62-72bc-4d5d-8e07-af043120901b" providerId="ADAL" clId="{40095463-1CA9-41B2-94DA-1CD85C949CC9}" dt="2026-03-17T13:28:27.426" v="1782" actId="478"/>
          <ac:spMkLst>
            <pc:docMk/>
            <pc:sldMk cId="3196452114" sldId="352"/>
            <ac:spMk id="5" creationId="{6F1C9DF2-45B8-343D-73CB-5BD373B6A9D5}"/>
          </ac:spMkLst>
        </pc:spChg>
        <pc:spChg chg="add mod">
          <ac:chgData name="Rosalvo Medeiros" userId="52f93e62-72bc-4d5d-8e07-af043120901b" providerId="ADAL" clId="{40095463-1CA9-41B2-94DA-1CD85C949CC9}" dt="2026-03-17T13:33:05.882" v="1828" actId="12"/>
          <ac:spMkLst>
            <pc:docMk/>
            <pc:sldMk cId="3196452114" sldId="352"/>
            <ac:spMk id="7" creationId="{D6501378-7BF3-BD96-664F-933FAE8B9B2C}"/>
          </ac:spMkLst>
        </pc:spChg>
        <pc:spChg chg="add del mod">
          <ac:chgData name="Rosalvo Medeiros" userId="52f93e62-72bc-4d5d-8e07-af043120901b" providerId="ADAL" clId="{40095463-1CA9-41B2-94DA-1CD85C949CC9}" dt="2026-03-17T13:30:09.504" v="1793" actId="478"/>
          <ac:spMkLst>
            <pc:docMk/>
            <pc:sldMk cId="3196452114" sldId="352"/>
            <ac:spMk id="9" creationId="{13807C78-B007-2FA2-5F12-3B7DD12D91EF}"/>
          </ac:spMkLst>
        </pc:spChg>
        <pc:graphicFrameChg chg="add del mod">
          <ac:chgData name="Rosalvo Medeiros" userId="52f93e62-72bc-4d5d-8e07-af043120901b" providerId="ADAL" clId="{40095463-1CA9-41B2-94DA-1CD85C949CC9}" dt="2026-03-17T13:30:09.504" v="1793" actId="478"/>
          <ac:graphicFrameMkLst>
            <pc:docMk/>
            <pc:sldMk cId="3196452114" sldId="352"/>
            <ac:graphicFrameMk id="8" creationId="{9EC3381E-0DAF-4644-B244-F8D1620E3998}"/>
          </ac:graphicFrameMkLst>
        </pc:graphicFrameChg>
        <pc:graphicFrameChg chg="add mod modGraphic">
          <ac:chgData name="Rosalvo Medeiros" userId="52f93e62-72bc-4d5d-8e07-af043120901b" providerId="ADAL" clId="{40095463-1CA9-41B2-94DA-1CD85C949CC9}" dt="2026-03-17T13:32:33.658" v="1825" actId="14734"/>
          <ac:graphicFrameMkLst>
            <pc:docMk/>
            <pc:sldMk cId="3196452114" sldId="352"/>
            <ac:graphicFrameMk id="10" creationId="{E1396DC7-BC2D-1D34-D80E-1AF66201A417}"/>
          </ac:graphicFrameMkLst>
        </pc:graphicFrameChg>
      </pc:sldChg>
      <pc:sldChg chg="addSp delSp modSp add mod delAnim">
        <pc:chgData name="Rosalvo Medeiros" userId="52f93e62-72bc-4d5d-8e07-af043120901b" providerId="ADAL" clId="{40095463-1CA9-41B2-94DA-1CD85C949CC9}" dt="2026-03-17T13:35:11.242" v="1838" actId="1076"/>
        <pc:sldMkLst>
          <pc:docMk/>
          <pc:sldMk cId="19228265" sldId="353"/>
        </pc:sldMkLst>
        <pc:spChg chg="add mod">
          <ac:chgData name="Rosalvo Medeiros" userId="52f93e62-72bc-4d5d-8e07-af043120901b" providerId="ADAL" clId="{40095463-1CA9-41B2-94DA-1CD85C949CC9}" dt="2026-03-17T13:35:11.242" v="1838" actId="1076"/>
          <ac:spMkLst>
            <pc:docMk/>
            <pc:sldMk cId="19228265" sldId="353"/>
            <ac:spMk id="5" creationId="{7A5D4652-55FF-1CF2-7D6F-89465BEDFE29}"/>
          </ac:spMkLst>
        </pc:spChg>
        <pc:spChg chg="del">
          <ac:chgData name="Rosalvo Medeiros" userId="52f93e62-72bc-4d5d-8e07-af043120901b" providerId="ADAL" clId="{40095463-1CA9-41B2-94DA-1CD85C949CC9}" dt="2026-03-17T13:34:52.658" v="1830" actId="478"/>
          <ac:spMkLst>
            <pc:docMk/>
            <pc:sldMk cId="19228265" sldId="353"/>
            <ac:spMk id="7" creationId="{D6501378-7BF3-BD96-664F-933FAE8B9B2C}"/>
          </ac:spMkLst>
        </pc:spChg>
        <pc:graphicFrameChg chg="del">
          <ac:chgData name="Rosalvo Medeiros" userId="52f93e62-72bc-4d5d-8e07-af043120901b" providerId="ADAL" clId="{40095463-1CA9-41B2-94DA-1CD85C949CC9}" dt="2026-03-17T13:34:55.094" v="1831" actId="478"/>
          <ac:graphicFrameMkLst>
            <pc:docMk/>
            <pc:sldMk cId="19228265" sldId="353"/>
            <ac:graphicFrameMk id="10" creationId="{E1396DC7-BC2D-1D34-D80E-1AF66201A417}"/>
          </ac:graphicFrameMkLst>
        </pc:graphicFrameChg>
        <pc:picChg chg="mod">
          <ac:chgData name="Rosalvo Medeiros" userId="52f93e62-72bc-4d5d-8e07-af043120901b" providerId="ADAL" clId="{40095463-1CA9-41B2-94DA-1CD85C949CC9}" dt="2026-03-17T13:35:08.560" v="1837" actId="14100"/>
          <ac:picMkLst>
            <pc:docMk/>
            <pc:sldMk cId="19228265" sldId="353"/>
            <ac:picMk id="2" creationId="{40A46240-633B-112C-E02E-632D2A866068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3-17T13:39:50.761" v="1872" actId="478"/>
        <pc:sldMkLst>
          <pc:docMk/>
          <pc:sldMk cId="84815008" sldId="354"/>
        </pc:sldMkLst>
        <pc:spChg chg="del">
          <ac:chgData name="Rosalvo Medeiros" userId="52f93e62-72bc-4d5d-8e07-af043120901b" providerId="ADAL" clId="{40095463-1CA9-41B2-94DA-1CD85C949CC9}" dt="2026-03-17T13:36:24.532" v="1840" actId="478"/>
          <ac:spMkLst>
            <pc:docMk/>
            <pc:sldMk cId="84815008" sldId="354"/>
            <ac:spMk id="5" creationId="{7A5D4652-55FF-1CF2-7D6F-89465BEDFE29}"/>
          </ac:spMkLst>
        </pc:spChg>
        <pc:spChg chg="add mod">
          <ac:chgData name="Rosalvo Medeiros" userId="52f93e62-72bc-4d5d-8e07-af043120901b" providerId="ADAL" clId="{40095463-1CA9-41B2-94DA-1CD85C949CC9}" dt="2026-03-17T13:38:11.727" v="1858" actId="1076"/>
          <ac:spMkLst>
            <pc:docMk/>
            <pc:sldMk cId="84815008" sldId="354"/>
            <ac:spMk id="6" creationId="{0481113F-2C37-F7B0-C9FD-F947E583F491}"/>
          </ac:spMkLst>
        </pc:spChg>
        <pc:spChg chg="add del">
          <ac:chgData name="Rosalvo Medeiros" userId="52f93e62-72bc-4d5d-8e07-af043120901b" providerId="ADAL" clId="{40095463-1CA9-41B2-94DA-1CD85C949CC9}" dt="2026-03-17T13:36:50.506" v="1846" actId="22"/>
          <ac:spMkLst>
            <pc:docMk/>
            <pc:sldMk cId="84815008" sldId="354"/>
            <ac:spMk id="8" creationId="{37F0ADDA-1FB1-F780-E510-1EB3AD13AEA9}"/>
          </ac:spMkLst>
        </pc:spChg>
        <pc:spChg chg="add mod">
          <ac:chgData name="Rosalvo Medeiros" userId="52f93e62-72bc-4d5d-8e07-af043120901b" providerId="ADAL" clId="{40095463-1CA9-41B2-94DA-1CD85C949CC9}" dt="2026-03-17T13:38:14.361" v="1859" actId="1076"/>
          <ac:spMkLst>
            <pc:docMk/>
            <pc:sldMk cId="84815008" sldId="354"/>
            <ac:spMk id="10" creationId="{9CBFFAB6-7123-3273-9128-16627DD4CB19}"/>
          </ac:spMkLst>
        </pc:spChg>
        <pc:spChg chg="add del mod">
          <ac:chgData name="Rosalvo Medeiros" userId="52f93e62-72bc-4d5d-8e07-af043120901b" providerId="ADAL" clId="{40095463-1CA9-41B2-94DA-1CD85C949CC9}" dt="2026-03-17T13:37:46.170" v="1855" actId="478"/>
          <ac:spMkLst>
            <pc:docMk/>
            <pc:sldMk cId="84815008" sldId="354"/>
            <ac:spMk id="12" creationId="{1ACAE498-2EB5-6219-2938-CE5A07B64C95}"/>
          </ac:spMkLst>
        </pc:spChg>
        <pc:spChg chg="add mod">
          <ac:chgData name="Rosalvo Medeiros" userId="52f93e62-72bc-4d5d-8e07-af043120901b" providerId="ADAL" clId="{40095463-1CA9-41B2-94DA-1CD85C949CC9}" dt="2026-03-17T13:38:53.413" v="1868" actId="1076"/>
          <ac:spMkLst>
            <pc:docMk/>
            <pc:sldMk cId="84815008" sldId="354"/>
            <ac:spMk id="14" creationId="{F98BD5DA-8604-EC6E-4CA5-8A985F3BA5DD}"/>
          </ac:spMkLst>
        </pc:spChg>
        <pc:spChg chg="add del mod">
          <ac:chgData name="Rosalvo Medeiros" userId="52f93e62-72bc-4d5d-8e07-af043120901b" providerId="ADAL" clId="{40095463-1CA9-41B2-94DA-1CD85C949CC9}" dt="2026-03-17T13:39:50.761" v="1872" actId="478"/>
          <ac:spMkLst>
            <pc:docMk/>
            <pc:sldMk cId="84815008" sldId="354"/>
            <ac:spMk id="17" creationId="{CE62BBD9-E8F8-9088-0432-56CB2E50192E}"/>
          </ac:spMkLst>
        </pc:spChg>
        <pc:graphicFrameChg chg="add del mod">
          <ac:chgData name="Rosalvo Medeiros" userId="52f93e62-72bc-4d5d-8e07-af043120901b" providerId="ADAL" clId="{40095463-1CA9-41B2-94DA-1CD85C949CC9}" dt="2026-03-17T13:37:46.170" v="1855" actId="478"/>
          <ac:graphicFrameMkLst>
            <pc:docMk/>
            <pc:sldMk cId="84815008" sldId="354"/>
            <ac:graphicFrameMk id="11" creationId="{2541BAFE-1AB7-752B-C185-E1868D758A46}"/>
          </ac:graphicFrameMkLst>
        </pc:graphicFrameChg>
        <pc:graphicFrameChg chg="add mod modGraphic">
          <ac:chgData name="Rosalvo Medeiros" userId="52f93e62-72bc-4d5d-8e07-af043120901b" providerId="ADAL" clId="{40095463-1CA9-41B2-94DA-1CD85C949CC9}" dt="2026-03-17T13:38:55.544" v="1869" actId="1076"/>
          <ac:graphicFrameMkLst>
            <pc:docMk/>
            <pc:sldMk cId="84815008" sldId="354"/>
            <ac:graphicFrameMk id="15" creationId="{F07B8C7F-EE0D-8AFA-280A-B761306FA506}"/>
          </ac:graphicFrameMkLst>
        </pc:graphicFrameChg>
      </pc:sldChg>
      <pc:sldChg chg="addSp delSp modSp add mod addAnim delAnim modAnim">
        <pc:chgData name="Rosalvo Medeiros" userId="52f93e62-72bc-4d5d-8e07-af043120901b" providerId="ADAL" clId="{40095463-1CA9-41B2-94DA-1CD85C949CC9}" dt="2026-03-17T13:47:21.778" v="1900"/>
        <pc:sldMkLst>
          <pc:docMk/>
          <pc:sldMk cId="358685829" sldId="355"/>
        </pc:sldMkLst>
        <pc:spChg chg="add mod">
          <ac:chgData name="Rosalvo Medeiros" userId="52f93e62-72bc-4d5d-8e07-af043120901b" providerId="ADAL" clId="{40095463-1CA9-41B2-94DA-1CD85C949CC9}" dt="2026-03-17T13:42:42.673" v="1883" actId="108"/>
          <ac:spMkLst>
            <pc:docMk/>
            <pc:sldMk cId="358685829" sldId="355"/>
            <ac:spMk id="5" creationId="{0C83EA02-0FDF-B2C2-065D-D391693C72F4}"/>
          </ac:spMkLst>
        </pc:spChg>
        <pc:spChg chg="del">
          <ac:chgData name="Rosalvo Medeiros" userId="52f93e62-72bc-4d5d-8e07-af043120901b" providerId="ADAL" clId="{40095463-1CA9-41B2-94DA-1CD85C949CC9}" dt="2026-03-17T13:41:54.971" v="1875" actId="478"/>
          <ac:spMkLst>
            <pc:docMk/>
            <pc:sldMk cId="358685829" sldId="355"/>
            <ac:spMk id="6" creationId="{0481113F-2C37-F7B0-C9FD-F947E583F491}"/>
          </ac:spMkLst>
        </pc:spChg>
        <pc:spChg chg="add mod">
          <ac:chgData name="Rosalvo Medeiros" userId="52f93e62-72bc-4d5d-8e07-af043120901b" providerId="ADAL" clId="{40095463-1CA9-41B2-94DA-1CD85C949CC9}" dt="2026-03-17T13:44:26.343" v="1893" actId="1076"/>
          <ac:spMkLst>
            <pc:docMk/>
            <pc:sldMk cId="358685829" sldId="355"/>
            <ac:spMk id="8" creationId="{7BEE41FE-A6DC-F1C7-F169-5CB003487C20}"/>
          </ac:spMkLst>
        </pc:spChg>
        <pc:spChg chg="del">
          <ac:chgData name="Rosalvo Medeiros" userId="52f93e62-72bc-4d5d-8e07-af043120901b" providerId="ADAL" clId="{40095463-1CA9-41B2-94DA-1CD85C949CC9}" dt="2026-03-17T13:41:54.971" v="1875" actId="478"/>
          <ac:spMkLst>
            <pc:docMk/>
            <pc:sldMk cId="358685829" sldId="355"/>
            <ac:spMk id="10" creationId="{9CBFFAB6-7123-3273-9128-16627DD4CB19}"/>
          </ac:spMkLst>
        </pc:spChg>
        <pc:spChg chg="add del">
          <ac:chgData name="Rosalvo Medeiros" userId="52f93e62-72bc-4d5d-8e07-af043120901b" providerId="ADAL" clId="{40095463-1CA9-41B2-94DA-1CD85C949CC9}" dt="2026-03-17T13:46:43.084" v="1895" actId="22"/>
          <ac:spMkLst>
            <pc:docMk/>
            <pc:sldMk cId="358685829" sldId="355"/>
            <ac:spMk id="11" creationId="{6C32DB61-2A82-9B89-0D16-2DD08AFE2B76}"/>
          </ac:spMkLst>
        </pc:spChg>
        <pc:spChg chg="add mod">
          <ac:chgData name="Rosalvo Medeiros" userId="52f93e62-72bc-4d5d-8e07-af043120901b" providerId="ADAL" clId="{40095463-1CA9-41B2-94DA-1CD85C949CC9}" dt="2026-03-17T13:46:57.543" v="1898" actId="1076"/>
          <ac:spMkLst>
            <pc:docMk/>
            <pc:sldMk cId="358685829" sldId="355"/>
            <ac:spMk id="13" creationId="{D3087CFE-8A30-109C-48C3-047F6C3A6A82}"/>
          </ac:spMkLst>
        </pc:spChg>
        <pc:spChg chg="del">
          <ac:chgData name="Rosalvo Medeiros" userId="52f93e62-72bc-4d5d-8e07-af043120901b" providerId="ADAL" clId="{40095463-1CA9-41B2-94DA-1CD85C949CC9}" dt="2026-03-17T13:41:54.971" v="1875" actId="478"/>
          <ac:spMkLst>
            <pc:docMk/>
            <pc:sldMk cId="358685829" sldId="355"/>
            <ac:spMk id="14" creationId="{F98BD5DA-8604-EC6E-4CA5-8A985F3BA5DD}"/>
          </ac:spMkLst>
        </pc:spChg>
        <pc:graphicFrameChg chg="del">
          <ac:chgData name="Rosalvo Medeiros" userId="52f93e62-72bc-4d5d-8e07-af043120901b" providerId="ADAL" clId="{40095463-1CA9-41B2-94DA-1CD85C949CC9}" dt="2026-03-17T13:41:49.850" v="1874" actId="478"/>
          <ac:graphicFrameMkLst>
            <pc:docMk/>
            <pc:sldMk cId="358685829" sldId="355"/>
            <ac:graphicFrameMk id="15" creationId="{F07B8C7F-EE0D-8AFA-280A-B761306FA506}"/>
          </ac:graphicFrameMkLst>
        </pc:graphicFrameChg>
      </pc:sldChg>
      <pc:sldChg chg="addSp delSp modSp add mod delAnim modAnim">
        <pc:chgData name="Rosalvo Medeiros" userId="52f93e62-72bc-4d5d-8e07-af043120901b" providerId="ADAL" clId="{40095463-1CA9-41B2-94DA-1CD85C949CC9}" dt="2026-03-17T14:03:24.695" v="1953"/>
        <pc:sldMkLst>
          <pc:docMk/>
          <pc:sldMk cId="3185482089" sldId="356"/>
        </pc:sldMkLst>
        <pc:spChg chg="del">
          <ac:chgData name="Rosalvo Medeiros" userId="52f93e62-72bc-4d5d-8e07-af043120901b" providerId="ADAL" clId="{40095463-1CA9-41B2-94DA-1CD85C949CC9}" dt="2026-03-17T13:48:42.213" v="1902" actId="478"/>
          <ac:spMkLst>
            <pc:docMk/>
            <pc:sldMk cId="3185482089" sldId="356"/>
            <ac:spMk id="5" creationId="{0C83EA02-0FDF-B2C2-065D-D391693C72F4}"/>
          </ac:spMkLst>
        </pc:spChg>
        <pc:spChg chg="add mod">
          <ac:chgData name="Rosalvo Medeiros" userId="52f93e62-72bc-4d5d-8e07-af043120901b" providerId="ADAL" clId="{40095463-1CA9-41B2-94DA-1CD85C949CC9}" dt="2026-03-17T13:49:38.273" v="1915" actId="948"/>
          <ac:spMkLst>
            <pc:docMk/>
            <pc:sldMk cId="3185482089" sldId="356"/>
            <ac:spMk id="6" creationId="{B3F0EA1D-A131-80A1-D8E4-DE9FD4447ABC}"/>
          </ac:spMkLst>
        </pc:spChg>
        <pc:spChg chg="del">
          <ac:chgData name="Rosalvo Medeiros" userId="52f93e62-72bc-4d5d-8e07-af043120901b" providerId="ADAL" clId="{40095463-1CA9-41B2-94DA-1CD85C949CC9}" dt="2026-03-17T13:48:43.623" v="1903" actId="478"/>
          <ac:spMkLst>
            <pc:docMk/>
            <pc:sldMk cId="3185482089" sldId="356"/>
            <ac:spMk id="8" creationId="{7BEE41FE-A6DC-F1C7-F169-5CB003487C20}"/>
          </ac:spMkLst>
        </pc:spChg>
        <pc:spChg chg="add mod">
          <ac:chgData name="Rosalvo Medeiros" userId="52f93e62-72bc-4d5d-8e07-af043120901b" providerId="ADAL" clId="{40095463-1CA9-41B2-94DA-1CD85C949CC9}" dt="2026-03-17T13:50:15.286" v="1919" actId="14100"/>
          <ac:spMkLst>
            <pc:docMk/>
            <pc:sldMk cId="3185482089" sldId="356"/>
            <ac:spMk id="9" creationId="{D48D4508-D9F4-8981-563A-340E17ED879E}"/>
          </ac:spMkLst>
        </pc:spChg>
        <pc:spChg chg="add mod">
          <ac:chgData name="Rosalvo Medeiros" userId="52f93e62-72bc-4d5d-8e07-af043120901b" providerId="ADAL" clId="{40095463-1CA9-41B2-94DA-1CD85C949CC9}" dt="2026-03-17T14:03:17.901" v="1952" actId="12"/>
          <ac:spMkLst>
            <pc:docMk/>
            <pc:sldMk cId="3185482089" sldId="356"/>
            <ac:spMk id="11" creationId="{1F24DFFA-6EFD-AAF5-3B44-8FAAFB781F14}"/>
          </ac:spMkLst>
        </pc:spChg>
        <pc:spChg chg="del">
          <ac:chgData name="Rosalvo Medeiros" userId="52f93e62-72bc-4d5d-8e07-af043120901b" providerId="ADAL" clId="{40095463-1CA9-41B2-94DA-1CD85C949CC9}" dt="2026-03-17T13:48:45.103" v="1904" actId="478"/>
          <ac:spMkLst>
            <pc:docMk/>
            <pc:sldMk cId="3185482089" sldId="356"/>
            <ac:spMk id="13" creationId="{D3087CFE-8A30-109C-48C3-047F6C3A6A82}"/>
          </ac:spMkLst>
        </pc:spChg>
      </pc:sldChg>
      <pc:sldChg chg="addSp delSp modSp add mod delAnim">
        <pc:chgData name="Rosalvo Medeiros" userId="52f93e62-72bc-4d5d-8e07-af043120901b" providerId="ADAL" clId="{40095463-1CA9-41B2-94DA-1CD85C949CC9}" dt="2026-03-17T14:05:21.193" v="1969" actId="948"/>
        <pc:sldMkLst>
          <pc:docMk/>
          <pc:sldMk cId="1386928387" sldId="357"/>
        </pc:sldMkLst>
        <pc:spChg chg="add mod">
          <ac:chgData name="Rosalvo Medeiros" userId="52f93e62-72bc-4d5d-8e07-af043120901b" providerId="ADAL" clId="{40095463-1CA9-41B2-94DA-1CD85C949CC9}" dt="2026-03-17T14:05:21.193" v="1969" actId="948"/>
          <ac:spMkLst>
            <pc:docMk/>
            <pc:sldMk cId="1386928387" sldId="357"/>
            <ac:spMk id="5" creationId="{AD2E484A-70E6-3E74-1D31-0EA739A4883D}"/>
          </ac:spMkLst>
        </pc:spChg>
        <pc:spChg chg="del">
          <ac:chgData name="Rosalvo Medeiros" userId="52f93e62-72bc-4d5d-8e07-af043120901b" providerId="ADAL" clId="{40095463-1CA9-41B2-94DA-1CD85C949CC9}" dt="2026-03-17T14:04:20.960" v="1955" actId="478"/>
          <ac:spMkLst>
            <pc:docMk/>
            <pc:sldMk cId="1386928387" sldId="357"/>
            <ac:spMk id="6" creationId="{B3F0EA1D-A131-80A1-D8E4-DE9FD4447ABC}"/>
          </ac:spMkLst>
        </pc:spChg>
        <pc:spChg chg="del">
          <ac:chgData name="Rosalvo Medeiros" userId="52f93e62-72bc-4d5d-8e07-af043120901b" providerId="ADAL" clId="{40095463-1CA9-41B2-94DA-1CD85C949CC9}" dt="2026-03-17T14:04:22.950" v="1956" actId="478"/>
          <ac:spMkLst>
            <pc:docMk/>
            <pc:sldMk cId="1386928387" sldId="357"/>
            <ac:spMk id="9" creationId="{D48D4508-D9F4-8981-563A-340E17ED879E}"/>
          </ac:spMkLst>
        </pc:spChg>
        <pc:spChg chg="del">
          <ac:chgData name="Rosalvo Medeiros" userId="52f93e62-72bc-4d5d-8e07-af043120901b" providerId="ADAL" clId="{40095463-1CA9-41B2-94DA-1CD85C949CC9}" dt="2026-03-17T14:04:24.268" v="1957" actId="478"/>
          <ac:spMkLst>
            <pc:docMk/>
            <pc:sldMk cId="1386928387" sldId="357"/>
            <ac:spMk id="11" creationId="{1F24DFFA-6EFD-AAF5-3B44-8FAAFB781F14}"/>
          </ac:spMkLst>
        </pc:spChg>
      </pc:sldChg>
      <pc:sldChg chg="addSp delSp modSp add mod modAnim">
        <pc:chgData name="Rosalvo Medeiros" userId="52f93e62-72bc-4d5d-8e07-af043120901b" providerId="ADAL" clId="{40095463-1CA9-41B2-94DA-1CD85C949CC9}" dt="2026-03-17T14:29:06.142" v="2030"/>
        <pc:sldMkLst>
          <pc:docMk/>
          <pc:sldMk cId="1210108959" sldId="358"/>
        </pc:sldMkLst>
        <pc:spChg chg="del mod">
          <ac:chgData name="Rosalvo Medeiros" userId="52f93e62-72bc-4d5d-8e07-af043120901b" providerId="ADAL" clId="{40095463-1CA9-41B2-94DA-1CD85C949CC9}" dt="2026-03-17T14:24:35.371" v="1987" actId="478"/>
          <ac:spMkLst>
            <pc:docMk/>
            <pc:sldMk cId="1210108959" sldId="358"/>
            <ac:spMk id="5" creationId="{AD2E484A-70E6-3E74-1D31-0EA739A4883D}"/>
          </ac:spMkLst>
        </pc:spChg>
        <pc:spChg chg="add mod">
          <ac:chgData name="Rosalvo Medeiros" userId="52f93e62-72bc-4d5d-8e07-af043120901b" providerId="ADAL" clId="{40095463-1CA9-41B2-94DA-1CD85C949CC9}" dt="2026-03-17T14:28:36.921" v="2023" actId="208"/>
          <ac:spMkLst>
            <pc:docMk/>
            <pc:sldMk cId="1210108959" sldId="358"/>
            <ac:spMk id="6" creationId="{6F0439FE-F523-D1ED-355E-50BEDC424BCE}"/>
          </ac:spMkLst>
        </pc:spChg>
        <pc:spChg chg="add mod">
          <ac:chgData name="Rosalvo Medeiros" userId="52f93e62-72bc-4d5d-8e07-af043120901b" providerId="ADAL" clId="{40095463-1CA9-41B2-94DA-1CD85C949CC9}" dt="2026-03-17T14:28:44.902" v="2024" actId="208"/>
          <ac:spMkLst>
            <pc:docMk/>
            <pc:sldMk cId="1210108959" sldId="358"/>
            <ac:spMk id="8" creationId="{5B529ADA-23EE-72BD-ACFB-7B5EDBC60E05}"/>
          </ac:spMkLst>
        </pc:spChg>
        <pc:spChg chg="add mod">
          <ac:chgData name="Rosalvo Medeiros" userId="52f93e62-72bc-4d5d-8e07-af043120901b" providerId="ADAL" clId="{40095463-1CA9-41B2-94DA-1CD85C949CC9}" dt="2026-03-17T14:28:56.103" v="2027" actId="208"/>
          <ac:spMkLst>
            <pc:docMk/>
            <pc:sldMk cId="1210108959" sldId="358"/>
            <ac:spMk id="10" creationId="{624616B9-9F51-B4C2-860E-F1F990D09E50}"/>
          </ac:spMkLst>
        </pc:spChg>
        <pc:spChg chg="add mod">
          <ac:chgData name="Rosalvo Medeiros" userId="52f93e62-72bc-4d5d-8e07-af043120901b" providerId="ADAL" clId="{40095463-1CA9-41B2-94DA-1CD85C949CC9}" dt="2026-03-17T14:28:59.832" v="2028" actId="208"/>
          <ac:spMkLst>
            <pc:docMk/>
            <pc:sldMk cId="1210108959" sldId="358"/>
            <ac:spMk id="12" creationId="{74FF1136-D849-BF85-AFBE-BDF5E984A8C2}"/>
          </ac:spMkLst>
        </pc:spChg>
      </pc:sldChg>
      <pc:sldChg chg="addSp delSp modSp add mod">
        <pc:chgData name="Rosalvo Medeiros" userId="52f93e62-72bc-4d5d-8e07-af043120901b" providerId="ADAL" clId="{40095463-1CA9-41B2-94DA-1CD85C949CC9}" dt="2026-03-17T14:23:40.655" v="1986" actId="1076"/>
        <pc:sldMkLst>
          <pc:docMk/>
          <pc:sldMk cId="2441518603" sldId="359"/>
        </pc:sldMkLst>
        <pc:spChg chg="del">
          <ac:chgData name="Rosalvo Medeiros" userId="52f93e62-72bc-4d5d-8e07-af043120901b" providerId="ADAL" clId="{40095463-1CA9-41B2-94DA-1CD85C949CC9}" dt="2026-03-17T14:20:51.619" v="1974" actId="478"/>
          <ac:spMkLst>
            <pc:docMk/>
            <pc:sldMk cId="2441518603" sldId="359"/>
            <ac:spMk id="4" creationId="{BC59E624-2E3B-5394-8609-798C8B4633CD}"/>
          </ac:spMkLst>
        </pc:spChg>
        <pc:spChg chg="del">
          <ac:chgData name="Rosalvo Medeiros" userId="52f93e62-72bc-4d5d-8e07-af043120901b" providerId="ADAL" clId="{40095463-1CA9-41B2-94DA-1CD85C949CC9}" dt="2026-03-17T14:20:49.579" v="1973" actId="478"/>
          <ac:spMkLst>
            <pc:docMk/>
            <pc:sldMk cId="2441518603" sldId="359"/>
            <ac:spMk id="5" creationId="{6F1C9DF2-45B8-343D-73CB-5BD373B6A9D5}"/>
          </ac:spMkLst>
        </pc:spChg>
        <pc:graphicFrameChg chg="add del mod">
          <ac:chgData name="Rosalvo Medeiros" userId="52f93e62-72bc-4d5d-8e07-af043120901b" providerId="ADAL" clId="{40095463-1CA9-41B2-94DA-1CD85C949CC9}" dt="2026-03-17T14:23:31.795" v="1982" actId="478"/>
          <ac:graphicFrameMkLst>
            <pc:docMk/>
            <pc:sldMk cId="2441518603" sldId="359"/>
            <ac:graphicFrameMk id="6" creationId="{B020ABF3-1A6D-C9A5-0D85-11B45AC9600D}"/>
          </ac:graphicFrameMkLst>
        </pc:graphicFrameChg>
        <pc:picChg chg="add mod">
          <ac:chgData name="Rosalvo Medeiros" userId="52f93e62-72bc-4d5d-8e07-af043120901b" providerId="ADAL" clId="{40095463-1CA9-41B2-94DA-1CD85C949CC9}" dt="2026-03-17T14:23:40.655" v="1986" actId="1076"/>
          <ac:picMkLst>
            <pc:docMk/>
            <pc:sldMk cId="2441518603" sldId="359"/>
            <ac:picMk id="8" creationId="{A995D606-C068-27B2-DB01-CF6080D055B1}"/>
          </ac:picMkLst>
        </pc:picChg>
      </pc:sldChg>
      <pc:sldChg chg="addSp delSp modSp add mod delAnim">
        <pc:chgData name="Rosalvo Medeiros" userId="52f93e62-72bc-4d5d-8e07-af043120901b" providerId="ADAL" clId="{40095463-1CA9-41B2-94DA-1CD85C949CC9}" dt="2026-03-17T16:30:29.298" v="2190" actId="208"/>
        <pc:sldMkLst>
          <pc:docMk/>
          <pc:sldMk cId="3556562846" sldId="360"/>
        </pc:sldMkLst>
        <pc:spChg chg="mod">
          <ac:chgData name="Rosalvo Medeiros" userId="52f93e62-72bc-4d5d-8e07-af043120901b" providerId="ADAL" clId="{40095463-1CA9-41B2-94DA-1CD85C949CC9}" dt="2026-03-17T16:28:41.223" v="2069" actId="20577"/>
          <ac:spMkLst>
            <pc:docMk/>
            <pc:sldMk cId="3556562846" sldId="360"/>
            <ac:spMk id="3" creationId="{00160C4E-BC2C-4AB7-B308-8618FB70E1AB}"/>
          </ac:spMkLst>
        </pc:spChg>
        <pc:spChg chg="del">
          <ac:chgData name="Rosalvo Medeiros" userId="52f93e62-72bc-4d5d-8e07-af043120901b" providerId="ADAL" clId="{40095463-1CA9-41B2-94DA-1CD85C949CC9}" dt="2026-03-17T14:50:49.453" v="2032" actId="478"/>
          <ac:spMkLst>
            <pc:docMk/>
            <pc:sldMk cId="3556562846" sldId="360"/>
            <ac:spMk id="6" creationId="{6F0439FE-F523-D1ED-355E-50BEDC424BCE}"/>
          </ac:spMkLst>
        </pc:spChg>
        <pc:spChg chg="add mod">
          <ac:chgData name="Rosalvo Medeiros" userId="52f93e62-72bc-4d5d-8e07-af043120901b" providerId="ADAL" clId="{40095463-1CA9-41B2-94DA-1CD85C949CC9}" dt="2026-03-17T16:30:12.273" v="2170" actId="208"/>
          <ac:spMkLst>
            <pc:docMk/>
            <pc:sldMk cId="3556562846" sldId="360"/>
            <ac:spMk id="7" creationId="{FC1519F9-8E43-2DF8-0FFB-597190E2D245}"/>
          </ac:spMkLst>
        </pc:spChg>
        <pc:spChg chg="del">
          <ac:chgData name="Rosalvo Medeiros" userId="52f93e62-72bc-4d5d-8e07-af043120901b" providerId="ADAL" clId="{40095463-1CA9-41B2-94DA-1CD85C949CC9}" dt="2026-03-17T14:50:49.453" v="2032" actId="478"/>
          <ac:spMkLst>
            <pc:docMk/>
            <pc:sldMk cId="3556562846" sldId="360"/>
            <ac:spMk id="8" creationId="{5B529ADA-23EE-72BD-ACFB-7B5EDBC60E05}"/>
          </ac:spMkLst>
        </pc:spChg>
        <pc:spChg chg="add mod">
          <ac:chgData name="Rosalvo Medeiros" userId="52f93e62-72bc-4d5d-8e07-af043120901b" providerId="ADAL" clId="{40095463-1CA9-41B2-94DA-1CD85C949CC9}" dt="2026-03-17T16:30:29.298" v="2190" actId="208"/>
          <ac:spMkLst>
            <pc:docMk/>
            <pc:sldMk cId="3556562846" sldId="360"/>
            <ac:spMk id="9" creationId="{E30FBB37-71E4-297A-6EB3-1F458815C1AC}"/>
          </ac:spMkLst>
        </pc:spChg>
        <pc:spChg chg="del">
          <ac:chgData name="Rosalvo Medeiros" userId="52f93e62-72bc-4d5d-8e07-af043120901b" providerId="ADAL" clId="{40095463-1CA9-41B2-94DA-1CD85C949CC9}" dt="2026-03-17T14:50:49.453" v="2032" actId="478"/>
          <ac:spMkLst>
            <pc:docMk/>
            <pc:sldMk cId="3556562846" sldId="360"/>
            <ac:spMk id="10" creationId="{624616B9-9F51-B4C2-860E-F1F990D09E50}"/>
          </ac:spMkLst>
        </pc:spChg>
        <pc:spChg chg="del">
          <ac:chgData name="Rosalvo Medeiros" userId="52f93e62-72bc-4d5d-8e07-af043120901b" providerId="ADAL" clId="{40095463-1CA9-41B2-94DA-1CD85C949CC9}" dt="2026-03-17T14:50:49.453" v="2032" actId="478"/>
          <ac:spMkLst>
            <pc:docMk/>
            <pc:sldMk cId="3556562846" sldId="360"/>
            <ac:spMk id="12" creationId="{74FF1136-D849-BF85-AFBE-BDF5E984A8C2}"/>
          </ac:spMkLst>
        </pc:spChg>
        <pc:picChg chg="del">
          <ac:chgData name="Rosalvo Medeiros" userId="52f93e62-72bc-4d5d-8e07-af043120901b" providerId="ADAL" clId="{40095463-1CA9-41B2-94DA-1CD85C949CC9}" dt="2026-03-17T14:50:49.453" v="2032" actId="478"/>
          <ac:picMkLst>
            <pc:docMk/>
            <pc:sldMk cId="3556562846" sldId="360"/>
            <ac:picMk id="2" creationId="{40A46240-633B-112C-E02E-632D2A866068}"/>
          </ac:picMkLst>
        </pc:picChg>
        <pc:picChg chg="add del mod">
          <ac:chgData name="Rosalvo Medeiros" userId="52f93e62-72bc-4d5d-8e07-af043120901b" providerId="ADAL" clId="{40095463-1CA9-41B2-94DA-1CD85C949CC9}" dt="2026-03-17T16:28:29.177" v="2043" actId="478"/>
          <ac:picMkLst>
            <pc:docMk/>
            <pc:sldMk cId="3556562846" sldId="360"/>
            <ac:picMk id="4" creationId="{2C50380C-1E8D-2814-697A-C511B936CE0C}"/>
          </ac:picMkLst>
        </pc:picChg>
      </pc:sldChg>
      <pc:sldChg chg="addSp modSp add mod modAnim">
        <pc:chgData name="Rosalvo Medeiros" userId="52f93e62-72bc-4d5d-8e07-af043120901b" providerId="ADAL" clId="{40095463-1CA9-41B2-94DA-1CD85C949CC9}" dt="2026-03-17T17:56:15.630" v="3889"/>
        <pc:sldMkLst>
          <pc:docMk/>
          <pc:sldMk cId="2039886520" sldId="361"/>
        </pc:sldMkLst>
        <pc:spChg chg="add mod">
          <ac:chgData name="Rosalvo Medeiros" userId="52f93e62-72bc-4d5d-8e07-af043120901b" providerId="ADAL" clId="{40095463-1CA9-41B2-94DA-1CD85C949CC9}" dt="2026-03-17T17:56:05.374" v="3886" actId="1076"/>
          <ac:spMkLst>
            <pc:docMk/>
            <pc:sldMk cId="2039886520" sldId="361"/>
            <ac:spMk id="5" creationId="{AD4067B7-0D94-1A31-4B24-7C02616D3E21}"/>
          </ac:spMkLst>
        </pc:spChg>
        <pc:spChg chg="add mod">
          <ac:chgData name="Rosalvo Medeiros" userId="52f93e62-72bc-4d5d-8e07-af043120901b" providerId="ADAL" clId="{40095463-1CA9-41B2-94DA-1CD85C949CC9}" dt="2026-03-17T17:56:08" v="3887" actId="1076"/>
          <ac:spMkLst>
            <pc:docMk/>
            <pc:sldMk cId="2039886520" sldId="361"/>
            <ac:spMk id="7" creationId="{F04EB36A-093C-4487-A5B2-82FA56E95D7E}"/>
          </ac:spMkLst>
        </pc:spChg>
        <pc:spChg chg="add mod">
          <ac:chgData name="Rosalvo Medeiros" userId="52f93e62-72bc-4d5d-8e07-af043120901b" providerId="ADAL" clId="{40095463-1CA9-41B2-94DA-1CD85C949CC9}" dt="2026-03-17T17:56:13.406" v="3888" actId="208"/>
          <ac:spMkLst>
            <pc:docMk/>
            <pc:sldMk cId="2039886520" sldId="361"/>
            <ac:spMk id="9" creationId="{496A8FFE-09D7-1EC2-BAA0-2252BDAC298A}"/>
          </ac:spMkLst>
        </pc:spChg>
        <pc:picChg chg="mod">
          <ac:chgData name="Rosalvo Medeiros" userId="52f93e62-72bc-4d5d-8e07-af043120901b" providerId="ADAL" clId="{40095463-1CA9-41B2-94DA-1CD85C949CC9}" dt="2026-03-17T17:55:17.259" v="3866" actId="1076"/>
          <ac:picMkLst>
            <pc:docMk/>
            <pc:sldMk cId="2039886520" sldId="361"/>
            <ac:picMk id="4" creationId="{2C50380C-1E8D-2814-697A-C511B936CE0C}"/>
          </ac:picMkLst>
        </pc:picChg>
      </pc:sldChg>
      <pc:sldChg chg="addSp delSp modSp add mod modAnim">
        <pc:chgData name="Rosalvo Medeiros" userId="52f93e62-72bc-4d5d-8e07-af043120901b" providerId="ADAL" clId="{40095463-1CA9-41B2-94DA-1CD85C949CC9}" dt="2026-03-17T16:45:39.006" v="2539"/>
        <pc:sldMkLst>
          <pc:docMk/>
          <pc:sldMk cId="1432324848" sldId="362"/>
        </pc:sldMkLst>
        <pc:spChg chg="add del mod">
          <ac:chgData name="Rosalvo Medeiros" userId="52f93e62-72bc-4d5d-8e07-af043120901b" providerId="ADAL" clId="{40095463-1CA9-41B2-94DA-1CD85C949CC9}" dt="2026-03-17T16:41:53.368" v="2503" actId="478"/>
          <ac:spMkLst>
            <pc:docMk/>
            <pc:sldMk cId="1432324848" sldId="362"/>
            <ac:spMk id="4" creationId="{C04C2748-9DCA-1B66-BE84-79EBE1A8FD59}"/>
          </ac:spMkLst>
        </pc:spChg>
        <pc:spChg chg="add mod">
          <ac:chgData name="Rosalvo Medeiros" userId="52f93e62-72bc-4d5d-8e07-af043120901b" providerId="ADAL" clId="{40095463-1CA9-41B2-94DA-1CD85C949CC9}" dt="2026-03-17T16:42:13.240" v="2508" actId="255"/>
          <ac:spMkLst>
            <pc:docMk/>
            <pc:sldMk cId="1432324848" sldId="362"/>
            <ac:spMk id="6" creationId="{FB64E0BA-19C3-D83F-C385-0969A6279093}"/>
          </ac:spMkLst>
        </pc:spChg>
        <pc:spChg chg="del">
          <ac:chgData name="Rosalvo Medeiros" userId="52f93e62-72bc-4d5d-8e07-af043120901b" providerId="ADAL" clId="{40095463-1CA9-41B2-94DA-1CD85C949CC9}" dt="2026-03-17T16:30:41.830" v="2192" actId="478"/>
          <ac:spMkLst>
            <pc:docMk/>
            <pc:sldMk cId="1432324848" sldId="362"/>
            <ac:spMk id="7" creationId="{FC1519F9-8E43-2DF8-0FFB-597190E2D245}"/>
          </ac:spMkLst>
        </pc:spChg>
        <pc:spChg chg="mod">
          <ac:chgData name="Rosalvo Medeiros" userId="52f93e62-72bc-4d5d-8e07-af043120901b" providerId="ADAL" clId="{40095463-1CA9-41B2-94DA-1CD85C949CC9}" dt="2026-03-17T16:42:00.015" v="2504" actId="1076"/>
          <ac:spMkLst>
            <pc:docMk/>
            <pc:sldMk cId="1432324848" sldId="362"/>
            <ac:spMk id="9" creationId="{E30FBB37-71E4-297A-6EB3-1F458815C1AC}"/>
          </ac:spMkLst>
        </pc:spChg>
        <pc:spChg chg="add del mod">
          <ac:chgData name="Rosalvo Medeiros" userId="52f93e62-72bc-4d5d-8e07-af043120901b" providerId="ADAL" clId="{40095463-1CA9-41B2-94DA-1CD85C949CC9}" dt="2026-03-17T16:42:42.111" v="2513" actId="478"/>
          <ac:spMkLst>
            <pc:docMk/>
            <pc:sldMk cId="1432324848" sldId="362"/>
            <ac:spMk id="10" creationId="{330544A7-E951-10C5-46EE-52F78F334277}"/>
          </ac:spMkLst>
        </pc:spChg>
        <pc:spChg chg="add mod">
          <ac:chgData name="Rosalvo Medeiros" userId="52f93e62-72bc-4d5d-8e07-af043120901b" providerId="ADAL" clId="{40095463-1CA9-41B2-94DA-1CD85C949CC9}" dt="2026-03-17T16:43:19.279" v="2521" actId="255"/>
          <ac:spMkLst>
            <pc:docMk/>
            <pc:sldMk cId="1432324848" sldId="362"/>
            <ac:spMk id="12" creationId="{34D2206F-0E4B-76CD-BE53-FC1288DA52FD}"/>
          </ac:spMkLst>
        </pc:spChg>
        <pc:spChg chg="add mod">
          <ac:chgData name="Rosalvo Medeiros" userId="52f93e62-72bc-4d5d-8e07-af043120901b" providerId="ADAL" clId="{40095463-1CA9-41B2-94DA-1CD85C949CC9}" dt="2026-03-17T16:45:02.359" v="2533" actId="208"/>
          <ac:spMkLst>
            <pc:docMk/>
            <pc:sldMk cId="1432324848" sldId="362"/>
            <ac:spMk id="16" creationId="{A25FCE53-8642-3A91-A5BF-7640B0636ED2}"/>
          </ac:spMkLst>
        </pc:spChg>
        <pc:graphicFrameChg chg="add del mod modGraphic">
          <ac:chgData name="Rosalvo Medeiros" userId="52f93e62-72bc-4d5d-8e07-af043120901b" providerId="ADAL" clId="{40095463-1CA9-41B2-94DA-1CD85C949CC9}" dt="2026-03-17T16:41:53.368" v="2503" actId="478"/>
          <ac:graphicFrameMkLst>
            <pc:docMk/>
            <pc:sldMk cId="1432324848" sldId="362"/>
            <ac:graphicFrameMk id="2" creationId="{2D520A89-E61B-CF7B-8539-3E1F712BDFBB}"/>
          </ac:graphicFrameMkLst>
        </pc:graphicFrameChg>
        <pc:picChg chg="add mod">
          <ac:chgData name="Rosalvo Medeiros" userId="52f93e62-72bc-4d5d-8e07-af043120901b" providerId="ADAL" clId="{40095463-1CA9-41B2-94DA-1CD85C949CC9}" dt="2026-03-17T16:44:44.591" v="2527" actId="1076"/>
          <ac:picMkLst>
            <pc:docMk/>
            <pc:sldMk cId="1432324848" sldId="362"/>
            <ac:picMk id="14" creationId="{3953E484-10FB-881E-84AA-B50A165BA562}"/>
          </ac:picMkLst>
        </pc:picChg>
      </pc:sldChg>
      <pc:sldChg chg="addSp delSp modSp add mod delAnim modAnim">
        <pc:chgData name="Rosalvo Medeiros" userId="52f93e62-72bc-4d5d-8e07-af043120901b" providerId="ADAL" clId="{40095463-1CA9-41B2-94DA-1CD85C949CC9}" dt="2026-03-17T17:03:57.214" v="2872"/>
        <pc:sldMkLst>
          <pc:docMk/>
          <pc:sldMk cId="2596769479" sldId="363"/>
        </pc:sldMkLst>
        <pc:spChg chg="del">
          <ac:chgData name="Rosalvo Medeiros" userId="52f93e62-72bc-4d5d-8e07-af043120901b" providerId="ADAL" clId="{40095463-1CA9-41B2-94DA-1CD85C949CC9}" dt="2026-03-17T16:47:45.769" v="2542" actId="478"/>
          <ac:spMkLst>
            <pc:docMk/>
            <pc:sldMk cId="2596769479" sldId="363"/>
            <ac:spMk id="6" creationId="{FB64E0BA-19C3-D83F-C385-0969A6279093}"/>
          </ac:spMkLst>
        </pc:spChg>
        <pc:spChg chg="del">
          <ac:chgData name="Rosalvo Medeiros" userId="52f93e62-72bc-4d5d-8e07-af043120901b" providerId="ADAL" clId="{40095463-1CA9-41B2-94DA-1CD85C949CC9}" dt="2026-03-17T16:47:42.595" v="2541" actId="478"/>
          <ac:spMkLst>
            <pc:docMk/>
            <pc:sldMk cId="2596769479" sldId="363"/>
            <ac:spMk id="9" creationId="{E30FBB37-71E4-297A-6EB3-1F458815C1AC}"/>
          </ac:spMkLst>
        </pc:spChg>
        <pc:spChg chg="add mod">
          <ac:chgData name="Rosalvo Medeiros" userId="52f93e62-72bc-4d5d-8e07-af043120901b" providerId="ADAL" clId="{40095463-1CA9-41B2-94DA-1CD85C949CC9}" dt="2026-03-17T17:01:44.958" v="2694" actId="20577"/>
          <ac:spMkLst>
            <pc:docMk/>
            <pc:sldMk cId="2596769479" sldId="363"/>
            <ac:spMk id="10" creationId="{A38AA418-04EA-2C38-933F-2D6DBE9BA56A}"/>
          </ac:spMkLst>
        </pc:spChg>
        <pc:spChg chg="del">
          <ac:chgData name="Rosalvo Medeiros" userId="52f93e62-72bc-4d5d-8e07-af043120901b" providerId="ADAL" clId="{40095463-1CA9-41B2-94DA-1CD85C949CC9}" dt="2026-03-17T16:47:47.138" v="2543" actId="478"/>
          <ac:spMkLst>
            <pc:docMk/>
            <pc:sldMk cId="2596769479" sldId="363"/>
            <ac:spMk id="12" creationId="{34D2206F-0E4B-76CD-BE53-FC1288DA52FD}"/>
          </ac:spMkLst>
        </pc:spChg>
        <pc:spChg chg="del">
          <ac:chgData name="Rosalvo Medeiros" userId="52f93e62-72bc-4d5d-8e07-af043120901b" providerId="ADAL" clId="{40095463-1CA9-41B2-94DA-1CD85C949CC9}" dt="2026-03-17T16:47:50.104" v="2545" actId="478"/>
          <ac:spMkLst>
            <pc:docMk/>
            <pc:sldMk cId="2596769479" sldId="363"/>
            <ac:spMk id="16" creationId="{A25FCE53-8642-3A91-A5BF-7640B0636ED2}"/>
          </ac:spMkLst>
        </pc:spChg>
        <pc:graphicFrameChg chg="add mod">
          <ac:chgData name="Rosalvo Medeiros" userId="52f93e62-72bc-4d5d-8e07-af043120901b" providerId="ADAL" clId="{40095463-1CA9-41B2-94DA-1CD85C949CC9}" dt="2026-03-17T16:48:12.489" v="2546"/>
          <ac:graphicFrameMkLst>
            <pc:docMk/>
            <pc:sldMk cId="2596769479" sldId="363"/>
            <ac:graphicFrameMk id="2" creationId="{07A68EB9-A640-8E0B-CCE7-CC9B6501CF0D}"/>
          </ac:graphicFrameMkLst>
        </pc:graphicFrameChg>
        <pc:picChg chg="add del mod">
          <ac:chgData name="Rosalvo Medeiros" userId="52f93e62-72bc-4d5d-8e07-af043120901b" providerId="ADAL" clId="{40095463-1CA9-41B2-94DA-1CD85C949CC9}" dt="2026-03-17T16:50:55.203" v="2549" actId="478"/>
          <ac:picMkLst>
            <pc:docMk/>
            <pc:sldMk cId="2596769479" sldId="363"/>
            <ac:picMk id="5" creationId="{36668D53-92F8-EF92-E213-E586759C1F83}"/>
          </ac:picMkLst>
        </pc:picChg>
        <pc:picChg chg="add mod">
          <ac:chgData name="Rosalvo Medeiros" userId="52f93e62-72bc-4d5d-8e07-af043120901b" providerId="ADAL" clId="{40095463-1CA9-41B2-94DA-1CD85C949CC9}" dt="2026-03-17T16:59:39.530" v="2560" actId="1076"/>
          <ac:picMkLst>
            <pc:docMk/>
            <pc:sldMk cId="2596769479" sldId="363"/>
            <ac:picMk id="8" creationId="{C0C3576B-F57E-8465-5CF2-1C3BF7A0A4B7}"/>
          </ac:picMkLst>
        </pc:picChg>
        <pc:picChg chg="del">
          <ac:chgData name="Rosalvo Medeiros" userId="52f93e62-72bc-4d5d-8e07-af043120901b" providerId="ADAL" clId="{40095463-1CA9-41B2-94DA-1CD85C949CC9}" dt="2026-03-17T16:47:48.613" v="2544" actId="478"/>
          <ac:picMkLst>
            <pc:docMk/>
            <pc:sldMk cId="2596769479" sldId="363"/>
            <ac:picMk id="14" creationId="{3953E484-10FB-881E-84AA-B50A165BA562}"/>
          </ac:picMkLst>
        </pc:picChg>
      </pc:sldChg>
      <pc:sldChg chg="addSp delSp modSp add mod modAnim">
        <pc:chgData name="Rosalvo Medeiros" userId="52f93e62-72bc-4d5d-8e07-af043120901b" providerId="ADAL" clId="{40095463-1CA9-41B2-94DA-1CD85C949CC9}" dt="2026-03-17T17:04:01.869" v="2873"/>
        <pc:sldMkLst>
          <pc:docMk/>
          <pc:sldMk cId="1264865122" sldId="364"/>
        </pc:sldMkLst>
        <pc:spChg chg="add mod">
          <ac:chgData name="Rosalvo Medeiros" userId="52f93e62-72bc-4d5d-8e07-af043120901b" providerId="ADAL" clId="{40095463-1CA9-41B2-94DA-1CD85C949CC9}" dt="2026-03-17T17:02:56.930" v="2867" actId="20577"/>
          <ac:spMkLst>
            <pc:docMk/>
            <pc:sldMk cId="1264865122" sldId="364"/>
            <ac:spMk id="5" creationId="{F918DCCA-EBA3-4DC7-1476-6B45D5276E55}"/>
          </ac:spMkLst>
        </pc:spChg>
        <pc:picChg chg="add mod">
          <ac:chgData name="Rosalvo Medeiros" userId="52f93e62-72bc-4d5d-8e07-af043120901b" providerId="ADAL" clId="{40095463-1CA9-41B2-94DA-1CD85C949CC9}" dt="2026-03-17T17:02:00.680" v="2696" actId="1076"/>
          <ac:picMkLst>
            <pc:docMk/>
            <pc:sldMk cId="1264865122" sldId="364"/>
            <ac:picMk id="4" creationId="{67B80DC9-A9E9-4917-DAF2-E2B97C9E6709}"/>
          </ac:picMkLst>
        </pc:picChg>
        <pc:picChg chg="del">
          <ac:chgData name="Rosalvo Medeiros" userId="52f93e62-72bc-4d5d-8e07-af043120901b" providerId="ADAL" clId="{40095463-1CA9-41B2-94DA-1CD85C949CC9}" dt="2026-03-17T16:59:06.709" v="2554" actId="478"/>
          <ac:picMkLst>
            <pc:docMk/>
            <pc:sldMk cId="1264865122" sldId="364"/>
            <ac:picMk id="8" creationId="{C0C3576B-F57E-8465-5CF2-1C3BF7A0A4B7}"/>
          </ac:picMkLst>
        </pc:picChg>
      </pc:sldChg>
      <pc:sldChg chg="addSp delSp modSp add mod modAnim">
        <pc:chgData name="Rosalvo Medeiros" userId="52f93e62-72bc-4d5d-8e07-af043120901b" providerId="ADAL" clId="{40095463-1CA9-41B2-94DA-1CD85C949CC9}" dt="2026-03-17T17:05:26.634" v="2979" actId="20577"/>
        <pc:sldMkLst>
          <pc:docMk/>
          <pc:sldMk cId="2720428368" sldId="365"/>
        </pc:sldMkLst>
        <pc:spChg chg="mod">
          <ac:chgData name="Rosalvo Medeiros" userId="52f93e62-72bc-4d5d-8e07-af043120901b" providerId="ADAL" clId="{40095463-1CA9-41B2-94DA-1CD85C949CC9}" dt="2026-03-17T17:05:26.634" v="2979" actId="20577"/>
          <ac:spMkLst>
            <pc:docMk/>
            <pc:sldMk cId="2720428368" sldId="365"/>
            <ac:spMk id="5" creationId="{F918DCCA-EBA3-4DC7-1476-6B45D5276E55}"/>
          </ac:spMkLst>
        </pc:spChg>
        <pc:graphicFrameChg chg="add del mod modGraphic">
          <ac:chgData name="Rosalvo Medeiros" userId="52f93e62-72bc-4d5d-8e07-af043120901b" providerId="ADAL" clId="{40095463-1CA9-41B2-94DA-1CD85C949CC9}" dt="2026-03-17T17:04:35.179" v="2878" actId="478"/>
          <ac:graphicFrameMkLst>
            <pc:docMk/>
            <pc:sldMk cId="2720428368" sldId="365"/>
            <ac:graphicFrameMk id="2" creationId="{9BBD62C8-4BC6-4B0A-04D6-1BAEB60AF3B3}"/>
          </ac:graphicFrameMkLst>
        </pc:graphicFrameChg>
        <pc:picChg chg="del">
          <ac:chgData name="Rosalvo Medeiros" userId="52f93e62-72bc-4d5d-8e07-af043120901b" providerId="ADAL" clId="{40095463-1CA9-41B2-94DA-1CD85C949CC9}" dt="2026-03-17T17:04:06.660" v="2874" actId="478"/>
          <ac:picMkLst>
            <pc:docMk/>
            <pc:sldMk cId="2720428368" sldId="365"/>
            <ac:picMk id="4" creationId="{67B80DC9-A9E9-4917-DAF2-E2B97C9E6709}"/>
          </ac:picMkLst>
        </pc:picChg>
        <pc:picChg chg="add mod">
          <ac:chgData name="Rosalvo Medeiros" userId="52f93e62-72bc-4d5d-8e07-af043120901b" providerId="ADAL" clId="{40095463-1CA9-41B2-94DA-1CD85C949CC9}" dt="2026-03-17T17:04:41.957" v="2881" actId="1076"/>
          <ac:picMkLst>
            <pc:docMk/>
            <pc:sldMk cId="2720428368" sldId="365"/>
            <ac:picMk id="7" creationId="{D63B7892-061D-54E5-C2DE-D2BE404F67CF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3-17T17:09:40.866" v="3187" actId="1076"/>
        <pc:sldMkLst>
          <pc:docMk/>
          <pc:sldMk cId="2434703536" sldId="366"/>
        </pc:sldMkLst>
        <pc:spChg chg="mod">
          <ac:chgData name="Rosalvo Medeiros" userId="52f93e62-72bc-4d5d-8e07-af043120901b" providerId="ADAL" clId="{40095463-1CA9-41B2-94DA-1CD85C949CC9}" dt="2026-03-17T17:09:38.845" v="3186" actId="1076"/>
          <ac:spMkLst>
            <pc:docMk/>
            <pc:sldMk cId="2434703536" sldId="366"/>
            <ac:spMk id="5" creationId="{F918DCCA-EBA3-4DC7-1476-6B45D5276E55}"/>
          </ac:spMkLst>
        </pc:spChg>
        <pc:picChg chg="add mod">
          <ac:chgData name="Rosalvo Medeiros" userId="52f93e62-72bc-4d5d-8e07-af043120901b" providerId="ADAL" clId="{40095463-1CA9-41B2-94DA-1CD85C949CC9}" dt="2026-03-17T17:09:40.866" v="3187" actId="1076"/>
          <ac:picMkLst>
            <pc:docMk/>
            <pc:sldMk cId="2434703536" sldId="366"/>
            <ac:picMk id="4" creationId="{8583D729-5561-8849-BF81-9F614EB9E371}"/>
          </ac:picMkLst>
        </pc:picChg>
        <pc:picChg chg="del">
          <ac:chgData name="Rosalvo Medeiros" userId="52f93e62-72bc-4d5d-8e07-af043120901b" providerId="ADAL" clId="{40095463-1CA9-41B2-94DA-1CD85C949CC9}" dt="2026-03-17T17:07:05.894" v="3045" actId="478"/>
          <ac:picMkLst>
            <pc:docMk/>
            <pc:sldMk cId="2434703536" sldId="366"/>
            <ac:picMk id="7" creationId="{D63B7892-061D-54E5-C2DE-D2BE404F67CF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3-17T17:16:09.073" v="3585" actId="1076"/>
        <pc:sldMkLst>
          <pc:docMk/>
          <pc:sldMk cId="3382773167" sldId="367"/>
        </pc:sldMkLst>
        <pc:spChg chg="mod">
          <ac:chgData name="Rosalvo Medeiros" userId="52f93e62-72bc-4d5d-8e07-af043120901b" providerId="ADAL" clId="{40095463-1CA9-41B2-94DA-1CD85C949CC9}" dt="2026-03-17T17:16:02.993" v="3584" actId="20577"/>
          <ac:spMkLst>
            <pc:docMk/>
            <pc:sldMk cId="3382773167" sldId="367"/>
            <ac:spMk id="5" creationId="{F918DCCA-EBA3-4DC7-1476-6B45D5276E55}"/>
          </ac:spMkLst>
        </pc:spChg>
        <pc:picChg chg="del">
          <ac:chgData name="Rosalvo Medeiros" userId="52f93e62-72bc-4d5d-8e07-af043120901b" providerId="ADAL" clId="{40095463-1CA9-41B2-94DA-1CD85C949CC9}" dt="2026-03-17T17:10:20.394" v="3190" actId="478"/>
          <ac:picMkLst>
            <pc:docMk/>
            <pc:sldMk cId="3382773167" sldId="367"/>
            <ac:picMk id="4" creationId="{8583D729-5561-8849-BF81-9F614EB9E371}"/>
          </ac:picMkLst>
        </pc:picChg>
        <pc:picChg chg="add del mod">
          <ac:chgData name="Rosalvo Medeiros" userId="52f93e62-72bc-4d5d-8e07-af043120901b" providerId="ADAL" clId="{40095463-1CA9-41B2-94DA-1CD85C949CC9}" dt="2026-03-17T17:13:02.657" v="3193" actId="478"/>
          <ac:picMkLst>
            <pc:docMk/>
            <pc:sldMk cId="3382773167" sldId="367"/>
            <ac:picMk id="6" creationId="{76FE715A-3321-FE7B-CC85-C1048BDD7B22}"/>
          </ac:picMkLst>
        </pc:picChg>
        <pc:picChg chg="add mod">
          <ac:chgData name="Rosalvo Medeiros" userId="52f93e62-72bc-4d5d-8e07-af043120901b" providerId="ADAL" clId="{40095463-1CA9-41B2-94DA-1CD85C949CC9}" dt="2026-03-17T17:16:09.073" v="3585" actId="1076"/>
          <ac:picMkLst>
            <pc:docMk/>
            <pc:sldMk cId="3382773167" sldId="367"/>
            <ac:picMk id="8" creationId="{1DF932BF-99BC-87EC-EB72-99EF8366868B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3-17T17:20:13.573" v="3836" actId="1076"/>
        <pc:sldMkLst>
          <pc:docMk/>
          <pc:sldMk cId="350036054" sldId="368"/>
        </pc:sldMkLst>
        <pc:spChg chg="mod">
          <ac:chgData name="Rosalvo Medeiros" userId="52f93e62-72bc-4d5d-8e07-af043120901b" providerId="ADAL" clId="{40095463-1CA9-41B2-94DA-1CD85C949CC9}" dt="2026-03-17T17:19:54.431" v="3835" actId="20577"/>
          <ac:spMkLst>
            <pc:docMk/>
            <pc:sldMk cId="350036054" sldId="368"/>
            <ac:spMk id="5" creationId="{F918DCCA-EBA3-4DC7-1476-6B45D5276E55}"/>
          </ac:spMkLst>
        </pc:spChg>
        <pc:picChg chg="add mod">
          <ac:chgData name="Rosalvo Medeiros" userId="52f93e62-72bc-4d5d-8e07-af043120901b" providerId="ADAL" clId="{40095463-1CA9-41B2-94DA-1CD85C949CC9}" dt="2026-03-17T17:20:13.573" v="3836" actId="1076"/>
          <ac:picMkLst>
            <pc:docMk/>
            <pc:sldMk cId="350036054" sldId="368"/>
            <ac:picMk id="4" creationId="{00B16222-93C2-F0F0-15A1-15210FE19B41}"/>
          </ac:picMkLst>
        </pc:picChg>
        <pc:picChg chg="del">
          <ac:chgData name="Rosalvo Medeiros" userId="52f93e62-72bc-4d5d-8e07-af043120901b" providerId="ADAL" clId="{40095463-1CA9-41B2-94DA-1CD85C949CC9}" dt="2026-03-17T17:18:01.354" v="3657" actId="478"/>
          <ac:picMkLst>
            <pc:docMk/>
            <pc:sldMk cId="350036054" sldId="368"/>
            <ac:picMk id="8" creationId="{1DF932BF-99BC-87EC-EB72-99EF8366868B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3-17T18:08:56.939" v="3926" actId="1076"/>
        <pc:sldMkLst>
          <pc:docMk/>
          <pc:sldMk cId="1114936575" sldId="369"/>
        </pc:sldMkLst>
        <pc:graphicFrameChg chg="add del mod">
          <ac:chgData name="Rosalvo Medeiros" userId="52f93e62-72bc-4d5d-8e07-af043120901b" providerId="ADAL" clId="{40095463-1CA9-41B2-94DA-1CD85C949CC9}" dt="2026-03-17T17:45:29.807" v="3846" actId="478"/>
          <ac:graphicFrameMkLst>
            <pc:docMk/>
            <pc:sldMk cId="1114936575" sldId="369"/>
            <ac:graphicFrameMk id="5" creationId="{31C6D285-6D51-DC3F-DB4D-CB0D103AA9AA}"/>
          </ac:graphicFrameMkLst>
        </pc:graphicFrameChg>
        <pc:graphicFrameChg chg="add del mod">
          <ac:chgData name="Rosalvo Medeiros" userId="52f93e62-72bc-4d5d-8e07-af043120901b" providerId="ADAL" clId="{40095463-1CA9-41B2-94DA-1CD85C949CC9}" dt="2026-03-17T18:08:47.861" v="3921" actId="478"/>
          <ac:graphicFrameMkLst>
            <pc:docMk/>
            <pc:sldMk cId="1114936575" sldId="369"/>
            <ac:graphicFrameMk id="8" creationId="{31C6D285-6D51-DC3F-DB4D-CB0D103AA9AA}"/>
          </ac:graphicFrameMkLst>
        </pc:graphicFrameChg>
        <pc:picChg chg="add mod">
          <ac:chgData name="Rosalvo Medeiros" userId="52f93e62-72bc-4d5d-8e07-af043120901b" providerId="ADAL" clId="{40095463-1CA9-41B2-94DA-1CD85C949CC9}" dt="2026-03-17T17:45:08.039" v="3841" actId="1076"/>
          <ac:picMkLst>
            <pc:docMk/>
            <pc:sldMk cId="1114936575" sldId="369"/>
            <ac:picMk id="2" creationId="{4610B6BB-9E77-61CA-6325-A016A9E401DB}"/>
          </ac:picMkLst>
        </pc:picChg>
        <pc:picChg chg="del">
          <ac:chgData name="Rosalvo Medeiros" userId="52f93e62-72bc-4d5d-8e07-af043120901b" providerId="ADAL" clId="{40095463-1CA9-41B2-94DA-1CD85C949CC9}" dt="2026-03-17T17:45:02.559" v="3838" actId="478"/>
          <ac:picMkLst>
            <pc:docMk/>
            <pc:sldMk cId="1114936575" sldId="369"/>
            <ac:picMk id="4" creationId="{2C50380C-1E8D-2814-697A-C511B936CE0C}"/>
          </ac:picMkLst>
        </pc:picChg>
        <pc:picChg chg="add del mod">
          <ac:chgData name="Rosalvo Medeiros" userId="52f93e62-72bc-4d5d-8e07-af043120901b" providerId="ADAL" clId="{40095463-1CA9-41B2-94DA-1CD85C949CC9}" dt="2026-03-17T18:01:47.717" v="3898" actId="478"/>
          <ac:picMkLst>
            <pc:docMk/>
            <pc:sldMk cId="1114936575" sldId="369"/>
            <ac:picMk id="7" creationId="{43F32CF4-53CD-2F70-F11A-312507A0AF63}"/>
          </ac:picMkLst>
        </pc:picChg>
        <pc:picChg chg="add mod">
          <ac:chgData name="Rosalvo Medeiros" userId="52f93e62-72bc-4d5d-8e07-af043120901b" providerId="ADAL" clId="{40095463-1CA9-41B2-94DA-1CD85C949CC9}" dt="2026-03-17T18:08:56.939" v="3926" actId="1076"/>
          <ac:picMkLst>
            <pc:docMk/>
            <pc:sldMk cId="1114936575" sldId="369"/>
            <ac:picMk id="10" creationId="{67D92F5D-FE62-988D-6DD6-B625792B236C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3-17T17:57:57.886" v="3897" actId="1076"/>
        <pc:sldMkLst>
          <pc:docMk/>
          <pc:sldMk cId="1930605637" sldId="370"/>
        </pc:sldMkLst>
        <pc:spChg chg="del">
          <ac:chgData name="Rosalvo Medeiros" userId="52f93e62-72bc-4d5d-8e07-af043120901b" providerId="ADAL" clId="{40095463-1CA9-41B2-94DA-1CD85C949CC9}" dt="2026-03-17T17:54:41.828" v="3862" actId="478"/>
          <ac:spMkLst>
            <pc:docMk/>
            <pc:sldMk cId="1930605637" sldId="370"/>
            <ac:spMk id="5" creationId="{AD4067B7-0D94-1A31-4B24-7C02616D3E21}"/>
          </ac:spMkLst>
        </pc:spChg>
        <pc:spChg chg="add mod">
          <ac:chgData name="Rosalvo Medeiros" userId="52f93e62-72bc-4d5d-8e07-af043120901b" providerId="ADAL" clId="{40095463-1CA9-41B2-94DA-1CD85C949CC9}" dt="2026-03-17T17:57:06.621" v="3895" actId="12"/>
          <ac:spMkLst>
            <pc:docMk/>
            <pc:sldMk cId="1930605637" sldId="370"/>
            <ac:spMk id="6" creationId="{D51C7E57-6D1F-36ED-BBB0-BC00971F2636}"/>
          </ac:spMkLst>
        </pc:spChg>
        <pc:spChg chg="del">
          <ac:chgData name="Rosalvo Medeiros" userId="52f93e62-72bc-4d5d-8e07-af043120901b" providerId="ADAL" clId="{40095463-1CA9-41B2-94DA-1CD85C949CC9}" dt="2026-03-17T17:54:40.660" v="3861" actId="478"/>
          <ac:spMkLst>
            <pc:docMk/>
            <pc:sldMk cId="1930605637" sldId="370"/>
            <ac:spMk id="7" creationId="{F04EB36A-093C-4487-A5B2-82FA56E95D7E}"/>
          </ac:spMkLst>
        </pc:spChg>
        <pc:picChg chg="del">
          <ac:chgData name="Rosalvo Medeiros" userId="52f93e62-72bc-4d5d-8e07-af043120901b" providerId="ADAL" clId="{40095463-1CA9-41B2-94DA-1CD85C949CC9}" dt="2026-03-17T17:54:38.344" v="3860" actId="478"/>
          <ac:picMkLst>
            <pc:docMk/>
            <pc:sldMk cId="1930605637" sldId="370"/>
            <ac:picMk id="4" creationId="{2C50380C-1E8D-2814-697A-C511B936CE0C}"/>
          </ac:picMkLst>
        </pc:picChg>
        <pc:picChg chg="add mod">
          <ac:chgData name="Rosalvo Medeiros" userId="52f93e62-72bc-4d5d-8e07-af043120901b" providerId="ADAL" clId="{40095463-1CA9-41B2-94DA-1CD85C949CC9}" dt="2026-03-17T17:57:57.886" v="3897" actId="1076"/>
          <ac:picMkLst>
            <pc:docMk/>
            <pc:sldMk cId="1930605637" sldId="370"/>
            <ac:picMk id="9" creationId="{9C7D5CB5-2659-2A25-114B-5D025F498696}"/>
          </ac:picMkLst>
        </pc:picChg>
      </pc:sldChg>
      <pc:sldChg chg="addSp delSp modSp add mod delAnim">
        <pc:chgData name="Rosalvo Medeiros" userId="52f93e62-72bc-4d5d-8e07-af043120901b" providerId="ADAL" clId="{40095463-1CA9-41B2-94DA-1CD85C949CC9}" dt="2026-03-17T18:15:04.937" v="3989" actId="20577"/>
        <pc:sldMkLst>
          <pc:docMk/>
          <pc:sldMk cId="3385298471" sldId="371"/>
        </pc:sldMkLst>
        <pc:spChg chg="mod">
          <ac:chgData name="Rosalvo Medeiros" userId="52f93e62-72bc-4d5d-8e07-af043120901b" providerId="ADAL" clId="{40095463-1CA9-41B2-94DA-1CD85C949CC9}" dt="2026-03-17T18:15:04.937" v="3989" actId="20577"/>
          <ac:spMkLst>
            <pc:docMk/>
            <pc:sldMk cId="3385298471" sldId="371"/>
            <ac:spMk id="3" creationId="{00160C4E-BC2C-4AB7-B308-8618FB70E1AB}"/>
          </ac:spMkLst>
        </pc:spChg>
        <pc:spChg chg="del">
          <ac:chgData name="Rosalvo Medeiros" userId="52f93e62-72bc-4d5d-8e07-af043120901b" providerId="ADAL" clId="{40095463-1CA9-41B2-94DA-1CD85C949CC9}" dt="2026-03-17T18:10:45.233" v="3929" actId="478"/>
          <ac:spMkLst>
            <pc:docMk/>
            <pc:sldMk cId="3385298471" sldId="371"/>
            <ac:spMk id="5" creationId="{AD4067B7-0D94-1A31-4B24-7C02616D3E21}"/>
          </ac:spMkLst>
        </pc:spChg>
        <pc:spChg chg="del">
          <ac:chgData name="Rosalvo Medeiros" userId="52f93e62-72bc-4d5d-8e07-af043120901b" providerId="ADAL" clId="{40095463-1CA9-41B2-94DA-1CD85C949CC9}" dt="2026-03-17T18:10:45.233" v="3929" actId="478"/>
          <ac:spMkLst>
            <pc:docMk/>
            <pc:sldMk cId="3385298471" sldId="371"/>
            <ac:spMk id="7" creationId="{F04EB36A-093C-4487-A5B2-82FA56E95D7E}"/>
          </ac:spMkLst>
        </pc:spChg>
        <pc:spChg chg="del">
          <ac:chgData name="Rosalvo Medeiros" userId="52f93e62-72bc-4d5d-8e07-af043120901b" providerId="ADAL" clId="{40095463-1CA9-41B2-94DA-1CD85C949CC9}" dt="2026-03-17T18:10:45.233" v="3929" actId="478"/>
          <ac:spMkLst>
            <pc:docMk/>
            <pc:sldMk cId="3385298471" sldId="371"/>
            <ac:spMk id="9" creationId="{496A8FFE-09D7-1EC2-BAA0-2252BDAC298A}"/>
          </ac:spMkLst>
        </pc:spChg>
        <pc:spChg chg="add mod">
          <ac:chgData name="Rosalvo Medeiros" userId="52f93e62-72bc-4d5d-8e07-af043120901b" providerId="ADAL" clId="{40095463-1CA9-41B2-94DA-1CD85C949CC9}" dt="2026-03-17T18:12:15.164" v="3944" actId="208"/>
          <ac:spMkLst>
            <pc:docMk/>
            <pc:sldMk cId="3385298471" sldId="371"/>
            <ac:spMk id="10" creationId="{681E5CFE-9242-3150-90CC-F57F764F74D0}"/>
          </ac:spMkLst>
        </pc:spChg>
        <pc:spChg chg="add del">
          <ac:chgData name="Rosalvo Medeiros" userId="52f93e62-72bc-4d5d-8e07-af043120901b" providerId="ADAL" clId="{40095463-1CA9-41B2-94DA-1CD85C949CC9}" dt="2026-03-17T18:11:37.158" v="3937" actId="22"/>
          <ac:spMkLst>
            <pc:docMk/>
            <pc:sldMk cId="3385298471" sldId="371"/>
            <ac:spMk id="12" creationId="{DA7DDFE1-1809-8D15-DA69-D4E7FF0C7B67}"/>
          </ac:spMkLst>
        </pc:spChg>
        <pc:spChg chg="add mod">
          <ac:chgData name="Rosalvo Medeiros" userId="52f93e62-72bc-4d5d-8e07-af043120901b" providerId="ADAL" clId="{40095463-1CA9-41B2-94DA-1CD85C949CC9}" dt="2026-03-17T18:12:17.273" v="3945" actId="208"/>
          <ac:spMkLst>
            <pc:docMk/>
            <pc:sldMk cId="3385298471" sldId="371"/>
            <ac:spMk id="14" creationId="{F0315A63-6AE7-1957-0B31-713BC1364C77}"/>
          </ac:spMkLst>
        </pc:spChg>
        <pc:spChg chg="add del">
          <ac:chgData name="Rosalvo Medeiros" userId="52f93e62-72bc-4d5d-8e07-af043120901b" providerId="ADAL" clId="{40095463-1CA9-41B2-94DA-1CD85C949CC9}" dt="2026-03-17T18:12:45.362" v="3947" actId="22"/>
          <ac:spMkLst>
            <pc:docMk/>
            <pc:sldMk cId="3385298471" sldId="371"/>
            <ac:spMk id="16" creationId="{EAF515B2-5948-C5BA-F437-E83117B3A045}"/>
          </ac:spMkLst>
        </pc:spChg>
        <pc:spChg chg="add del">
          <ac:chgData name="Rosalvo Medeiros" userId="52f93e62-72bc-4d5d-8e07-af043120901b" providerId="ADAL" clId="{40095463-1CA9-41B2-94DA-1CD85C949CC9}" dt="2026-03-17T18:12:52.502" v="3949" actId="22"/>
          <ac:spMkLst>
            <pc:docMk/>
            <pc:sldMk cId="3385298471" sldId="371"/>
            <ac:spMk id="18" creationId="{6AF2A2A0-B178-0DE1-5893-C21BD7A39E01}"/>
          </ac:spMkLst>
        </pc:spChg>
        <pc:spChg chg="add del">
          <ac:chgData name="Rosalvo Medeiros" userId="52f93e62-72bc-4d5d-8e07-af043120901b" providerId="ADAL" clId="{40095463-1CA9-41B2-94DA-1CD85C949CC9}" dt="2026-03-17T18:13:01.666" v="3951" actId="22"/>
          <ac:spMkLst>
            <pc:docMk/>
            <pc:sldMk cId="3385298471" sldId="371"/>
            <ac:spMk id="20" creationId="{C2E9AD6F-51FC-360F-040C-13F0E556E9D2}"/>
          </ac:spMkLst>
        </pc:spChg>
        <pc:spChg chg="add mod">
          <ac:chgData name="Rosalvo Medeiros" userId="52f93e62-72bc-4d5d-8e07-af043120901b" providerId="ADAL" clId="{40095463-1CA9-41B2-94DA-1CD85C949CC9}" dt="2026-03-17T18:13:15.530" v="3953" actId="1076"/>
          <ac:spMkLst>
            <pc:docMk/>
            <pc:sldMk cId="3385298471" sldId="371"/>
            <ac:spMk id="22" creationId="{EEC9B1DC-D12D-D064-FFA9-91EC29C8E909}"/>
          </ac:spMkLst>
        </pc:spChg>
        <pc:spChg chg="add del">
          <ac:chgData name="Rosalvo Medeiros" userId="52f93e62-72bc-4d5d-8e07-af043120901b" providerId="ADAL" clId="{40095463-1CA9-41B2-94DA-1CD85C949CC9}" dt="2026-03-17T18:13:23.596" v="3955" actId="22"/>
          <ac:spMkLst>
            <pc:docMk/>
            <pc:sldMk cId="3385298471" sldId="371"/>
            <ac:spMk id="24" creationId="{5776C6EB-F116-1411-7000-8C5EFFD01798}"/>
          </ac:spMkLst>
        </pc:spChg>
        <pc:graphicFrameChg chg="add mod modGraphic">
          <ac:chgData name="Rosalvo Medeiros" userId="52f93e62-72bc-4d5d-8e07-af043120901b" providerId="ADAL" clId="{40095463-1CA9-41B2-94DA-1CD85C949CC9}" dt="2026-03-17T18:14:02.678" v="3964" actId="207"/>
          <ac:graphicFrameMkLst>
            <pc:docMk/>
            <pc:sldMk cId="3385298471" sldId="371"/>
            <ac:graphicFrameMk id="25" creationId="{91634FF4-F794-AA8E-C599-A6235B9C8C73}"/>
          </ac:graphicFrameMkLst>
        </pc:graphicFrameChg>
        <pc:picChg chg="del">
          <ac:chgData name="Rosalvo Medeiros" userId="52f93e62-72bc-4d5d-8e07-af043120901b" providerId="ADAL" clId="{40095463-1CA9-41B2-94DA-1CD85C949CC9}" dt="2026-03-17T18:10:41.238" v="3928" actId="478"/>
          <ac:picMkLst>
            <pc:docMk/>
            <pc:sldMk cId="3385298471" sldId="371"/>
            <ac:picMk id="4" creationId="{2C50380C-1E8D-2814-697A-C511B936CE0C}"/>
          </ac:picMkLst>
        </pc:picChg>
        <pc:picChg chg="add del">
          <ac:chgData name="Rosalvo Medeiros" userId="52f93e62-72bc-4d5d-8e07-af043120901b" providerId="ADAL" clId="{40095463-1CA9-41B2-94DA-1CD85C949CC9}" dt="2026-03-17T18:10:55.379" v="3931" actId="478"/>
          <ac:picMkLst>
            <pc:docMk/>
            <pc:sldMk cId="3385298471" sldId="371"/>
            <ac:picMk id="6" creationId="{E196D846-9EC8-0D91-D648-FC50F93798B4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3-17T18:15:20.626" v="4009" actId="1076"/>
        <pc:sldMkLst>
          <pc:docMk/>
          <pc:sldMk cId="414419490" sldId="372"/>
        </pc:sldMkLst>
        <pc:spChg chg="mod">
          <ac:chgData name="Rosalvo Medeiros" userId="52f93e62-72bc-4d5d-8e07-af043120901b" providerId="ADAL" clId="{40095463-1CA9-41B2-94DA-1CD85C949CC9}" dt="2026-03-17T18:15:14.824" v="4006" actId="20577"/>
          <ac:spMkLst>
            <pc:docMk/>
            <pc:sldMk cId="414419490" sldId="372"/>
            <ac:spMk id="3" creationId="{00160C4E-BC2C-4AB7-B308-8618FB70E1AB}"/>
          </ac:spMkLst>
        </pc:spChg>
        <pc:spChg chg="del">
          <ac:chgData name="Rosalvo Medeiros" userId="52f93e62-72bc-4d5d-8e07-af043120901b" providerId="ADAL" clId="{40095463-1CA9-41B2-94DA-1CD85C949CC9}" dt="2026-03-17T18:14:51.396" v="3966" actId="478"/>
          <ac:spMkLst>
            <pc:docMk/>
            <pc:sldMk cId="414419490" sldId="372"/>
            <ac:spMk id="10" creationId="{681E5CFE-9242-3150-90CC-F57F764F74D0}"/>
          </ac:spMkLst>
        </pc:spChg>
        <pc:spChg chg="del">
          <ac:chgData name="Rosalvo Medeiros" userId="52f93e62-72bc-4d5d-8e07-af043120901b" providerId="ADAL" clId="{40095463-1CA9-41B2-94DA-1CD85C949CC9}" dt="2026-03-17T18:14:51.396" v="3966" actId="478"/>
          <ac:spMkLst>
            <pc:docMk/>
            <pc:sldMk cId="414419490" sldId="372"/>
            <ac:spMk id="14" creationId="{F0315A63-6AE7-1957-0B31-713BC1364C77}"/>
          </ac:spMkLst>
        </pc:spChg>
        <pc:spChg chg="del">
          <ac:chgData name="Rosalvo Medeiros" userId="52f93e62-72bc-4d5d-8e07-af043120901b" providerId="ADAL" clId="{40095463-1CA9-41B2-94DA-1CD85C949CC9}" dt="2026-03-17T18:14:51.396" v="3966" actId="478"/>
          <ac:spMkLst>
            <pc:docMk/>
            <pc:sldMk cId="414419490" sldId="372"/>
            <ac:spMk id="22" creationId="{EEC9B1DC-D12D-D064-FFA9-91EC29C8E909}"/>
          </ac:spMkLst>
        </pc:spChg>
        <pc:graphicFrameChg chg="del">
          <ac:chgData name="Rosalvo Medeiros" userId="52f93e62-72bc-4d5d-8e07-af043120901b" providerId="ADAL" clId="{40095463-1CA9-41B2-94DA-1CD85C949CC9}" dt="2026-03-17T18:14:51.396" v="3966" actId="478"/>
          <ac:graphicFrameMkLst>
            <pc:docMk/>
            <pc:sldMk cId="414419490" sldId="372"/>
            <ac:graphicFrameMk id="25" creationId="{91634FF4-F794-AA8E-C599-A6235B9C8C73}"/>
          </ac:graphicFrameMkLst>
        </pc:graphicFrameChg>
        <pc:picChg chg="add mod">
          <ac:chgData name="Rosalvo Medeiros" userId="52f93e62-72bc-4d5d-8e07-af043120901b" providerId="ADAL" clId="{40095463-1CA9-41B2-94DA-1CD85C949CC9}" dt="2026-03-17T18:15:20.626" v="4009" actId="1076"/>
          <ac:picMkLst>
            <pc:docMk/>
            <pc:sldMk cId="414419490" sldId="372"/>
            <ac:picMk id="4" creationId="{573B9680-EAAF-20D2-BC3C-3AC40D1EDEDC}"/>
          </ac:picMkLst>
        </pc:picChg>
      </pc:sldChg>
      <pc:sldChg chg="addSp delSp add mod ord">
        <pc:chgData name="Rosalvo Medeiros" userId="52f93e62-72bc-4d5d-8e07-af043120901b" providerId="ADAL" clId="{40095463-1CA9-41B2-94DA-1CD85C949CC9}" dt="2026-03-17T18:22:52.479" v="4016"/>
        <pc:sldMkLst>
          <pc:docMk/>
          <pc:sldMk cId="2637573804" sldId="373"/>
        </pc:sldMkLst>
        <pc:picChg chg="del">
          <ac:chgData name="Rosalvo Medeiros" userId="52f93e62-72bc-4d5d-8e07-af043120901b" providerId="ADAL" clId="{40095463-1CA9-41B2-94DA-1CD85C949CC9}" dt="2026-03-17T18:16:06.516" v="4011" actId="478"/>
          <ac:picMkLst>
            <pc:docMk/>
            <pc:sldMk cId="2637573804" sldId="373"/>
            <ac:picMk id="4" creationId="{573B9680-EAAF-20D2-BC3C-3AC40D1EDEDC}"/>
          </ac:picMkLst>
        </pc:picChg>
        <pc:picChg chg="add">
          <ac:chgData name="Rosalvo Medeiros" userId="52f93e62-72bc-4d5d-8e07-af043120901b" providerId="ADAL" clId="{40095463-1CA9-41B2-94DA-1CD85C949CC9}" dt="2026-03-17T18:16:07.089" v="4012" actId="22"/>
          <ac:picMkLst>
            <pc:docMk/>
            <pc:sldMk cId="2637573804" sldId="373"/>
            <ac:picMk id="5" creationId="{7F6F0200-B3EF-377C-DCA1-1FFBD568EA3E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3-17T18:23:31.657" v="4024" actId="1076"/>
        <pc:sldMkLst>
          <pc:docMk/>
          <pc:sldMk cId="2866589264" sldId="374"/>
        </pc:sldMkLst>
        <pc:picChg chg="add mod">
          <ac:chgData name="Rosalvo Medeiros" userId="52f93e62-72bc-4d5d-8e07-af043120901b" providerId="ADAL" clId="{40095463-1CA9-41B2-94DA-1CD85C949CC9}" dt="2026-03-17T18:23:03.297" v="4021" actId="1076"/>
          <ac:picMkLst>
            <pc:docMk/>
            <pc:sldMk cId="2866589264" sldId="374"/>
            <ac:picMk id="4" creationId="{D0FF26FC-A45C-75C3-063B-B972F11C5F6F}"/>
          </ac:picMkLst>
        </pc:picChg>
        <pc:picChg chg="del">
          <ac:chgData name="Rosalvo Medeiros" userId="52f93e62-72bc-4d5d-8e07-af043120901b" providerId="ADAL" clId="{40095463-1CA9-41B2-94DA-1CD85C949CC9}" dt="2026-03-17T18:22:56.533" v="4018" actId="478"/>
          <ac:picMkLst>
            <pc:docMk/>
            <pc:sldMk cId="2866589264" sldId="374"/>
            <ac:picMk id="5" creationId="{7F6F0200-B3EF-377C-DCA1-1FFBD568EA3E}"/>
          </ac:picMkLst>
        </pc:picChg>
        <pc:picChg chg="add mod">
          <ac:chgData name="Rosalvo Medeiros" userId="52f93e62-72bc-4d5d-8e07-af043120901b" providerId="ADAL" clId="{40095463-1CA9-41B2-94DA-1CD85C949CC9}" dt="2026-03-17T18:23:31.657" v="4024" actId="1076"/>
          <ac:picMkLst>
            <pc:docMk/>
            <pc:sldMk cId="2866589264" sldId="374"/>
            <ac:picMk id="7" creationId="{717B6B10-6E91-9E73-0EE7-38025D42B404}"/>
          </ac:picMkLst>
        </pc:picChg>
      </pc:sldChg>
      <pc:sldMasterChg chg="delSp modSp mod modSldLayout">
        <pc:chgData name="Rosalvo Medeiros" userId="52f93e62-72bc-4d5d-8e07-af043120901b" providerId="ADAL" clId="{40095463-1CA9-41B2-94DA-1CD85C949CC9}" dt="2026-02-24T12:18:03.543" v="99" actId="1076"/>
        <pc:sldMasterMkLst>
          <pc:docMk/>
          <pc:sldMasterMk cId="0" sldId="2147483652"/>
        </pc:sldMasterMkLst>
        <pc:spChg chg="mod">
          <ac:chgData name="Rosalvo Medeiros" userId="52f93e62-72bc-4d5d-8e07-af043120901b" providerId="ADAL" clId="{40095463-1CA9-41B2-94DA-1CD85C949CC9}" dt="2026-02-24T12:16:10.994" v="43" actId="14100"/>
          <ac:spMkLst>
            <pc:docMk/>
            <pc:sldMasterMk cId="0" sldId="2147483652"/>
            <ac:spMk id="9" creationId="{00000000-0000-0000-0000-000000000000}"/>
          </ac:spMkLst>
        </pc:spChg>
        <pc:sldLayoutChg chg="addSp delSp modSp mod">
          <pc:chgData name="Rosalvo Medeiros" userId="52f93e62-72bc-4d5d-8e07-af043120901b" providerId="ADAL" clId="{40095463-1CA9-41B2-94DA-1CD85C949CC9}" dt="2026-02-24T12:18:03.543" v="99" actId="1076"/>
          <pc:sldLayoutMkLst>
            <pc:docMk/>
            <pc:sldMasterMk cId="0" sldId="2147483652"/>
            <pc:sldLayoutMk cId="0" sldId="2147483648"/>
          </pc:sldLayoutMkLst>
          <pc:spChg chg="mod">
            <ac:chgData name="Rosalvo Medeiros" userId="52f93e62-72bc-4d5d-8e07-af043120901b" providerId="ADAL" clId="{40095463-1CA9-41B2-94DA-1CD85C949CC9}" dt="2026-02-24T12:17:51.756" v="96" actId="1076"/>
            <ac:spMkLst>
              <pc:docMk/>
              <pc:sldMasterMk cId="0" sldId="2147483652"/>
              <pc:sldLayoutMk cId="0" sldId="2147483648"/>
              <ac:spMk id="14" creationId="{00000000-0000-0000-0000-000000000000}"/>
            </ac:spMkLst>
          </pc:spChg>
          <pc:spChg chg="add del mod">
            <ac:chgData name="Rosalvo Medeiros" userId="52f93e62-72bc-4d5d-8e07-af043120901b" providerId="ADAL" clId="{40095463-1CA9-41B2-94DA-1CD85C949CC9}" dt="2026-02-24T12:17:56.858" v="97" actId="1076"/>
            <ac:spMkLst>
              <pc:docMk/>
              <pc:sldMasterMk cId="0" sldId="2147483652"/>
              <pc:sldLayoutMk cId="0" sldId="2147483648"/>
              <ac:spMk id="16" creationId="{00000000-0000-0000-0000-000000000000}"/>
            </ac:spMkLst>
          </pc:spChg>
          <pc:spChg chg="mod">
            <ac:chgData name="Rosalvo Medeiros" userId="52f93e62-72bc-4d5d-8e07-af043120901b" providerId="ADAL" clId="{40095463-1CA9-41B2-94DA-1CD85C949CC9}" dt="2026-02-24T12:18:03.543" v="99" actId="1076"/>
            <ac:spMkLst>
              <pc:docMk/>
              <pc:sldMasterMk cId="0" sldId="2147483652"/>
              <pc:sldLayoutMk cId="0" sldId="2147483648"/>
              <ac:spMk id="17" creationId="{00000000-0000-0000-0000-000000000000}"/>
            </ac:spMkLst>
          </pc:spChg>
          <pc:picChg chg="mod">
            <ac:chgData name="Rosalvo Medeiros" userId="52f93e62-72bc-4d5d-8e07-af043120901b" providerId="ADAL" clId="{40095463-1CA9-41B2-94DA-1CD85C949CC9}" dt="2026-02-24T12:16:29.278" v="47" actId="14100"/>
            <ac:picMkLst>
              <pc:docMk/>
              <pc:sldMasterMk cId="0" sldId="2147483652"/>
              <pc:sldLayoutMk cId="0" sldId="2147483648"/>
              <ac:picMk id="12" creationId="{00000000-0000-0000-0000-000000000000}"/>
            </ac:picMkLst>
          </pc:picChg>
          <pc:picChg chg="mod">
            <ac:chgData name="Rosalvo Medeiros" userId="52f93e62-72bc-4d5d-8e07-af043120901b" providerId="ADAL" clId="{40095463-1CA9-41B2-94DA-1CD85C949CC9}" dt="2026-02-24T12:09:55.713" v="27" actId="1076"/>
            <ac:picMkLst>
              <pc:docMk/>
              <pc:sldMasterMk cId="0" sldId="2147483652"/>
              <pc:sldLayoutMk cId="0" sldId="2147483648"/>
              <ac:picMk id="13" creationId="{00000000-0000-0000-0000-000000000000}"/>
            </ac:picMkLst>
          </pc:picChg>
          <pc:cxnChg chg="mod">
            <ac:chgData name="Rosalvo Medeiros" userId="52f93e62-72bc-4d5d-8e07-af043120901b" providerId="ADAL" clId="{40095463-1CA9-41B2-94DA-1CD85C949CC9}" dt="2026-02-24T12:17:59.715" v="98" actId="1076"/>
            <ac:cxnSpMkLst>
              <pc:docMk/>
              <pc:sldMasterMk cId="0" sldId="2147483652"/>
              <pc:sldLayoutMk cId="0" sldId="2147483648"/>
              <ac:cxnSpMk id="15" creationId="{00000000-0000-0000-0000-000000000000}"/>
            </ac:cxnSpMkLst>
          </pc:cxnChg>
        </pc:sldLayoutChg>
        <pc:sldLayoutChg chg="addSp modSp">
          <pc:chgData name="Rosalvo Medeiros" userId="52f93e62-72bc-4d5d-8e07-af043120901b" providerId="ADAL" clId="{40095463-1CA9-41B2-94DA-1CD85C949CC9}" dt="2026-02-24T12:09:39.077" v="24"/>
          <pc:sldLayoutMkLst>
            <pc:docMk/>
            <pc:sldMasterMk cId="0" sldId="2147483652"/>
            <pc:sldLayoutMk cId="0" sldId="2147483651"/>
          </pc:sldLayoutMkLst>
          <pc:spChg chg="add mod">
            <ac:chgData name="Rosalvo Medeiros" userId="52f93e62-72bc-4d5d-8e07-af043120901b" providerId="ADAL" clId="{40095463-1CA9-41B2-94DA-1CD85C949CC9}" dt="2026-02-24T12:09:39.077" v="24"/>
            <ac:spMkLst>
              <pc:docMk/>
              <pc:sldMasterMk cId="0" sldId="2147483652"/>
              <pc:sldLayoutMk cId="0" sldId="2147483651"/>
              <ac:spMk id="2" creationId="{7F13BADC-3AAC-0B97-2AAC-26D86D76060B}"/>
            </ac:spMkLst>
          </pc:spChg>
        </pc:sldLayoutChg>
        <pc:sldLayoutChg chg="modSp mod">
          <pc:chgData name="Rosalvo Medeiros" userId="52f93e62-72bc-4d5d-8e07-af043120901b" providerId="ADAL" clId="{40095463-1CA9-41B2-94DA-1CD85C949CC9}" dt="2026-02-24T12:08:58.074" v="21" actId="14100"/>
          <pc:sldLayoutMkLst>
            <pc:docMk/>
            <pc:sldMasterMk cId="0" sldId="2147483652"/>
            <pc:sldLayoutMk cId="2784126168" sldId="2147483653"/>
          </pc:sldLayoutMkLst>
          <pc:spChg chg="mod">
            <ac:chgData name="Rosalvo Medeiros" userId="52f93e62-72bc-4d5d-8e07-af043120901b" providerId="ADAL" clId="{40095463-1CA9-41B2-94DA-1CD85C949CC9}" dt="2026-02-24T12:08:50.959" v="20" actId="14100"/>
            <ac:spMkLst>
              <pc:docMk/>
              <pc:sldMasterMk cId="0" sldId="2147483652"/>
              <pc:sldLayoutMk cId="2784126168" sldId="2147483653"/>
              <ac:spMk id="27" creationId="{00000000-0000-0000-0000-000000000000}"/>
            </ac:spMkLst>
          </pc:spChg>
          <pc:spChg chg="mod">
            <ac:chgData name="Rosalvo Medeiros" userId="52f93e62-72bc-4d5d-8e07-af043120901b" providerId="ADAL" clId="{40095463-1CA9-41B2-94DA-1CD85C949CC9}" dt="2026-02-24T12:08:58.074" v="21" actId="14100"/>
            <ac:spMkLst>
              <pc:docMk/>
              <pc:sldMasterMk cId="0" sldId="2147483652"/>
              <pc:sldLayoutMk cId="2784126168" sldId="2147483653"/>
              <ac:spMk id="30" creationId="{00000000-0000-0000-0000-000000000000}"/>
            </ac:spMkLst>
          </pc:spChg>
        </pc:sldLayoutChg>
        <pc:sldLayoutChg chg="addSp delSp modSp mod">
          <pc:chgData name="Rosalvo Medeiros" userId="52f93e62-72bc-4d5d-8e07-af043120901b" providerId="ADAL" clId="{40095463-1CA9-41B2-94DA-1CD85C949CC9}" dt="2026-02-24T12:09:22.637" v="23" actId="14100"/>
          <pc:sldLayoutMkLst>
            <pc:docMk/>
            <pc:sldMasterMk cId="0" sldId="2147483652"/>
            <pc:sldLayoutMk cId="1684073690" sldId="2147483654"/>
          </pc:sldLayoutMkLst>
          <pc:spChg chg="add mod">
            <ac:chgData name="Rosalvo Medeiros" userId="52f93e62-72bc-4d5d-8e07-af043120901b" providerId="ADAL" clId="{40095463-1CA9-41B2-94DA-1CD85C949CC9}" dt="2026-02-24T12:09:12.926" v="22" actId="14100"/>
            <ac:spMkLst>
              <pc:docMk/>
              <pc:sldMasterMk cId="0" sldId="2147483652"/>
              <pc:sldLayoutMk cId="1684073690" sldId="2147483654"/>
              <ac:spMk id="2" creationId="{3252CA6B-935C-2001-2FE6-5D714B74D466}"/>
            </ac:spMkLst>
          </pc:spChg>
          <pc:spChg chg="mod">
            <ac:chgData name="Rosalvo Medeiros" userId="52f93e62-72bc-4d5d-8e07-af043120901b" providerId="ADAL" clId="{40095463-1CA9-41B2-94DA-1CD85C949CC9}" dt="2026-02-24T12:08:13.997" v="16" actId="1076"/>
            <ac:spMkLst>
              <pc:docMk/>
              <pc:sldMasterMk cId="0" sldId="2147483652"/>
              <pc:sldLayoutMk cId="1684073690" sldId="2147483654"/>
              <ac:spMk id="3" creationId="{00000000-0000-0000-0000-000000000000}"/>
            </ac:spMkLst>
          </pc:spChg>
          <pc:spChg chg="mod">
            <ac:chgData name="Rosalvo Medeiros" userId="52f93e62-72bc-4d5d-8e07-af043120901b" providerId="ADAL" clId="{40095463-1CA9-41B2-94DA-1CD85C949CC9}" dt="2026-02-24T12:09:22.637" v="23" actId="14100"/>
            <ac:spMkLst>
              <pc:docMk/>
              <pc:sldMasterMk cId="0" sldId="2147483652"/>
              <pc:sldLayoutMk cId="1684073690" sldId="2147483654"/>
              <ac:spMk id="4" creationId="{00000000-0000-0000-0000-000000000000}"/>
            </ac:spMkLst>
          </pc:spChg>
          <pc:spChg chg="mod">
            <ac:chgData name="Rosalvo Medeiros" userId="52f93e62-72bc-4d5d-8e07-af043120901b" providerId="ADAL" clId="{40095463-1CA9-41B2-94DA-1CD85C949CC9}" dt="2026-02-24T12:08:26.240" v="17" actId="14100"/>
            <ac:spMkLst>
              <pc:docMk/>
              <pc:sldMasterMk cId="0" sldId="2147483652"/>
              <pc:sldLayoutMk cId="1684073690" sldId="2147483654"/>
              <ac:spMk id="6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8F4C25A3-D560-C197-9D40-460BC71A652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69B3FE0-1272-A2B1-B686-6D356CE3B8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AC1690-DD5C-4427-A133-DA45A64EC18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F1E32AD-A523-3E6D-0372-EC48754AD4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5B499A9-7263-E03E-A44A-5F1BBAAE53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CA0BAF-B98A-417C-9AB2-441DDCC794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73106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3" name="Shape 3"/>
          <p:cNvSpPr txBox="1">
            <a:spLocks noGrp="1"/>
          </p:cNvSpPr>
          <p:nvPr>
            <p:ph type="dt" idx="10"/>
          </p:nvPr>
        </p:nvSpPr>
        <p:spPr>
          <a:xfrm>
            <a:off x="3971925" y="0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5" name="Shape 5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4" cy="41830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ftr" idx="11"/>
          </p:nvPr>
        </p:nvSpPr>
        <p:spPr>
          <a:xfrm>
            <a:off x="0" y="8831261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sldNum" idx="12"/>
          </p:nvPr>
        </p:nvSpPr>
        <p:spPr>
          <a:xfrm>
            <a:off x="3971925" y="8831261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r" rtl="0">
              <a:defRPr sz="1200" b="0" i="0" u="none" strike="noStrike" cap="none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91954862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 txBox="1"/>
          <p:nvPr/>
        </p:nvSpPr>
        <p:spPr>
          <a:xfrm>
            <a:off x="3971925" y="8831261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Clr>
                <a:srgbClr val="000000"/>
              </a:buClr>
              <a:buSzPct val="25000"/>
              <a:buFont typeface="Times New Roman"/>
              <a:buNone/>
            </a:pPr>
            <a:r>
              <a:rPr lang="en-US" sz="1200" b="0" i="0" u="none" strike="noStrike" cap="none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</a:p>
        </p:txBody>
      </p:sp>
      <p:sp>
        <p:nvSpPr>
          <p:cNvPr id="35" name="Shape 35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4" cy="418306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1986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Shape 51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200" cy="41832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5365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apa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hape 1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Shape 1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325725" y="989725"/>
            <a:ext cx="2492549" cy="224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Shape 14"/>
          <p:cNvSpPr/>
          <p:nvPr/>
        </p:nvSpPr>
        <p:spPr>
          <a:xfrm>
            <a:off x="0" y="4299300"/>
            <a:ext cx="9161400" cy="255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cxnSp>
        <p:nvCxnSpPr>
          <p:cNvPr id="15" name="Shape 15"/>
          <p:cNvCxnSpPr/>
          <p:nvPr/>
        </p:nvCxnSpPr>
        <p:spPr>
          <a:xfrm>
            <a:off x="1242300" y="5517232"/>
            <a:ext cx="66768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dot"/>
            <a:round/>
            <a:headEnd type="none" w="lg" len="lg"/>
            <a:tailEnd type="none" w="lg" len="lg"/>
          </a:ln>
        </p:spPr>
      </p:cxnSp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1114000" y="4428650"/>
            <a:ext cx="6963599" cy="8988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algn="ctr" rtl="0">
              <a:buNone/>
              <a:defRPr sz="3600">
                <a:solidFill>
                  <a:srgbClr val="005F37"/>
                </a:solidFill>
              </a:defRPr>
            </a:lvl1pPr>
            <a:lvl2pPr algn="ctr" rtl="0">
              <a:buNone/>
              <a:defRPr>
                <a:solidFill>
                  <a:srgbClr val="005F37"/>
                </a:solidFill>
              </a:defRPr>
            </a:lvl2pPr>
            <a:lvl3pPr algn="ctr" rtl="0">
              <a:buNone/>
              <a:defRPr>
                <a:solidFill>
                  <a:srgbClr val="005F37"/>
                </a:solidFill>
              </a:defRPr>
            </a:lvl3pPr>
            <a:lvl4pPr algn="ctr" rtl="0">
              <a:buNone/>
              <a:defRPr>
                <a:solidFill>
                  <a:srgbClr val="005F37"/>
                </a:solidFill>
              </a:defRPr>
            </a:lvl4pPr>
            <a:lvl5pPr algn="ctr" rtl="0">
              <a:buNone/>
              <a:defRPr>
                <a:solidFill>
                  <a:srgbClr val="005F37"/>
                </a:solidFill>
              </a:defRPr>
            </a:lvl5pPr>
            <a:lvl6pPr algn="ctr" rtl="0">
              <a:buNone/>
              <a:defRPr>
                <a:solidFill>
                  <a:srgbClr val="005F37"/>
                </a:solidFill>
              </a:defRPr>
            </a:lvl6pPr>
            <a:lvl7pPr algn="ctr" rtl="0">
              <a:buNone/>
              <a:defRPr>
                <a:solidFill>
                  <a:srgbClr val="005F37"/>
                </a:solidFill>
              </a:defRPr>
            </a:lvl7pPr>
            <a:lvl8pPr algn="ctr" rtl="0">
              <a:buNone/>
              <a:defRPr>
                <a:solidFill>
                  <a:srgbClr val="005F37"/>
                </a:solidFill>
              </a:defRPr>
            </a:lvl8pPr>
            <a:lvl9pPr algn="ctr">
              <a:buNone/>
              <a:defRPr>
                <a:solidFill>
                  <a:srgbClr val="005F37"/>
                </a:solidFill>
              </a:defRPr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subTitle" idx="1"/>
          </p:nvPr>
        </p:nvSpPr>
        <p:spPr>
          <a:xfrm>
            <a:off x="1114000" y="5692525"/>
            <a:ext cx="6926100" cy="400199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algn="ctr" rtl="0">
              <a:buNone/>
              <a:defRPr sz="2400" i="1">
                <a:solidFill>
                  <a:srgbClr val="82C55B"/>
                </a:solidFill>
              </a:defRPr>
            </a:lvl1pPr>
            <a:lvl2pPr algn="ctr" rtl="0">
              <a:buNone/>
              <a:defRPr sz="2400" i="1">
                <a:solidFill>
                  <a:srgbClr val="82C55B"/>
                </a:solidFill>
              </a:defRPr>
            </a:lvl2pPr>
            <a:lvl3pPr algn="ctr" rtl="0">
              <a:buNone/>
              <a:defRPr sz="2400" i="1">
                <a:solidFill>
                  <a:srgbClr val="82C55B"/>
                </a:solidFill>
              </a:defRPr>
            </a:lvl3pPr>
            <a:lvl4pPr algn="ctr" rtl="0">
              <a:buNone/>
              <a:defRPr sz="2400" i="1">
                <a:solidFill>
                  <a:srgbClr val="82C55B"/>
                </a:solidFill>
              </a:defRPr>
            </a:lvl4pPr>
            <a:lvl5pPr algn="ctr" rtl="0">
              <a:buNone/>
              <a:defRPr sz="2400" i="1">
                <a:solidFill>
                  <a:srgbClr val="82C55B"/>
                </a:solidFill>
              </a:defRPr>
            </a:lvl5pPr>
            <a:lvl6pPr algn="ctr" rtl="0">
              <a:buNone/>
              <a:defRPr sz="2400" i="1">
                <a:solidFill>
                  <a:srgbClr val="82C55B"/>
                </a:solidFill>
              </a:defRPr>
            </a:lvl6pPr>
            <a:lvl7pPr algn="ctr" rtl="0">
              <a:buNone/>
              <a:defRPr sz="2400" i="1">
                <a:solidFill>
                  <a:srgbClr val="82C55B"/>
                </a:solidFill>
              </a:defRPr>
            </a:lvl7pPr>
            <a:lvl8pPr algn="ctr" rtl="0">
              <a:buNone/>
              <a:defRPr sz="2400" i="1">
                <a:solidFill>
                  <a:srgbClr val="82C55B"/>
                </a:solidFill>
              </a:defRPr>
            </a:lvl8pPr>
            <a:lvl9pPr algn="ctr">
              <a:buNone/>
              <a:defRPr sz="2400" i="1">
                <a:solidFill>
                  <a:srgbClr val="82C5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racapa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/>
          <p:nvPr/>
        </p:nvSpPr>
        <p:spPr>
          <a:xfrm>
            <a:off x="-28350" y="0"/>
            <a:ext cx="9200700" cy="6858000"/>
          </a:xfrm>
          <a:prstGeom prst="rect">
            <a:avLst/>
          </a:prstGeom>
          <a:solidFill>
            <a:srgbClr val="82C55B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" name="Shape 26"/>
          <p:cNvSpPr txBox="1"/>
          <p:nvPr/>
        </p:nvSpPr>
        <p:spPr>
          <a:xfrm>
            <a:off x="4946300" y="3037500"/>
            <a:ext cx="3859799" cy="7830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buNone/>
            </a:pPr>
            <a:r>
              <a:rPr lang="en-US" sz="2400" dirty="0">
                <a:solidFill>
                  <a:srgbClr val="005F37"/>
                </a:solidFill>
              </a:rPr>
              <a:t>univille.br</a:t>
            </a:r>
          </a:p>
        </p:txBody>
      </p:sp>
      <p:pic>
        <p:nvPicPr>
          <p:cNvPr id="27" name="Shape 2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398000" y="2601000"/>
            <a:ext cx="1839799" cy="1656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" name="Shape 28"/>
          <p:cNvCxnSpPr/>
          <p:nvPr/>
        </p:nvCxnSpPr>
        <p:spPr>
          <a:xfrm>
            <a:off x="4572000" y="2201850"/>
            <a:ext cx="0" cy="2454299"/>
          </a:xfrm>
          <a:prstGeom prst="straightConnector1">
            <a:avLst/>
          </a:prstGeom>
          <a:noFill/>
          <a:ln w="19050" cap="flat">
            <a:solidFill>
              <a:srgbClr val="FFFFFF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7F13BADC-3AAC-0B97-2AAC-26D86D760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ângulo retângulo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  <a:prstGeom prst="rect">
            <a:avLst/>
          </a:prstGeo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  <a:prstGeom prst="rect">
            <a:avLst/>
          </a:prstGeo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grpSp>
        <p:nvGrpSpPr>
          <p:cNvPr id="2" name="Grupo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orma livre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orma livre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orma livre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Conector reto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80540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3109849F-7138-470C-896A-A1CDBE7996B2}" type="datetimeFigureOut">
              <a:rPr lang="pt-BR" smtClean="0"/>
              <a:pPr/>
              <a:t>17/03/2026</a:t>
            </a:fld>
            <a:endParaRPr lang="pt-BR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>
          <a:xfrm>
            <a:off x="8532440" y="6407944"/>
            <a:ext cx="48059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03FA327-F3A8-4D4D-97DC-2F3B73A6A5F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4126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  <a:prstGeom prst="rect">
            <a:avLst/>
          </a:prstGeo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788318" cy="365760"/>
          </a:xfrm>
          <a:prstGeom prst="rect">
            <a:avLst/>
          </a:prstGeom>
        </p:spPr>
        <p:txBody>
          <a:bodyPr/>
          <a:lstStyle/>
          <a:p>
            <a:fld id="{3109849F-7138-470C-896A-A1CDBE7996B2}" type="datetimeFigureOut">
              <a:rPr lang="pt-BR" smtClean="0"/>
              <a:pPr/>
              <a:t>17/03/2026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532440" y="6407944"/>
            <a:ext cx="480592" cy="365125"/>
          </a:xfrm>
          <a:prstGeom prst="rect">
            <a:avLst/>
          </a:prstGeom>
        </p:spPr>
        <p:txBody>
          <a:bodyPr/>
          <a:lstStyle/>
          <a:p>
            <a:fld id="{403FA327-F3A8-4D4D-97DC-2F3B73A6A5F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52CA6B-935C-2001-2FE6-5D714B74D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327571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684073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/>
          <p:nvPr/>
        </p:nvSpPr>
        <p:spPr>
          <a:xfrm>
            <a:off x="0" y="-8700"/>
            <a:ext cx="9144000" cy="791999"/>
          </a:xfrm>
          <a:prstGeom prst="rect">
            <a:avLst/>
          </a:prstGeom>
          <a:solidFill>
            <a:srgbClr val="82C55B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Shape 1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7191000" y="196487"/>
            <a:ext cx="1699250" cy="381624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4" r:id="rId4"/>
  </p:sldLayoutIdLst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 txBox="1"/>
          <p:nvPr/>
        </p:nvSpPr>
        <p:spPr>
          <a:xfrm>
            <a:off x="827087" y="3789362"/>
            <a:ext cx="7315200" cy="4952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-US" sz="24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057675" y="4437112"/>
            <a:ext cx="6963599" cy="898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r>
              <a:rPr lang="pt-BR" dirty="0"/>
              <a:t>Fundamentos de Gestão e Sistemas de Informação</a:t>
            </a:r>
            <a:endParaRPr dirty="0"/>
          </a:p>
        </p:txBody>
      </p:sp>
      <p:sp>
        <p:nvSpPr>
          <p:cNvPr id="32" name="Shape 32"/>
          <p:cNvSpPr txBox="1">
            <a:spLocks noGrp="1"/>
          </p:cNvSpPr>
          <p:nvPr>
            <p:ph type="subTitle" idx="1"/>
          </p:nvPr>
        </p:nvSpPr>
        <p:spPr>
          <a:xfrm>
            <a:off x="1108950" y="5805264"/>
            <a:ext cx="6926100" cy="692738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r>
              <a:rPr lang="pt-BR" dirty="0"/>
              <a:t>FGSI</a:t>
            </a:r>
          </a:p>
          <a:p>
            <a:r>
              <a:rPr lang="pt-BR" dirty="0"/>
              <a:t>Professor Rosalvo Medeiros</a:t>
            </a:r>
          </a:p>
          <a:p>
            <a:r>
              <a:rPr lang="pt-BR" dirty="0"/>
              <a:t>99119-0412</a:t>
            </a:r>
            <a:endParaRPr dirty="0"/>
          </a:p>
        </p:txBody>
      </p:sp>
    </p:spTree>
  </p:cSld>
  <p:clrMapOvr>
    <a:masterClrMapping/>
  </p:clrMapOvr>
  <p:transition spd="slow" advTm="120500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83568" y="692696"/>
            <a:ext cx="7407275" cy="3960440"/>
          </a:xfrm>
        </p:spPr>
        <p:txBody>
          <a:bodyPr/>
          <a:lstStyle/>
          <a:p>
            <a:pPr algn="l">
              <a:defRPr/>
            </a:pPr>
            <a:r>
              <a:rPr lang="pt-BR" sz="3200" b="1" dirty="0"/>
              <a:t>Objetivo da Aula</a:t>
            </a:r>
          </a:p>
          <a:p>
            <a:pPr algn="l">
              <a:defRPr/>
            </a:pPr>
            <a:endParaRPr lang="pt-BR" sz="3200" b="1" dirty="0"/>
          </a:p>
          <a:p>
            <a:pPr algn="l">
              <a:defRPr/>
            </a:pPr>
            <a:r>
              <a:rPr lang="pt-BR" sz="3200" dirty="0"/>
              <a:t>Gestão</a:t>
            </a:r>
          </a:p>
          <a:p>
            <a:pPr algn="l">
              <a:defRPr/>
            </a:pPr>
            <a:endParaRPr lang="pt-BR" sz="3200" b="1" dirty="0"/>
          </a:p>
          <a:p>
            <a:pPr algn="l">
              <a:defRPr/>
            </a:pPr>
            <a:r>
              <a:rPr lang="pt-BR" sz="3200" dirty="0"/>
              <a:t>Sistemas</a:t>
            </a:r>
            <a:endParaRPr lang="pt-BR" sz="3200" b="1" dirty="0"/>
          </a:p>
          <a:p>
            <a:pPr algn="l">
              <a:defRPr/>
            </a:pPr>
            <a:endParaRPr lang="pt-BR" sz="3200" b="1" dirty="0"/>
          </a:p>
          <a:p>
            <a:pPr algn="l">
              <a:defRPr/>
            </a:pPr>
            <a:r>
              <a:rPr lang="pt-BR" sz="3200" dirty="0"/>
              <a:t>Sistemas de Informação</a:t>
            </a:r>
            <a:endParaRPr lang="pt-BR" sz="3200" b="1" dirty="0"/>
          </a:p>
          <a:p>
            <a:pPr algn="l">
              <a:defRPr/>
            </a:pPr>
            <a:endParaRPr lang="pt-BR" sz="3200" b="1" dirty="0"/>
          </a:p>
        </p:txBody>
      </p:sp>
    </p:spTree>
    <p:extLst>
      <p:ext uri="{BB962C8B-B14F-4D97-AF65-F5344CB8AC3E}">
        <p14:creationId xmlns:p14="http://schemas.microsoft.com/office/powerpoint/2010/main" val="1652147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18058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2">
                    <a:satMod val="130000"/>
                  </a:schemeClr>
                </a:solidFill>
              </a:rPr>
              <a:t>Contextualização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52736"/>
            <a:ext cx="8229600" cy="5328591"/>
          </a:xfrm>
        </p:spPr>
        <p:txBody>
          <a:bodyPr/>
          <a:lstStyle/>
          <a:p>
            <a:pPr eaLnBrk="1" hangingPunct="1">
              <a:buFontTx/>
              <a:buNone/>
            </a:pPr>
            <a:endParaRPr lang="pt-BR" sz="2400" dirty="0"/>
          </a:p>
          <a:p>
            <a:pPr eaLnBrk="1" hangingPunct="1">
              <a:buFontTx/>
              <a:buNone/>
            </a:pPr>
            <a:r>
              <a:rPr lang="pt-BR" sz="2400" dirty="0"/>
              <a:t>		</a:t>
            </a:r>
            <a:r>
              <a:rPr lang="pt-BR" sz="4000" dirty="0"/>
              <a:t>PV = C + L</a:t>
            </a:r>
          </a:p>
          <a:p>
            <a:pPr eaLnBrk="1" hangingPunct="1">
              <a:buFontTx/>
              <a:buNone/>
            </a:pPr>
            <a:endParaRPr lang="pt-BR" sz="1800" dirty="0"/>
          </a:p>
          <a:p>
            <a:pPr eaLnBrk="1" hangingPunct="1">
              <a:buFontTx/>
              <a:buNone/>
            </a:pPr>
            <a:r>
              <a:rPr lang="pt-BR" sz="1800" dirty="0"/>
              <a:t>	PV	= preço de venda</a:t>
            </a:r>
          </a:p>
          <a:p>
            <a:pPr eaLnBrk="1" hangingPunct="1">
              <a:buFontTx/>
              <a:buNone/>
            </a:pPr>
            <a:r>
              <a:rPr lang="pt-BR" sz="1800" dirty="0"/>
              <a:t>	C 	= custo</a:t>
            </a:r>
          </a:p>
          <a:p>
            <a:pPr eaLnBrk="1" hangingPunct="1">
              <a:buFontTx/>
              <a:buNone/>
            </a:pPr>
            <a:r>
              <a:rPr lang="pt-BR" sz="1800" dirty="0"/>
              <a:t>	L 	= lucro</a:t>
            </a:r>
          </a:p>
          <a:p>
            <a:pPr eaLnBrk="1" hangingPunct="1">
              <a:buFontTx/>
              <a:buNone/>
            </a:pPr>
            <a:endParaRPr lang="pt-BR" sz="2400" dirty="0"/>
          </a:p>
          <a:p>
            <a:pPr eaLnBrk="1" hangingPunct="1">
              <a:buFontTx/>
              <a:buNone/>
            </a:pPr>
            <a:r>
              <a:rPr lang="pt-BR" sz="2400" dirty="0"/>
              <a:t>Questões</a:t>
            </a:r>
          </a:p>
          <a:p>
            <a:pPr eaLnBrk="1" hangingPunct="1">
              <a:buFontTx/>
              <a:buNone/>
            </a:pPr>
            <a:endParaRPr lang="pt-BR" sz="2400" dirty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pt-BR" sz="1800" dirty="0"/>
              <a:t>PV definido pelo mercado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pt-BR" sz="1800" dirty="0"/>
              <a:t>Controle do custo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pt-BR" sz="1800" dirty="0"/>
              <a:t>Lucro como resultado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pt-BR" sz="1800" dirty="0"/>
              <a:t>Mercado competitivo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pt-BR" sz="1800" dirty="0"/>
              <a:t>Commodities: são artigos de comércio, bens que não sofrem processos de alteração (ou que são pouco diferenciados) </a:t>
            </a:r>
            <a:r>
              <a:rPr lang="pt-BR" sz="1000" dirty="0"/>
              <a:t>(https://www.significados.com.br/commodities/)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pt-BR" sz="2000" dirty="0"/>
          </a:p>
          <a:p>
            <a:pPr eaLnBrk="1" hangingPunct="1">
              <a:buFontTx/>
              <a:buNone/>
            </a:pPr>
            <a:endParaRPr lang="pt-BR" sz="2800" dirty="0"/>
          </a:p>
          <a:p>
            <a:pPr eaLnBrk="1" hangingPunct="1">
              <a:buFontTx/>
              <a:buNone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802180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18058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2">
                    <a:satMod val="130000"/>
                  </a:schemeClr>
                </a:solidFill>
              </a:rPr>
              <a:t>Contextualização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52737"/>
            <a:ext cx="8229600" cy="792087"/>
          </a:xfrm>
        </p:spPr>
        <p:txBody>
          <a:bodyPr/>
          <a:lstStyle/>
          <a:p>
            <a:r>
              <a:rPr lang="pt-BR" sz="2400" dirty="0"/>
              <a:t>“Uma empresa pode existir sem gestão? Pode existir sem informação?”</a:t>
            </a:r>
          </a:p>
          <a:p>
            <a:endParaRPr lang="pt-BR" sz="2400" dirty="0"/>
          </a:p>
          <a:p>
            <a:endParaRPr lang="pt-BR" sz="2000" dirty="0"/>
          </a:p>
          <a:p>
            <a:pPr eaLnBrk="1" hangingPunct="1">
              <a:buFontTx/>
              <a:buNone/>
            </a:pPr>
            <a:endParaRPr lang="pt-BR" sz="2800" dirty="0"/>
          </a:p>
          <a:p>
            <a:pPr eaLnBrk="1" hangingPunct="1">
              <a:buFontTx/>
              <a:buNone/>
            </a:pPr>
            <a:endParaRPr lang="pt-BR" sz="2800" dirty="0"/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6810A836-26A4-EE26-E766-B9AD27E2B1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03080"/>
              </p:ext>
            </p:extLst>
          </p:nvPr>
        </p:nvGraphicFramePr>
        <p:xfrm>
          <a:off x="628650" y="2032919"/>
          <a:ext cx="7886700" cy="124968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3943350">
                  <a:extLst>
                    <a:ext uri="{9D8B030D-6E8A-4147-A177-3AD203B41FA5}">
                      <a16:colId xmlns:a16="http://schemas.microsoft.com/office/drawing/2014/main" val="397430402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18808552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b="1" dirty="0"/>
                        <a:t>Abordagem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b="1" dirty="0"/>
                        <a:t>Tendência de resposta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4374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Técnico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Foco em tecnologia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789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Administrativo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Foco em chefia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2090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Mais maduro conceitualmente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Fala em processo e decisão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429080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B118B071-19C4-A40E-5C3C-3BAC42D0703A}"/>
              </a:ext>
            </a:extLst>
          </p:cNvPr>
          <p:cNvSpPr txBox="1"/>
          <p:nvPr/>
        </p:nvSpPr>
        <p:spPr>
          <a:xfrm>
            <a:off x="584101" y="3645024"/>
            <a:ext cx="79757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Toda organização possui algum nível de gestão, mesmo que informal.</a:t>
            </a:r>
            <a:br>
              <a:rPr lang="pt-BR" sz="1800" dirty="0"/>
            </a:br>
            <a:r>
              <a:rPr lang="pt-BR" sz="1800" dirty="0"/>
              <a:t>E toda gestão depende de informação, mesmo que não informatizada.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764B7D1-67F4-CC06-DD60-63A4AE85A0AE}"/>
              </a:ext>
            </a:extLst>
          </p:cNvPr>
          <p:cNvSpPr txBox="1"/>
          <p:nvPr/>
        </p:nvSpPr>
        <p:spPr>
          <a:xfrm>
            <a:off x="628796" y="4653780"/>
            <a:ext cx="7886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que diferencia empresas modernas é a qualidade e a velocidade da informação.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56C12CE-012E-ADF0-7D95-AE1CD7F38EB4}"/>
              </a:ext>
            </a:extLst>
          </p:cNvPr>
          <p:cNvSpPr txBox="1"/>
          <p:nvPr/>
        </p:nvSpPr>
        <p:spPr>
          <a:xfrm>
            <a:off x="628650" y="5589240"/>
            <a:ext cx="74717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profissional de Sistemas de Informação não desenvolve tecnologia para substituir a gestão, mas para potencializá-la.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0939B17-5C84-8706-9074-974F8C028E25}"/>
              </a:ext>
            </a:extLst>
          </p:cNvPr>
          <p:cNvSpPr txBox="1"/>
          <p:nvPr/>
        </p:nvSpPr>
        <p:spPr>
          <a:xfrm>
            <a:off x="4366608" y="641333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b="1" dirty="0"/>
              <a:t>Fonte:</a:t>
            </a:r>
            <a:r>
              <a:rPr lang="pt-BR" sz="900" dirty="0"/>
              <a:t> Elaboração própria, com base em Chiavenato (2014), Fayol (2009), </a:t>
            </a:r>
            <a:r>
              <a:rPr lang="pt-BR" sz="900" dirty="0" err="1"/>
              <a:t>Laudon</a:t>
            </a:r>
            <a:r>
              <a:rPr lang="pt-BR" sz="900" dirty="0"/>
              <a:t> e </a:t>
            </a:r>
            <a:r>
              <a:rPr lang="pt-BR" sz="900" dirty="0" err="1"/>
              <a:t>Laudon</a:t>
            </a:r>
            <a:r>
              <a:rPr lang="pt-BR" sz="900" dirty="0"/>
              <a:t> (2020), O’Brien e </a:t>
            </a:r>
            <a:r>
              <a:rPr lang="pt-BR" sz="900" dirty="0" err="1"/>
              <a:t>Marakas</a:t>
            </a:r>
            <a:r>
              <a:rPr lang="pt-BR" sz="900" dirty="0"/>
              <a:t> (2013) e Drucker (2001)</a:t>
            </a:r>
          </a:p>
        </p:txBody>
      </p:sp>
    </p:spTree>
    <p:extLst>
      <p:ext uri="{BB962C8B-B14F-4D97-AF65-F5344CB8AC3E}">
        <p14:creationId xmlns:p14="http://schemas.microsoft.com/office/powerpoint/2010/main" val="2290673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2170584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1065AF43-AB31-4106-A9A1-45F974BD61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35642" y="1628800"/>
            <a:ext cx="8229600" cy="1224136"/>
          </a:xfrm>
        </p:spPr>
        <p:txBody>
          <a:bodyPr/>
          <a:lstStyle/>
          <a:p>
            <a:pPr algn="just" eaLnBrk="1" hangingPunct="1"/>
            <a:r>
              <a:rPr lang="pt-BR" sz="2000" b="1" dirty="0"/>
              <a:t>Gestão</a:t>
            </a:r>
            <a:r>
              <a:rPr lang="pt-BR" sz="2000" dirty="0"/>
              <a:t> é o processo de </a:t>
            </a:r>
            <a:r>
              <a:rPr lang="pt-BR" sz="2000" b="1" dirty="0"/>
              <a:t>planejar, organizar, dirigir e controlar</a:t>
            </a:r>
            <a:r>
              <a:rPr lang="pt-BR" sz="2000" dirty="0"/>
              <a:t> recursos e pessoas para alcançar objetivos organizacionais, conceito que evolui conforme o foco das teorias administrativas.</a:t>
            </a:r>
          </a:p>
          <a:p>
            <a:pPr algn="just" eaLnBrk="1" hangingPunct="1"/>
            <a:r>
              <a:rPr lang="pt-BR" sz="2000" dirty="0"/>
              <a:t>							</a:t>
            </a:r>
            <a:r>
              <a:rPr lang="pt-BR" sz="1100" i="1" dirty="0"/>
              <a:t>Idalberto Chiavenato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1F8ECF2-EDAB-60D4-9983-DAD1081CA538}"/>
              </a:ext>
            </a:extLst>
          </p:cNvPr>
          <p:cNvSpPr txBox="1"/>
          <p:nvPr/>
        </p:nvSpPr>
        <p:spPr>
          <a:xfrm>
            <a:off x="435642" y="3140970"/>
            <a:ext cx="2862064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Administração Científica</a:t>
            </a:r>
          </a:p>
          <a:p>
            <a:r>
              <a:rPr lang="pt-BR" b="1" dirty="0"/>
              <a:t>planejar e controlar o trabalho</a:t>
            </a:r>
            <a:r>
              <a:rPr lang="pt-BR" dirty="0"/>
              <a:t>, buscando a </a:t>
            </a:r>
            <a:r>
              <a:rPr lang="pt-BR" b="1" dirty="0"/>
              <a:t>máxima eficiência operacional</a:t>
            </a:r>
            <a:r>
              <a:rPr lang="pt-BR" dirty="0"/>
              <a:t> por meio da padronização, estudo de tempos e métodos.</a:t>
            </a:r>
          </a:p>
          <a:p>
            <a:pPr lvl="2"/>
            <a:r>
              <a:rPr lang="pt-BR" dirty="0"/>
              <a:t>	</a:t>
            </a:r>
            <a:r>
              <a:rPr lang="pt-BR" sz="1100" i="1" dirty="0"/>
              <a:t>Frederick Winslow Taylor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F038074-5186-FE7F-DA49-568A845AECA6}"/>
              </a:ext>
            </a:extLst>
          </p:cNvPr>
          <p:cNvSpPr txBox="1"/>
          <p:nvPr/>
        </p:nvSpPr>
        <p:spPr>
          <a:xfrm>
            <a:off x="5824736" y="3120819"/>
            <a:ext cx="2862064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Clássica</a:t>
            </a:r>
            <a:endParaRPr lang="pt-BR" sz="1100" b="1" dirty="0"/>
          </a:p>
          <a:p>
            <a:r>
              <a:rPr lang="pt-BR" b="1" dirty="0"/>
              <a:t>planejar, organizar, comandar, coordenar e controlar</a:t>
            </a:r>
            <a:r>
              <a:rPr lang="pt-BR" dirty="0"/>
              <a:t> os recursos da organização para alcançar seus objetivos.		</a:t>
            </a:r>
            <a:r>
              <a:rPr lang="pt-BR" sz="1100" i="1" dirty="0"/>
              <a:t>Henri Fayol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01F3D05-B805-C998-11EA-324F32D20B92}"/>
              </a:ext>
            </a:extLst>
          </p:cNvPr>
          <p:cNvSpPr txBox="1"/>
          <p:nvPr/>
        </p:nvSpPr>
        <p:spPr>
          <a:xfrm>
            <a:off x="417483" y="5062506"/>
            <a:ext cx="28620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Burocrática</a:t>
            </a:r>
          </a:p>
          <a:p>
            <a:r>
              <a:rPr lang="pt-BR" b="1" dirty="0"/>
              <a:t>aplicação de normas, regras formais e hierarquia</a:t>
            </a:r>
            <a:r>
              <a:rPr lang="pt-BR" dirty="0"/>
              <a:t>, garantindo previsibilidade, racionalidade e impessoalidade nas decisões.		</a:t>
            </a:r>
            <a:r>
              <a:rPr lang="pt-BR" sz="1100" i="1" dirty="0"/>
              <a:t>Max Weber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CA20D22-A267-53CC-67C7-EF74F2950536}"/>
              </a:ext>
            </a:extLst>
          </p:cNvPr>
          <p:cNvSpPr txBox="1"/>
          <p:nvPr/>
        </p:nvSpPr>
        <p:spPr>
          <a:xfrm>
            <a:off x="5724127" y="5170227"/>
            <a:ext cx="3002389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das Relações Humanas</a:t>
            </a:r>
          </a:p>
          <a:p>
            <a:r>
              <a:rPr lang="pt-BR" b="1" dirty="0"/>
              <a:t>liderar pessoas</a:t>
            </a:r>
            <a:r>
              <a:rPr lang="pt-BR" dirty="0"/>
              <a:t>, considerando fatores sociais, motivacionais e psicológicos para melhorar o desempenho organizacional.			</a:t>
            </a:r>
            <a:r>
              <a:rPr lang="pt-BR" sz="1100" i="1" dirty="0"/>
              <a:t>Elton </a:t>
            </a:r>
            <a:r>
              <a:rPr lang="pt-BR" sz="1100" i="1" dirty="0" err="1"/>
              <a:t>Mayo</a:t>
            </a:r>
            <a:endParaRPr lang="pt-BR" sz="1100" i="1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AE023DA9-D047-E97E-999A-821C0DE2A10D}"/>
              </a:ext>
            </a:extLst>
          </p:cNvPr>
          <p:cNvSpPr txBox="1">
            <a:spLocks noChangeArrowheads="1"/>
          </p:cNvSpPr>
          <p:nvPr/>
        </p:nvSpPr>
        <p:spPr>
          <a:xfrm>
            <a:off x="417483" y="902229"/>
            <a:ext cx="8229600" cy="490066"/>
          </a:xfrm>
          <a:prstGeom prst="rect">
            <a:avLst/>
          </a:prstGeom>
        </p:spPr>
        <p:txBody>
          <a:bodyPr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algn="just"/>
            <a:endParaRPr lang="pt-BR" sz="2000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F3427474-C70D-2A78-F72B-C5A0B9AAEDC4}"/>
              </a:ext>
            </a:extLst>
          </p:cNvPr>
          <p:cNvSpPr txBox="1">
            <a:spLocks noChangeArrowheads="1"/>
          </p:cNvSpPr>
          <p:nvPr/>
        </p:nvSpPr>
        <p:spPr>
          <a:xfrm>
            <a:off x="417483" y="965528"/>
            <a:ext cx="8229600" cy="418999"/>
          </a:xfrm>
          <a:prstGeom prst="rect">
            <a:avLst/>
          </a:prstGeom>
        </p:spPr>
        <p:txBody>
          <a:bodyPr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algn="just"/>
            <a:r>
              <a:rPr lang="pt-BR" sz="2000" b="1" dirty="0"/>
              <a:t>O que significa GESTÃO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620569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2170584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1065AF43-AB31-4106-A9A1-45F974BD61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052737"/>
            <a:ext cx="8229600" cy="490066"/>
          </a:xfrm>
        </p:spPr>
        <p:txBody>
          <a:bodyPr/>
          <a:lstStyle/>
          <a:p>
            <a:pPr algn="just" eaLnBrk="1" hangingPunct="1"/>
            <a:r>
              <a:rPr lang="pt-BR" sz="2000" dirty="0"/>
              <a:t>GESTÃO</a:t>
            </a:r>
          </a:p>
          <a:p>
            <a:pPr algn="just" eaLnBrk="1" hangingPunct="1"/>
            <a:endParaRPr lang="pt-BR" sz="20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1F8ECF2-EDAB-60D4-9983-DAD1081CA538}"/>
              </a:ext>
            </a:extLst>
          </p:cNvPr>
          <p:cNvSpPr txBox="1"/>
          <p:nvPr/>
        </p:nvSpPr>
        <p:spPr>
          <a:xfrm>
            <a:off x="436663" y="2090172"/>
            <a:ext cx="2862064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Comportamental</a:t>
            </a:r>
          </a:p>
          <a:p>
            <a:r>
              <a:rPr lang="pt-BR" b="1" dirty="0"/>
              <a:t>compreender e influenciar o comportamento humano</a:t>
            </a:r>
            <a:r>
              <a:rPr lang="pt-BR" dirty="0"/>
              <a:t>, alinhando objetivos individuais e organizacionais.		</a:t>
            </a:r>
            <a:r>
              <a:rPr lang="pt-BR" sz="1100" i="1" dirty="0"/>
              <a:t>Herbert Simon, Abraham Maslow, Douglas McGregor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F038074-5186-FE7F-DA49-568A845AECA6}"/>
              </a:ext>
            </a:extLst>
          </p:cNvPr>
          <p:cNvSpPr txBox="1"/>
          <p:nvPr/>
        </p:nvSpPr>
        <p:spPr>
          <a:xfrm>
            <a:off x="5845275" y="2090172"/>
            <a:ext cx="2862064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dos Sistemas</a:t>
            </a:r>
          </a:p>
          <a:p>
            <a:r>
              <a:rPr lang="pt-BR" b="1" dirty="0"/>
              <a:t>administrar a organização como um sistema aberto</a:t>
            </a:r>
            <a:r>
              <a:rPr lang="pt-BR" dirty="0"/>
              <a:t>, integrado ao ambiente, composto por partes interdependentes.	</a:t>
            </a:r>
            <a:r>
              <a:rPr lang="pt-BR" sz="1100" i="1" dirty="0"/>
              <a:t>Ludwig von </a:t>
            </a:r>
            <a:r>
              <a:rPr lang="pt-BR" sz="1100" i="1" dirty="0" err="1"/>
              <a:t>Bertalanffy</a:t>
            </a:r>
            <a:endParaRPr lang="pt-BR" sz="1100" i="1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01F3D05-B805-C998-11EA-324F32D20B92}"/>
              </a:ext>
            </a:extLst>
          </p:cNvPr>
          <p:cNvSpPr txBox="1"/>
          <p:nvPr/>
        </p:nvSpPr>
        <p:spPr>
          <a:xfrm>
            <a:off x="485946" y="4231247"/>
            <a:ext cx="28620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</a:t>
            </a:r>
            <a:r>
              <a:rPr lang="pt-BR" sz="1100" i="1" dirty="0" err="1"/>
              <a:t>Contigencial</a:t>
            </a:r>
            <a:endParaRPr lang="pt-BR" sz="1100" i="1" dirty="0"/>
          </a:p>
          <a:p>
            <a:r>
              <a:rPr lang="pt-BR" b="1" dirty="0"/>
              <a:t>adaptar a estrutura e os processos</a:t>
            </a:r>
            <a:r>
              <a:rPr lang="pt-BR" dirty="0"/>
              <a:t> às condições do ambiente; não existe uma única forma ideal de administrar.	</a:t>
            </a:r>
            <a:r>
              <a:rPr lang="pt-BR" sz="1100" i="1" dirty="0"/>
              <a:t>Paul Lawrence e Jay </a:t>
            </a:r>
            <a:r>
              <a:rPr lang="pt-BR" sz="1100" i="1" dirty="0" err="1"/>
              <a:t>Lorsch</a:t>
            </a:r>
            <a:endParaRPr lang="pt-BR" sz="1100" i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CA20D22-A267-53CC-67C7-EF74F2950536}"/>
              </a:ext>
            </a:extLst>
          </p:cNvPr>
          <p:cNvSpPr txBox="1"/>
          <p:nvPr/>
        </p:nvSpPr>
        <p:spPr>
          <a:xfrm>
            <a:off x="5795990" y="4300496"/>
            <a:ext cx="2862064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Contemporânea (Moderna)</a:t>
            </a:r>
          </a:p>
          <a:p>
            <a:r>
              <a:rPr lang="pt-BR" b="1" dirty="0"/>
              <a:t>gerar valor</a:t>
            </a:r>
            <a:r>
              <a:rPr lang="pt-BR" dirty="0"/>
              <a:t>, promover inovação, qualidade, sustentabilidade e vantagem competitiva..	</a:t>
            </a:r>
            <a:r>
              <a:rPr lang="pt-BR" sz="1100" i="1" dirty="0"/>
              <a:t>Peter Drucker, Michael Porter</a:t>
            </a:r>
          </a:p>
        </p:txBody>
      </p:sp>
    </p:spTree>
    <p:extLst>
      <p:ext uri="{BB962C8B-B14F-4D97-AF65-F5344CB8AC3E}">
        <p14:creationId xmlns:p14="http://schemas.microsoft.com/office/powerpoint/2010/main" val="2436249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203032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GESTÃO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54D6F57D-0834-8435-05D6-61283583EE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7710195"/>
              </p:ext>
            </p:extLst>
          </p:nvPr>
        </p:nvGraphicFramePr>
        <p:xfrm>
          <a:off x="457200" y="960403"/>
          <a:ext cx="8147247" cy="5348354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2715749">
                  <a:extLst>
                    <a:ext uri="{9D8B030D-6E8A-4147-A177-3AD203B41FA5}">
                      <a16:colId xmlns:a16="http://schemas.microsoft.com/office/drawing/2014/main" val="365845695"/>
                    </a:ext>
                  </a:extLst>
                </a:gridCol>
                <a:gridCol w="2715749">
                  <a:extLst>
                    <a:ext uri="{9D8B030D-6E8A-4147-A177-3AD203B41FA5}">
                      <a16:colId xmlns:a16="http://schemas.microsoft.com/office/drawing/2014/main" val="867981925"/>
                    </a:ext>
                  </a:extLst>
                </a:gridCol>
                <a:gridCol w="2715749">
                  <a:extLst>
                    <a:ext uri="{9D8B030D-6E8A-4147-A177-3AD203B41FA5}">
                      <a16:colId xmlns:a16="http://schemas.microsoft.com/office/drawing/2014/main" val="1294823190"/>
                    </a:ext>
                  </a:extLst>
                </a:gridCol>
              </a:tblGrid>
              <a:tr h="2381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/>
                        <a:t>Teoria / Autor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/>
                        <a:t>Conceito de Gestão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/>
                        <a:t>Relação com Chiavenato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2954862670"/>
                  </a:ext>
                </a:extLst>
              </a:tr>
              <a:tr h="905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 dirty="0"/>
                        <a:t>Administração Científica – Frederick Winslow Taylor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como busca da máxima eficiência operacional, baseada em métodos, tempos e movimentos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 dirty="0"/>
                        <a:t>Chiavenato incorpora a eficiência, mas amplia o conceito para além do aspecto mecânico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543202144"/>
                  </a:ext>
                </a:extLst>
              </a:tr>
              <a:tr h="7388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Teoria Clássica – Henri Fayol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 dirty="0"/>
                        <a:t>Gestão como planejar, organizar, comandar, coordenar e controlar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Forte convergência: Chiavenato adota e moderniza as funções administrativas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1419854688"/>
                  </a:ext>
                </a:extLst>
              </a:tr>
              <a:tr h="7388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Teoria Burocrática – Max Weber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baseada em regras, normas, hierarquia e impessoalidade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Chiavenato reconhece a importância da estrutura formal, mas critica a rigidez excessiva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2282807507"/>
                  </a:ext>
                </a:extLst>
              </a:tr>
              <a:tr h="571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Relações Humanas – Elton Mayo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centrada nas relações sociais e motivação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Forte alinhamento: Chiavenato enfatiza pessoas como diferencial competitivo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2277391579"/>
                  </a:ext>
                </a:extLst>
              </a:tr>
              <a:tr h="571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Teoria Comportamental – Herbert Simon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como processo decisório limitado pela racionalidade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Chiavenato incorpora a decisão gerencial e o comportamento humano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1930619052"/>
                  </a:ext>
                </a:extLst>
              </a:tr>
              <a:tr h="571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Teoria dos Sistemas – Ludwig von Bertalanffy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como administração de um sistema aberto, integrado ao ambiente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Chiavenato adota visão sistêmica e integrada da organização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1939009845"/>
                  </a:ext>
                </a:extLst>
              </a:tr>
              <a:tr h="571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Teoria Contingencial – Paul Lawrence e Jay Lorsch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Não existe uma única forma ideal de gestão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Total alinhamento: Chiavenato defende adaptação ao contexto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4019774479"/>
                  </a:ext>
                </a:extLst>
              </a:tr>
              <a:tr h="405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Moderna – Peter Drucker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orientada a resultados, objetivos e valor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 dirty="0"/>
                        <a:t>Chiavenato integra eficiência, eficácia e foco em resultados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53543305"/>
                  </a:ext>
                </a:extLst>
              </a:tr>
            </a:tbl>
          </a:graphicData>
        </a:graphic>
      </p:graphicFrame>
      <p:sp>
        <p:nvSpPr>
          <p:cNvPr id="10" name="CaixaDeTexto 9">
            <a:extLst>
              <a:ext uri="{FF2B5EF4-FFF2-40B4-BE49-F238E27FC236}">
                <a16:creationId xmlns:a16="http://schemas.microsoft.com/office/drawing/2014/main" id="{CBD12C47-DD89-903B-7838-AABD29A0C46C}"/>
              </a:ext>
            </a:extLst>
          </p:cNvPr>
          <p:cNvSpPr txBox="1"/>
          <p:nvPr/>
        </p:nvSpPr>
        <p:spPr>
          <a:xfrm>
            <a:off x="683568" y="6470703"/>
            <a:ext cx="7920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dirty="0"/>
              <a:t>Fonte: Elaboração própria, com base em Chiavenato (2014) e principais teóricos da Administração, utilizando ferramenta de Inteligência Artificial para organização e síntese do conteúdo.</a:t>
            </a:r>
          </a:p>
        </p:txBody>
      </p:sp>
    </p:spTree>
    <p:extLst>
      <p:ext uri="{BB962C8B-B14F-4D97-AF65-F5344CB8AC3E}">
        <p14:creationId xmlns:p14="http://schemas.microsoft.com/office/powerpoint/2010/main" val="650240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419056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EFICIÊNCIA x EFICÁCIA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1065AF43-AB31-4106-A9A1-45F974BD61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052737"/>
            <a:ext cx="8229600" cy="720080"/>
          </a:xfrm>
        </p:spPr>
        <p:txBody>
          <a:bodyPr/>
          <a:lstStyle/>
          <a:p>
            <a:pPr algn="just" eaLnBrk="1" hangingPunct="1"/>
            <a:r>
              <a:rPr lang="pt-BR" sz="2000" dirty="0"/>
              <a:t>Uma empresa pode ser considerada bem-sucedida se for muito eficiente, mas não eficaz? E se for eficaz, mas não eficiente?</a:t>
            </a:r>
          </a:p>
          <a:p>
            <a:pPr algn="just" eaLnBrk="1" hangingPunct="1"/>
            <a:endParaRPr lang="pt-BR" sz="2000" dirty="0"/>
          </a:p>
          <a:p>
            <a:pPr algn="just" eaLnBrk="1" hangingPunct="1"/>
            <a:endParaRPr lang="pt-BR" sz="2000" dirty="0"/>
          </a:p>
          <a:p>
            <a:pPr algn="just" eaLnBrk="1" hangingPunct="1"/>
            <a:r>
              <a:rPr lang="pt-BR" sz="2000" dirty="0"/>
              <a:t>É melhor fazer bem feito ou fazer o que realmente precisa ser feito?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CDB5326-395E-6020-6C6A-E7BF8ABEA5DD}"/>
              </a:ext>
            </a:extLst>
          </p:cNvPr>
          <p:cNvSpPr txBox="1"/>
          <p:nvPr/>
        </p:nvSpPr>
        <p:spPr>
          <a:xfrm>
            <a:off x="457200" y="3057531"/>
            <a:ext cx="81472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dirty="0"/>
              <a:t>Um sistema pode ser tecnicamente eficiente (rápido, barato, estável) e ainda assim ser ineficaz para a organização?</a:t>
            </a:r>
          </a:p>
        </p:txBody>
      </p:sp>
    </p:spTree>
    <p:extLst>
      <p:ext uri="{BB962C8B-B14F-4D97-AF65-F5344CB8AC3E}">
        <p14:creationId xmlns:p14="http://schemas.microsoft.com/office/powerpoint/2010/main" val="87314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419056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EFICIÊNCIA x EFICÁCIA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539552" y="1386079"/>
            <a:ext cx="78488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pt-BR" sz="2000" dirty="0"/>
              <a:t>“Eficiência é a capacidade de fazer corretamente as coisas, utilizando da melhor maneira possível os recursos disponíveis.”</a:t>
            </a:r>
            <a:br>
              <a:rPr lang="pt-BR" dirty="0"/>
            </a:br>
            <a:r>
              <a:rPr lang="pt-BR" dirty="0"/>
              <a:t>							</a:t>
            </a:r>
            <a:r>
              <a:rPr lang="pt-BR" sz="900" dirty="0"/>
              <a:t>(CHIAVENATO, 2014)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471ED1A-2186-CFBC-5D18-4D33458E7337}"/>
              </a:ext>
            </a:extLst>
          </p:cNvPr>
          <p:cNvSpPr txBox="1"/>
          <p:nvPr/>
        </p:nvSpPr>
        <p:spPr>
          <a:xfrm>
            <a:off x="539552" y="2516790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 Fazer </a:t>
            </a:r>
            <a:r>
              <a:rPr lang="pt-BR" sz="1800" b="1" dirty="0"/>
              <a:t>bem feito</a:t>
            </a:r>
            <a:endParaRPr lang="pt-B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 Fazer com </a:t>
            </a:r>
            <a:r>
              <a:rPr lang="pt-BR" sz="1800" b="1" dirty="0"/>
              <a:t>menor custo</a:t>
            </a:r>
            <a:endParaRPr lang="pt-B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 Fazer com </a:t>
            </a:r>
            <a:r>
              <a:rPr lang="pt-BR" sz="1800" b="1" dirty="0"/>
              <a:t>menos desperdício</a:t>
            </a:r>
            <a:endParaRPr lang="pt-BR" sz="1800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4A6DB49-CDFD-2B08-DF2B-222161DD90F7}"/>
              </a:ext>
            </a:extLst>
          </p:cNvPr>
          <p:cNvSpPr txBox="1"/>
          <p:nvPr/>
        </p:nvSpPr>
        <p:spPr>
          <a:xfrm>
            <a:off x="611560" y="4293096"/>
            <a:ext cx="79928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“Eficácia é a capacidade de alcançar os objetivos e resultados pretendidos.”</a:t>
            </a:r>
            <a:br>
              <a:rPr lang="pt-BR" dirty="0"/>
            </a:br>
            <a:r>
              <a:rPr lang="pt-BR" dirty="0"/>
              <a:t>							</a:t>
            </a:r>
            <a:r>
              <a:rPr lang="pt-BR" sz="900" dirty="0"/>
              <a:t>(CHIAVENATO, 2014)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E67E4B2-A636-F058-2B8D-19A6B2914724}"/>
              </a:ext>
            </a:extLst>
          </p:cNvPr>
          <p:cNvSpPr txBox="1"/>
          <p:nvPr/>
        </p:nvSpPr>
        <p:spPr>
          <a:xfrm>
            <a:off x="611560" y="5349322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 Alcançar o </a:t>
            </a:r>
            <a:r>
              <a:rPr lang="pt-BR" sz="1800" b="1" dirty="0"/>
              <a:t>objetivo</a:t>
            </a:r>
            <a:endParaRPr lang="pt-B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 Cumprir a </a:t>
            </a:r>
            <a:r>
              <a:rPr lang="pt-BR" sz="1800" b="1" dirty="0"/>
              <a:t>meta</a:t>
            </a:r>
            <a:endParaRPr lang="pt-B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 Gerar o </a:t>
            </a:r>
            <a:r>
              <a:rPr lang="pt-BR" sz="1800" b="1" dirty="0"/>
              <a:t>resultado esperado</a:t>
            </a:r>
            <a:endParaRPr lang="pt-BR" sz="1800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47ECA98-607A-1DC1-7536-0669DCA25484}"/>
              </a:ext>
            </a:extLst>
          </p:cNvPr>
          <p:cNvSpPr txBox="1"/>
          <p:nvPr/>
        </p:nvSpPr>
        <p:spPr>
          <a:xfrm>
            <a:off x="539552" y="893143"/>
            <a:ext cx="16561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Eficiência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1191174-EC35-8472-E144-D1B2F4C23E82}"/>
              </a:ext>
            </a:extLst>
          </p:cNvPr>
          <p:cNvSpPr txBox="1"/>
          <p:nvPr/>
        </p:nvSpPr>
        <p:spPr>
          <a:xfrm>
            <a:off x="539552" y="3831431"/>
            <a:ext cx="16561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Eficácia</a:t>
            </a:r>
          </a:p>
        </p:txBody>
      </p:sp>
    </p:spTree>
    <p:extLst>
      <p:ext uri="{BB962C8B-B14F-4D97-AF65-F5344CB8AC3E}">
        <p14:creationId xmlns:p14="http://schemas.microsoft.com/office/powerpoint/2010/main" val="1021563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5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419056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EFICIÊNCIA x EFICÁCIA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72816"/>
            <a:ext cx="7848872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pt-BR" sz="2000" dirty="0"/>
              <a:t>IDEAL: Ser eficiente com eficácia</a:t>
            </a:r>
          </a:p>
          <a:p>
            <a:pPr lvl="2"/>
            <a:endParaRPr lang="pt-BR" sz="2000" dirty="0"/>
          </a:p>
          <a:p>
            <a:pPr lvl="2"/>
            <a:r>
              <a:rPr lang="pt-BR" sz="2000" dirty="0"/>
              <a:t>FAZER DA MELHOR FORMA POSSÍVEL O QUE REALMENTE DEVE SER FEITO.</a:t>
            </a:r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</p:spTree>
    <p:extLst>
      <p:ext uri="{BB962C8B-B14F-4D97-AF65-F5344CB8AC3E}">
        <p14:creationId xmlns:p14="http://schemas.microsoft.com/office/powerpoint/2010/main" val="1417358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419056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Gestão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00808"/>
            <a:ext cx="784887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  <p:pic>
        <p:nvPicPr>
          <p:cNvPr id="3" name="Imagem 2" descr="Diagrama&#10;&#10;O conteúdo gerado por IA pode estar incorreto.">
            <a:extLst>
              <a:ext uri="{FF2B5EF4-FFF2-40B4-BE49-F238E27FC236}">
                <a16:creationId xmlns:a16="http://schemas.microsoft.com/office/drawing/2014/main" id="{E77F62D6-A3B7-6310-2FA1-D12FE8054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477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52D4885-4021-1E57-2E8F-142FA670ED15}"/>
              </a:ext>
            </a:extLst>
          </p:cNvPr>
          <p:cNvSpPr txBox="1"/>
          <p:nvPr/>
        </p:nvSpPr>
        <p:spPr>
          <a:xfrm>
            <a:off x="4572000" y="647700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/>
              <a:t>A imagem foi gerada com apoio de Inteligência Artificial a partir de conceitos clássicos da área de Sistemas de Informação, com finalidade exclusivamente didática.</a:t>
            </a:r>
          </a:p>
        </p:txBody>
      </p:sp>
    </p:spTree>
    <p:extLst>
      <p:ext uri="{BB962C8B-B14F-4D97-AF65-F5344CB8AC3E}">
        <p14:creationId xmlns:p14="http://schemas.microsoft.com/office/powerpoint/2010/main" val="316159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419056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SISTEMAS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00808"/>
            <a:ext cx="784887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39F3A3-4C9A-B9F2-B259-6F1F480AE92B}"/>
              </a:ext>
            </a:extLst>
          </p:cNvPr>
          <p:cNvSpPr txBox="1"/>
          <p:nvPr/>
        </p:nvSpPr>
        <p:spPr>
          <a:xfrm>
            <a:off x="457200" y="119675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b="1" dirty="0"/>
              <a:t>O que significa SISTEMAS</a:t>
            </a:r>
            <a:endParaRPr lang="pt-BR"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9AF9775-8786-68F3-089F-214494123744}"/>
              </a:ext>
            </a:extLst>
          </p:cNvPr>
          <p:cNvSpPr txBox="1"/>
          <p:nvPr/>
        </p:nvSpPr>
        <p:spPr>
          <a:xfrm>
            <a:off x="467544" y="2090465"/>
            <a:ext cx="79928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É um </a:t>
            </a:r>
            <a:r>
              <a:rPr lang="pt-BR" sz="1800" b="1" dirty="0"/>
              <a:t>conjunto de elementos inter-relacionados e interdependentes</a:t>
            </a:r>
            <a:r>
              <a:rPr lang="pt-BR" sz="1800" dirty="0"/>
              <a:t> que interagem entre si com o objetivo de alcançar um </a:t>
            </a:r>
            <a:r>
              <a:rPr lang="pt-BR" sz="1800" b="1" dirty="0"/>
              <a:t>resultado comum</a:t>
            </a:r>
            <a:r>
              <a:rPr lang="pt-BR" sz="1800" dirty="0"/>
              <a:t>.</a:t>
            </a:r>
          </a:p>
          <a:p>
            <a:r>
              <a:rPr lang="pt-BR" sz="1800" dirty="0"/>
              <a:t>						</a:t>
            </a:r>
            <a:r>
              <a:rPr lang="pt-BR" sz="900" dirty="0"/>
              <a:t>BERTALANFFY, Ludwig von (1975)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78F37A3-38D3-990A-B4A1-27C0E937FB60}"/>
              </a:ext>
            </a:extLst>
          </p:cNvPr>
          <p:cNvSpPr txBox="1"/>
          <p:nvPr/>
        </p:nvSpPr>
        <p:spPr>
          <a:xfrm>
            <a:off x="457200" y="3284984"/>
            <a:ext cx="8291264" cy="2769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Características essenciais de um sistema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Entradas (inputs)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recursos, dados, informações;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Processamento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transformação das entradas;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Saídas (outputs)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produtos, serviços, informações;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Feedback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realimentação para ajustes e controle;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Objetivo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razão de existir do sistema.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Fronteira (</a:t>
            </a:r>
            <a:r>
              <a:rPr lang="pt-BR" sz="1800" b="1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Boundary</a:t>
            </a:r>
            <a:r>
              <a:rPr lang="pt-BR" sz="1800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): </a:t>
            </a:r>
            <a:r>
              <a:rPr lang="pt-BR" sz="1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 linha divisória que separa o sistema do ambiente externo.</a:t>
            </a:r>
          </a:p>
        </p:txBody>
      </p:sp>
    </p:spTree>
    <p:extLst>
      <p:ext uri="{BB962C8B-B14F-4D97-AF65-F5344CB8AC3E}">
        <p14:creationId xmlns:p14="http://schemas.microsoft.com/office/powerpoint/2010/main" val="1548436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419056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SISTEMAS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00808"/>
            <a:ext cx="784887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  <p:pic>
        <p:nvPicPr>
          <p:cNvPr id="4" name="Imagem 3" descr="Diagrama&#10;&#10;O conteúdo gerado por IA pode estar incorreto.">
            <a:extLst>
              <a:ext uri="{FF2B5EF4-FFF2-40B4-BE49-F238E27FC236}">
                <a16:creationId xmlns:a16="http://schemas.microsoft.com/office/drawing/2014/main" id="{0212B500-946B-59DC-EF09-66A07631D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93"/>
            <a:ext cx="9144000" cy="6463307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03B29778-98C7-89B1-00E6-0BC76B99D030}"/>
              </a:ext>
            </a:extLst>
          </p:cNvPr>
          <p:cNvSpPr txBox="1"/>
          <p:nvPr/>
        </p:nvSpPr>
        <p:spPr>
          <a:xfrm>
            <a:off x="4644008" y="6505753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/>
              <a:t>Elaboração própria, com base em </a:t>
            </a:r>
            <a:r>
              <a:rPr lang="pt-BR" sz="800" dirty="0" err="1"/>
              <a:t>Bertalanffy</a:t>
            </a:r>
            <a:r>
              <a:rPr lang="pt-BR" sz="800" dirty="0"/>
              <a:t> (1975), Chiavenato (2014) e </a:t>
            </a:r>
            <a:r>
              <a:rPr lang="pt-BR" sz="800" dirty="0" err="1"/>
              <a:t>Laudon</a:t>
            </a:r>
            <a:r>
              <a:rPr lang="pt-BR" sz="800" dirty="0"/>
              <a:t> &amp; </a:t>
            </a:r>
            <a:r>
              <a:rPr lang="pt-BR" sz="800" dirty="0" err="1"/>
              <a:t>Laudon</a:t>
            </a:r>
            <a:r>
              <a:rPr lang="pt-BR" sz="800" dirty="0"/>
              <a:t> (2014), com apoio de ferramenta de Inteligência Artificial generativa, 2026.</a:t>
            </a:r>
          </a:p>
        </p:txBody>
      </p:sp>
    </p:spTree>
    <p:extLst>
      <p:ext uri="{BB962C8B-B14F-4D97-AF65-F5344CB8AC3E}">
        <p14:creationId xmlns:p14="http://schemas.microsoft.com/office/powerpoint/2010/main" val="2364333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227268"/>
            <a:ext cx="6912768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SISTEMAS DE INFORMAÇÃO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00808"/>
            <a:ext cx="784887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39F3A3-4C9A-B9F2-B259-6F1F480AE92B}"/>
              </a:ext>
            </a:extLst>
          </p:cNvPr>
          <p:cNvSpPr txBox="1"/>
          <p:nvPr/>
        </p:nvSpPr>
        <p:spPr>
          <a:xfrm>
            <a:off x="457200" y="1196752"/>
            <a:ext cx="7355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b="1" dirty="0"/>
              <a:t>O que significa SISTEMAS DE INFORMAÇÃO </a:t>
            </a:r>
            <a:endParaRPr lang="pt-BR"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9AF9775-8786-68F3-089F-214494123744}"/>
              </a:ext>
            </a:extLst>
          </p:cNvPr>
          <p:cNvSpPr txBox="1"/>
          <p:nvPr/>
        </p:nvSpPr>
        <p:spPr>
          <a:xfrm>
            <a:off x="457200" y="1836069"/>
            <a:ext cx="799288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É um </a:t>
            </a:r>
            <a:r>
              <a:rPr lang="pt-BR" sz="1800" b="1" dirty="0"/>
              <a:t>conjunto organizado de recursos</a:t>
            </a:r>
            <a:r>
              <a:rPr lang="pt-BR" sz="1800" dirty="0"/>
              <a:t> (pessoas, hardware, software, dados, procedimentos e redes) que </a:t>
            </a:r>
            <a:r>
              <a:rPr lang="pt-BR" sz="1800" b="1" dirty="0"/>
              <a:t>coleta, processa, armazena e distribui informações</a:t>
            </a:r>
            <a:r>
              <a:rPr lang="pt-BR" sz="1800" dirty="0"/>
              <a:t> para </a:t>
            </a:r>
            <a:r>
              <a:rPr lang="pt-BR" sz="1800" b="1" dirty="0"/>
              <a:t>apoiar a tomada de decisão, o controle e a coordenação</a:t>
            </a:r>
            <a:r>
              <a:rPr lang="pt-BR" sz="1800" dirty="0"/>
              <a:t> em uma organização.</a:t>
            </a:r>
          </a:p>
          <a:p>
            <a:r>
              <a:rPr lang="pt-BR" sz="1800" dirty="0"/>
              <a:t>					</a:t>
            </a:r>
            <a:r>
              <a:rPr lang="fi-FI" sz="900" dirty="0"/>
              <a:t>LAUDON, Kenneth C.; LAUDON, Jane P</a:t>
            </a:r>
            <a:r>
              <a:rPr lang="pt-BR" sz="900" dirty="0"/>
              <a:t> (2020)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78F37A3-38D3-990A-B4A1-27C0E937FB60}"/>
              </a:ext>
            </a:extLst>
          </p:cNvPr>
          <p:cNvSpPr txBox="1"/>
          <p:nvPr/>
        </p:nvSpPr>
        <p:spPr>
          <a:xfrm>
            <a:off x="457200" y="3284984"/>
            <a:ext cx="8291264" cy="1353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Componentes de um SI</a:t>
            </a:r>
          </a:p>
          <a:p>
            <a:pPr lvl="0"/>
            <a:r>
              <a:rPr lang="pt-BR" b="1" dirty="0"/>
              <a:t>Pessoas</a:t>
            </a:r>
            <a:r>
              <a:rPr lang="pt-BR" dirty="0"/>
              <a:t> – usuários e gestores;</a:t>
            </a:r>
          </a:p>
          <a:p>
            <a:pPr lvl="0"/>
            <a:r>
              <a:rPr lang="pt-BR" b="1" dirty="0"/>
              <a:t>Dados</a:t>
            </a:r>
            <a:r>
              <a:rPr lang="pt-BR" dirty="0"/>
              <a:t> – matéria-prima da informação;</a:t>
            </a:r>
          </a:p>
          <a:p>
            <a:pPr lvl="0"/>
            <a:r>
              <a:rPr lang="pt-BR" b="1" dirty="0"/>
              <a:t>Processos</a:t>
            </a:r>
            <a:r>
              <a:rPr lang="pt-BR" dirty="0"/>
              <a:t> – regras e procedimentos;</a:t>
            </a:r>
          </a:p>
          <a:p>
            <a:r>
              <a:rPr lang="pt-BR" b="1" dirty="0"/>
              <a:t>Tecnologia</a:t>
            </a:r>
            <a:r>
              <a:rPr lang="pt-BR" dirty="0"/>
              <a:t> – hardware, software e redes.</a:t>
            </a:r>
            <a:endParaRPr lang="pt-BR" sz="1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AD71DF4-D295-FE23-2993-63A46D4B5CF6}"/>
              </a:ext>
            </a:extLst>
          </p:cNvPr>
          <p:cNvSpPr txBox="1"/>
          <p:nvPr/>
        </p:nvSpPr>
        <p:spPr>
          <a:xfrm>
            <a:off x="446567" y="5174255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ts val="1000"/>
              <a:tabLst>
                <a:tab pos="457200" algn="l"/>
              </a:tabLst>
            </a:pPr>
            <a:r>
              <a:rPr lang="pt-BR" dirty="0"/>
              <a:t>Apoiar operações (nível operacional);</a:t>
            </a:r>
          </a:p>
          <a:p>
            <a:pPr lvl="0">
              <a:buSzPts val="1000"/>
              <a:tabLst>
                <a:tab pos="457200" algn="l"/>
              </a:tabLst>
            </a:pPr>
            <a:r>
              <a:rPr lang="pt-BR" dirty="0"/>
              <a:t>Apoiar gestão (nível tático);</a:t>
            </a:r>
          </a:p>
          <a:p>
            <a:r>
              <a:rPr lang="pt-BR" dirty="0"/>
              <a:t>Apoiar estratégia (nível estratégico).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EEF0800-35A7-5503-ED67-D5715F405D5B}"/>
              </a:ext>
            </a:extLst>
          </p:cNvPr>
          <p:cNvSpPr txBox="1"/>
          <p:nvPr/>
        </p:nvSpPr>
        <p:spPr>
          <a:xfrm>
            <a:off x="457200" y="4756728"/>
            <a:ext cx="4572000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Componentes de um SI</a:t>
            </a:r>
          </a:p>
        </p:txBody>
      </p:sp>
    </p:spTree>
    <p:extLst>
      <p:ext uri="{BB962C8B-B14F-4D97-AF65-F5344CB8AC3E}">
        <p14:creationId xmlns:p14="http://schemas.microsoft.com/office/powerpoint/2010/main" val="1989657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4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227268"/>
            <a:ext cx="6912768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SISTEMAS DE INFORMAÇÃO</a:t>
            </a:r>
          </a:p>
        </p:txBody>
      </p:sp>
      <p:pic>
        <p:nvPicPr>
          <p:cNvPr id="7" name="Imagem 6" descr="Diagrama&#10;&#10;O conteúdo gerado por IA pode estar incorreto.">
            <a:extLst>
              <a:ext uri="{FF2B5EF4-FFF2-40B4-BE49-F238E27FC236}">
                <a16:creationId xmlns:a16="http://schemas.microsoft.com/office/drawing/2014/main" id="{8E76E2BA-89FC-7795-6C94-C6A4E3900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477000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80319764-29E9-89A4-7A46-778A15850342}"/>
              </a:ext>
            </a:extLst>
          </p:cNvPr>
          <p:cNvSpPr txBox="1"/>
          <p:nvPr/>
        </p:nvSpPr>
        <p:spPr>
          <a:xfrm>
            <a:off x="4572000" y="647700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/>
              <a:t>A imagem foi gerada com apoio de Inteligência Artificial a partir de conceitos clássicos da área de Sistemas de Informação, com finalidade exclusivamente didática.</a:t>
            </a:r>
          </a:p>
        </p:txBody>
      </p:sp>
    </p:spTree>
    <p:extLst>
      <p:ext uri="{BB962C8B-B14F-4D97-AF65-F5344CB8AC3E}">
        <p14:creationId xmlns:p14="http://schemas.microsoft.com/office/powerpoint/2010/main" val="4029841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227268"/>
            <a:ext cx="6912768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SISTEMAS DE INFORMAÇÃO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00808"/>
            <a:ext cx="784887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39F3A3-4C9A-B9F2-B259-6F1F480AE92B}"/>
              </a:ext>
            </a:extLst>
          </p:cNvPr>
          <p:cNvSpPr txBox="1"/>
          <p:nvPr/>
        </p:nvSpPr>
        <p:spPr>
          <a:xfrm>
            <a:off x="457200" y="1196752"/>
            <a:ext cx="735516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Por que o aluno de SI precisa entender gestão?</a:t>
            </a:r>
            <a:endParaRPr lang="pt-BR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D0E4D09-5492-66D4-8620-6D9877AC5F8D}"/>
              </a:ext>
            </a:extLst>
          </p:cNvPr>
          <p:cNvSpPr txBox="1"/>
          <p:nvPr/>
        </p:nvSpPr>
        <p:spPr>
          <a:xfrm>
            <a:off x="683568" y="2094447"/>
            <a:ext cx="7704856" cy="279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profissional de Sistemas de Informação </a:t>
            </a: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não desenvolve tecnologia para a tecnologia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mas para </a:t>
            </a: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resolver problemas organizacionais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Precisa: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compreender </a:t>
            </a:r>
            <a:r>
              <a:rPr lang="pt-BR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objetivos do negócio</a:t>
            </a: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traduzir necessidades gerenciais em </a:t>
            </a:r>
            <a:r>
              <a:rPr lang="pt-BR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requisitos de sistemas</a:t>
            </a: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apoiar a tomada de decisão</a:t>
            </a:r>
          </a:p>
        </p:txBody>
      </p:sp>
    </p:spTree>
    <p:extLst>
      <p:ext uri="{BB962C8B-B14F-4D97-AF65-F5344CB8AC3E}">
        <p14:creationId xmlns:p14="http://schemas.microsoft.com/office/powerpoint/2010/main" val="1458589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227268"/>
            <a:ext cx="6912768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SÍNTESE</a:t>
            </a:r>
          </a:p>
        </p:txBody>
      </p:sp>
      <p:pic>
        <p:nvPicPr>
          <p:cNvPr id="13" name="Imagem 12" descr="Linha do tempo&#10;&#10;O conteúdo gerado por IA pode estar incorreto.">
            <a:extLst>
              <a:ext uri="{FF2B5EF4-FFF2-40B4-BE49-F238E27FC236}">
                <a16:creationId xmlns:a16="http://schemas.microsoft.com/office/drawing/2014/main" id="{8E4C787E-C199-C2EA-D9DD-E571ED3BF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234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227268"/>
            <a:ext cx="6912768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Atividade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00808"/>
            <a:ext cx="784887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39F3A3-4C9A-B9F2-B259-6F1F480AE92B}"/>
              </a:ext>
            </a:extLst>
          </p:cNvPr>
          <p:cNvSpPr txBox="1"/>
          <p:nvPr/>
        </p:nvSpPr>
        <p:spPr>
          <a:xfrm>
            <a:off x="2267744" y="2708920"/>
            <a:ext cx="4392488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ATIVIDADE PRÁTICA EM EQUIPE</a:t>
            </a:r>
            <a:endParaRPr lang="pt-BR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0940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E22D3DB9-2260-2694-A540-63EBCE9ADB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121093"/>
              </p:ext>
            </p:extLst>
          </p:nvPr>
        </p:nvGraphicFramePr>
        <p:xfrm>
          <a:off x="507748" y="888923"/>
          <a:ext cx="7931223" cy="2243840"/>
        </p:xfrm>
        <a:graphic>
          <a:graphicData uri="http://schemas.openxmlformats.org/drawingml/2006/table">
            <a:tbl>
              <a:tblPr firstRow="1" firstCol="1" bandRow="1"/>
              <a:tblGrid>
                <a:gridCol w="849323">
                  <a:extLst>
                    <a:ext uri="{9D8B030D-6E8A-4147-A177-3AD203B41FA5}">
                      <a16:colId xmlns:a16="http://schemas.microsoft.com/office/drawing/2014/main" val="2640606524"/>
                    </a:ext>
                  </a:extLst>
                </a:gridCol>
                <a:gridCol w="2781242">
                  <a:extLst>
                    <a:ext uri="{9D8B030D-6E8A-4147-A177-3AD203B41FA5}">
                      <a16:colId xmlns:a16="http://schemas.microsoft.com/office/drawing/2014/main" val="203386295"/>
                    </a:ext>
                  </a:extLst>
                </a:gridCol>
                <a:gridCol w="4300658">
                  <a:extLst>
                    <a:ext uri="{9D8B030D-6E8A-4147-A177-3AD203B41FA5}">
                      <a16:colId xmlns:a16="http://schemas.microsoft.com/office/drawing/2014/main" val="1946735537"/>
                    </a:ext>
                  </a:extLst>
                </a:gridCol>
              </a:tblGrid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Parte</a:t>
                      </a:r>
                      <a:endParaRPr lang="pt-BR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Composição</a:t>
                      </a:r>
                      <a:endParaRPr lang="pt-BR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Tempo de Processo</a:t>
                      </a:r>
                      <a:endParaRPr lang="pt-BR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6978511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1B + 1C + 3D + 2E + 1F + 1G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hora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7712269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5D + 4E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hora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6688217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Comprado (prazo de entrega: 10 dias)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7122087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Comprado (prazo de entrega: 10 dias)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2932846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4F + 5G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 horas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5974705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1F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Comprado (prazo de entrega: 10 dias)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034296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2C + 1F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hora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981067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7CC1F771-3369-B761-4618-4EB3344C0FBE}"/>
              </a:ext>
            </a:extLst>
          </p:cNvPr>
          <p:cNvSpPr txBox="1"/>
          <p:nvPr/>
        </p:nvSpPr>
        <p:spPr>
          <a:xfrm>
            <a:off x="4090282" y="3291574"/>
            <a:ext cx="5072364" cy="3566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Desenvolva uma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planilha eletrônica no Excel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ou equivalente que permita: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Informar a demanda do produto final A;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Calcular a quantidade necessária de cada parte;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Calcular o tempo total de fabricação das partes produzidas internamente;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Calcular o tempo total de fabricação do produto final A;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Considerar os prazos de entrega dos itens comprados;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Determinar o prazo total de entrega do produto A, em dias e data;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Permitir alteração no tempo do processo com impacto no prazo total;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8B71A7C-3C04-C03C-3311-A826E8421667}"/>
              </a:ext>
            </a:extLst>
          </p:cNvPr>
          <p:cNvSpPr txBox="1"/>
          <p:nvPr/>
        </p:nvSpPr>
        <p:spPr>
          <a:xfrm>
            <a:off x="107504" y="3422591"/>
            <a:ext cx="3838762" cy="31085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pt-BR" dirty="0"/>
              <a:t>As partes C, D e F são itens comprados, com prazo de entrega fixo de 10 dias;</a:t>
            </a:r>
          </a:p>
          <a:p>
            <a:pPr lvl="0"/>
            <a:endParaRPr lang="pt-BR" dirty="0"/>
          </a:p>
          <a:p>
            <a:pPr lvl="0"/>
            <a:r>
              <a:rPr lang="pt-BR" dirty="0"/>
              <a:t>As demais partes são fabricadas internamente, com os tempos de processamento indicados;</a:t>
            </a:r>
          </a:p>
          <a:p>
            <a:pPr lvl="0"/>
            <a:endParaRPr lang="pt-BR" dirty="0"/>
          </a:p>
          <a:p>
            <a:pPr lvl="0"/>
            <a:r>
              <a:rPr lang="pt-BR" dirty="0"/>
              <a:t>A produção é realizada em série, sem sobreposição de operações;</a:t>
            </a:r>
          </a:p>
          <a:p>
            <a:pPr lvl="0"/>
            <a:endParaRPr lang="pt-BR" dirty="0"/>
          </a:p>
          <a:p>
            <a:pPr lvl="0"/>
            <a:r>
              <a:rPr lang="pt-BR" dirty="0"/>
              <a:t>O início da produção ocorre no dia 0;</a:t>
            </a:r>
          </a:p>
          <a:p>
            <a:pPr lvl="0"/>
            <a:endParaRPr lang="pt-BR" dirty="0"/>
          </a:p>
          <a:p>
            <a:pPr lvl="0"/>
            <a:r>
              <a:rPr lang="pt-BR" dirty="0"/>
              <a:t>A empresa recebe uma demanda informada pelo usuário para o produto A;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733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2A42956-5EE3-F506-B879-C906CF0EC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79" y="2536961"/>
            <a:ext cx="8543925" cy="3362325"/>
          </a:xfrm>
          <a:prstGeom prst="rect">
            <a:avLst/>
          </a:prstGeom>
        </p:spPr>
      </p:pic>
      <p:sp>
        <p:nvSpPr>
          <p:cNvPr id="8" name="Título 2">
            <a:extLst>
              <a:ext uri="{FF2B5EF4-FFF2-40B4-BE49-F238E27FC236}">
                <a16:creationId xmlns:a16="http://schemas.microsoft.com/office/drawing/2014/main" id="{41149D56-0B3A-778C-D5CE-F528114C5CBE}"/>
              </a:ext>
            </a:extLst>
          </p:cNvPr>
          <p:cNvSpPr txBox="1">
            <a:spLocks/>
          </p:cNvSpPr>
          <p:nvPr/>
        </p:nvSpPr>
        <p:spPr>
          <a:xfrm>
            <a:off x="300037" y="958714"/>
            <a:ext cx="7728347" cy="958118"/>
          </a:xfrm>
          <a:prstGeom prst="rect">
            <a:avLst/>
          </a:prstGeom>
        </p:spPr>
        <p:txBody>
          <a:bodyPr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</a:lstStyle>
          <a:p>
            <a:r>
              <a:rPr lang="pt-BR" dirty="0"/>
              <a:t>ESTRUTURA DO PRODUTO</a:t>
            </a:r>
          </a:p>
          <a:p>
            <a:r>
              <a:rPr lang="pt-BR" dirty="0"/>
              <a:t>ESTRUTURA ANALÍTICA DO PRODUTO (PBS - </a:t>
            </a:r>
            <a:r>
              <a:rPr lang="pt-BR" i="1" dirty="0" err="1"/>
              <a:t>Product</a:t>
            </a:r>
            <a:r>
              <a:rPr lang="pt-BR" i="1" dirty="0"/>
              <a:t> </a:t>
            </a:r>
            <a:r>
              <a:rPr lang="pt-BR" i="1" dirty="0" err="1"/>
              <a:t>Breakdown</a:t>
            </a:r>
            <a:r>
              <a:rPr lang="pt-BR" i="1" dirty="0"/>
              <a:t> </a:t>
            </a:r>
            <a:r>
              <a:rPr lang="pt-BR" i="1" dirty="0" err="1"/>
              <a:t>Structure</a:t>
            </a:r>
            <a:r>
              <a:rPr lang="pt-BR" dirty="0"/>
              <a:t>)</a:t>
            </a:r>
          </a:p>
          <a:p>
            <a:endParaRPr lang="pt-BR" b="1" dirty="0"/>
          </a:p>
          <a:p>
            <a:r>
              <a:rPr lang="pt-BR" b="1" dirty="0"/>
              <a:t>BOM (Bill </a:t>
            </a:r>
            <a:r>
              <a:rPr lang="pt-BR" b="1" dirty="0" err="1"/>
              <a:t>of</a:t>
            </a:r>
            <a:r>
              <a:rPr lang="pt-BR" b="1" dirty="0"/>
              <a:t> </a:t>
            </a:r>
            <a:r>
              <a:rPr lang="pt-BR" b="1" dirty="0" err="1"/>
              <a:t>Materials</a:t>
            </a:r>
            <a:r>
              <a:rPr lang="pt-BR" b="1" dirty="0"/>
              <a:t>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79102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99EB38D-A23A-751C-BB51-5476EB30D7AB}"/>
              </a:ext>
            </a:extLst>
          </p:cNvPr>
          <p:cNvSpPr txBox="1"/>
          <p:nvPr/>
        </p:nvSpPr>
        <p:spPr>
          <a:xfrm>
            <a:off x="251520" y="908720"/>
            <a:ext cx="84969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PBS (</a:t>
            </a:r>
            <a:r>
              <a:rPr lang="pt-BR" b="1" i="0" dirty="0" err="1">
                <a:solidFill>
                  <a:srgbClr val="0A0A0A"/>
                </a:solidFill>
                <a:effectLst/>
                <a:latin typeface="Google Sans"/>
              </a:rPr>
              <a:t>Product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lang="pt-BR" b="1" i="0" dirty="0" err="1">
                <a:solidFill>
                  <a:srgbClr val="0A0A0A"/>
                </a:solidFill>
                <a:effectLst/>
                <a:latin typeface="Google Sans"/>
              </a:rPr>
              <a:t>Breakdown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lang="pt-BR" b="1" i="0" dirty="0" err="1">
                <a:solidFill>
                  <a:srgbClr val="0A0A0A"/>
                </a:solidFill>
                <a:effectLst/>
                <a:latin typeface="Google Sans"/>
              </a:rPr>
              <a:t>Structure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):</a:t>
            </a:r>
            <a:r>
              <a:rPr lang="pt-BR" b="0" i="0" dirty="0">
                <a:solidFill>
                  <a:srgbClr val="0A0A0A"/>
                </a:solidFill>
                <a:effectLst/>
                <a:latin typeface="Google Sans"/>
              </a:rPr>
              <a:t> É uma árvore hierárquica que decompõe o escopo do projeto em produtos, subprodutos e componentes físicos ou entregáveis.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9070AF3-5C6B-978D-509A-B32ECA7F0B86}"/>
              </a:ext>
            </a:extLst>
          </p:cNvPr>
          <p:cNvSpPr txBox="1"/>
          <p:nvPr/>
        </p:nvSpPr>
        <p:spPr>
          <a:xfrm>
            <a:off x="251520" y="1556792"/>
            <a:ext cx="83529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BOM (Bill </a:t>
            </a:r>
            <a:r>
              <a:rPr lang="pt-BR" b="1" i="0" dirty="0" err="1">
                <a:solidFill>
                  <a:srgbClr val="0A0A0A"/>
                </a:solidFill>
                <a:effectLst/>
                <a:latin typeface="Google Sans"/>
              </a:rPr>
              <a:t>of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lang="pt-BR" b="1" i="0" dirty="0" err="1">
                <a:solidFill>
                  <a:srgbClr val="0A0A0A"/>
                </a:solidFill>
                <a:effectLst/>
                <a:latin typeface="Google Sans"/>
              </a:rPr>
              <a:t>Materials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):</a:t>
            </a:r>
            <a:r>
              <a:rPr lang="pt-BR" b="0" i="0" dirty="0">
                <a:solidFill>
                  <a:srgbClr val="0A0A0A"/>
                </a:solidFill>
                <a:effectLst/>
                <a:latin typeface="Google Sans"/>
              </a:rPr>
              <a:t> É a lista detalhada de todos os materiais, componentes, subconjuntos e matérias-primas necessários para a fabricação de um produto</a:t>
            </a:r>
            <a:endParaRPr lang="pt-BR" dirty="0"/>
          </a:p>
        </p:txBody>
      </p:sp>
      <p:graphicFrame>
        <p:nvGraphicFramePr>
          <p:cNvPr id="22" name="Tabela 21">
            <a:extLst>
              <a:ext uri="{FF2B5EF4-FFF2-40B4-BE49-F238E27FC236}">
                <a16:creationId xmlns:a16="http://schemas.microsoft.com/office/drawing/2014/main" id="{91790F47-9691-B17E-88C4-8205D5B333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289906"/>
              </p:ext>
            </p:extLst>
          </p:nvPr>
        </p:nvGraphicFramePr>
        <p:xfrm>
          <a:off x="1259632" y="2235895"/>
          <a:ext cx="6733614" cy="4347467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2244538">
                  <a:extLst>
                    <a:ext uri="{9D8B030D-6E8A-4147-A177-3AD203B41FA5}">
                      <a16:colId xmlns:a16="http://schemas.microsoft.com/office/drawing/2014/main" val="689063777"/>
                    </a:ext>
                  </a:extLst>
                </a:gridCol>
                <a:gridCol w="2244538">
                  <a:extLst>
                    <a:ext uri="{9D8B030D-6E8A-4147-A177-3AD203B41FA5}">
                      <a16:colId xmlns:a16="http://schemas.microsoft.com/office/drawing/2014/main" val="2164917528"/>
                    </a:ext>
                  </a:extLst>
                </a:gridCol>
                <a:gridCol w="2244538">
                  <a:extLst>
                    <a:ext uri="{9D8B030D-6E8A-4147-A177-3AD203B41FA5}">
                      <a16:colId xmlns:a16="http://schemas.microsoft.com/office/drawing/2014/main" val="4164380775"/>
                    </a:ext>
                  </a:extLst>
                </a:gridCol>
              </a:tblGrid>
              <a:tr h="41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Critério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PBS (Product Breakdown Structure)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BOM (Bill of Materials)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3433177721"/>
                  </a:ext>
                </a:extLst>
              </a:tr>
              <a:tr h="242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Significado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Estrutura Analítica do Produto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Lista de Materiais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2396926572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Finalidade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Decompor o produto em partes lógicas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Decompor o produto em componentes físicos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1413850931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Foco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Entregas do produto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Materiais e componentes necessários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2148077564"/>
                  </a:ext>
                </a:extLst>
              </a:tr>
              <a:tr h="242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Pergunta que responde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"O que compõe o produto?"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"Do que o produto é feito?"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541726841"/>
                  </a:ext>
                </a:extLst>
              </a:tr>
              <a:tr h="242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Natureza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Conceitual / estrutural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Técnica / operacional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1654338763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Tipo de decomposição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Hierárquica por partes funcionais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Hierárquica por composição física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510932501"/>
                  </a:ext>
                </a:extLst>
              </a:tr>
              <a:tr h="242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Unidade de análise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Subprodutos / módulos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Quantidades e itens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2946298551"/>
                  </a:ext>
                </a:extLst>
              </a:tr>
              <a:tr h="242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Contém quantidades?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Normalmente não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Sim (quantidades exatas)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4093459341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Contém tempos?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Não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Pode conter (processo/fabricação)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1206921923"/>
                  </a:ext>
                </a:extLst>
              </a:tr>
              <a:tr h="242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Contém custo?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Não diretamente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Pode conter custo unitário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265574262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Aplicação principal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Gestão de projetos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Planejamento de produção (MRP/ERP)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1976207392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Relação com SI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Estrutura lógica do produto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Base de dados estruturada para cálculo automático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31028949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03127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79CC56B-0EB8-DB23-89C4-9FF22E3C9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92" y="1700808"/>
            <a:ext cx="7927816" cy="1243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2750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D90CB80-D07C-9A85-F573-E6DCDDB60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836712"/>
            <a:ext cx="5427712" cy="205293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2711AF5-C5C7-C345-1E85-C4E3D0EA7127}"/>
              </a:ext>
            </a:extLst>
          </p:cNvPr>
          <p:cNvSpPr txBox="1"/>
          <p:nvPr/>
        </p:nvSpPr>
        <p:spPr>
          <a:xfrm>
            <a:off x="323528" y="3132535"/>
            <a:ext cx="849694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Cálculo das quantidades: Determinar quantas peças de cada parte será necessário para produzir uma produto A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Ao lado da letra, o número representa a quantidade de peças e entre os parênteses, o tempo em horas para produzir.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Não será necessário determinar as quantidades das peças compradas já que não fazem parte do tempo de produção.</a:t>
            </a:r>
          </a:p>
          <a:p>
            <a:endParaRPr lang="pt-BR" b="1" i="0" dirty="0">
              <a:solidFill>
                <a:srgbClr val="0A0A0A"/>
              </a:solidFill>
              <a:effectLst/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 B: 1 peça</a:t>
            </a: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Quantidade de E: 4 + 2 = 6 peças</a:t>
            </a: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 G: neste caso, deve-se levar em conta que G é utilizada para produzir E </a:t>
            </a:r>
            <a:r>
              <a:rPr lang="pt-BR" b="1" i="0" dirty="0" err="1">
                <a:solidFill>
                  <a:srgbClr val="0A0A0A"/>
                </a:solidFill>
                <a:effectLst/>
                <a:latin typeface="Google Sans"/>
              </a:rPr>
              <a:t>e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 por isso precisa ser calculada com base na quantidade da peça E. Segue o cálculo do G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</a:t>
            </a:r>
            <a:r>
              <a:rPr lang="pt-BR" b="1" dirty="0">
                <a:solidFill>
                  <a:srgbClr val="0A0A0A"/>
                </a:solidFill>
                <a:latin typeface="Google Sans"/>
              </a:rPr>
              <a:t> G: (E4 * 5) + (E2 * 5) + 1</a:t>
            </a: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 G: 20 + 10 + 1</a:t>
            </a: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Quantidade de G: 31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466147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2711AF5-C5C7-C345-1E85-C4E3D0EA7127}"/>
              </a:ext>
            </a:extLst>
          </p:cNvPr>
          <p:cNvSpPr txBox="1"/>
          <p:nvPr/>
        </p:nvSpPr>
        <p:spPr>
          <a:xfrm>
            <a:off x="323528" y="1847131"/>
            <a:ext cx="84969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b="1" i="0" dirty="0">
              <a:solidFill>
                <a:srgbClr val="0A0A0A"/>
              </a:solidFill>
              <a:effectLst/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Cálculo do tempo para produção de cada peça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Fórmula: quantidade X tempo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A = 1 peça A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B = 1 peça B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E = 6 peças E * 3 horas =&gt; total 18 horas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G = 31 peças G * 1 hora =&gt; total 31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total para produção: 1 + 1 + 18 +31 `=&gt; 51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750373E2-9629-6AE4-18C8-1B8157993C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612886"/>
              </p:ext>
            </p:extLst>
          </p:nvPr>
        </p:nvGraphicFramePr>
        <p:xfrm>
          <a:off x="539552" y="1017791"/>
          <a:ext cx="1968500" cy="809625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279133891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595682782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25283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46767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03219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26998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376684"/>
                  </a:ext>
                </a:extLst>
              </a:tr>
            </a:tbl>
          </a:graphicData>
        </a:graphic>
      </p:graphicFrame>
      <p:pic>
        <p:nvPicPr>
          <p:cNvPr id="8" name="Imagem 7">
            <a:extLst>
              <a:ext uri="{FF2B5EF4-FFF2-40B4-BE49-F238E27FC236}">
                <a16:creationId xmlns:a16="http://schemas.microsoft.com/office/drawing/2014/main" id="{FF44C21D-0F2C-C615-74F8-7D3611597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837107"/>
            <a:ext cx="3982219" cy="1170992"/>
          </a:xfrm>
          <a:prstGeom prst="rect">
            <a:avLst/>
          </a:prstGeom>
        </p:spPr>
      </p:pic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0C2BEC6A-8906-8131-281E-2144E4FD03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031879"/>
              </p:ext>
            </p:extLst>
          </p:nvPr>
        </p:nvGraphicFramePr>
        <p:xfrm>
          <a:off x="2787650" y="4610052"/>
          <a:ext cx="3568700" cy="971550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32229342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124096534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3379256247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563903147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89084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24075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89371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46115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714027"/>
                  </a:ext>
                </a:extLst>
              </a:tr>
              <a:tr h="161925">
                <a:tc gridSpan="3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para produzir o produto A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950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13205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2711AF5-C5C7-C345-1E85-C4E3D0EA7127}"/>
              </a:ext>
            </a:extLst>
          </p:cNvPr>
          <p:cNvSpPr txBox="1"/>
          <p:nvPr/>
        </p:nvSpPr>
        <p:spPr>
          <a:xfrm>
            <a:off x="323528" y="1847131"/>
            <a:ext cx="84969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b="1" i="0" dirty="0">
              <a:solidFill>
                <a:srgbClr val="0A0A0A"/>
              </a:solidFill>
              <a:effectLst/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Cálculo do tempo para produção de cada peça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Fórmula: quantidade X tempo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A = 1 peça A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B = 1 peça B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E = 6 peças E * 3 horas =&gt; total 18 horas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G = 31 peças G * 1 hora =&gt; total 31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total para produção: 1 + 1 + 18 +31 `=&gt; 51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750373E2-9629-6AE4-18C8-1B8157993CC2}"/>
              </a:ext>
            </a:extLst>
          </p:cNvPr>
          <p:cNvGraphicFramePr>
            <a:graphicFrameLocks noGrp="1"/>
          </p:cNvGraphicFramePr>
          <p:nvPr/>
        </p:nvGraphicFramePr>
        <p:xfrm>
          <a:off x="539552" y="1017791"/>
          <a:ext cx="1968500" cy="809625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279133891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595682782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25283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46767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03219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26998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376684"/>
                  </a:ext>
                </a:extLst>
              </a:tr>
            </a:tbl>
          </a:graphicData>
        </a:graphic>
      </p:graphicFrame>
      <p:pic>
        <p:nvPicPr>
          <p:cNvPr id="8" name="Imagem 7">
            <a:extLst>
              <a:ext uri="{FF2B5EF4-FFF2-40B4-BE49-F238E27FC236}">
                <a16:creationId xmlns:a16="http://schemas.microsoft.com/office/drawing/2014/main" id="{FF44C21D-0F2C-C615-74F8-7D3611597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837107"/>
            <a:ext cx="3982219" cy="1170992"/>
          </a:xfrm>
          <a:prstGeom prst="rect">
            <a:avLst/>
          </a:prstGeom>
        </p:spPr>
      </p:pic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0C2BEC6A-8906-8131-281E-2144E4FD0312}"/>
              </a:ext>
            </a:extLst>
          </p:cNvPr>
          <p:cNvGraphicFramePr>
            <a:graphicFrameLocks noGrp="1"/>
          </p:cNvGraphicFramePr>
          <p:nvPr/>
        </p:nvGraphicFramePr>
        <p:xfrm>
          <a:off x="2787650" y="4610052"/>
          <a:ext cx="3568700" cy="971550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32229342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124096534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3379256247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563903147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89084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24075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89371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46115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714027"/>
                  </a:ext>
                </a:extLst>
              </a:tr>
              <a:tr h="161925">
                <a:tc gridSpan="3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para produzir o produto A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950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59679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456D1F68-3879-A92C-839F-03A4D99C15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075793"/>
              </p:ext>
            </p:extLst>
          </p:nvPr>
        </p:nvGraphicFramePr>
        <p:xfrm>
          <a:off x="628648" y="1484784"/>
          <a:ext cx="7886704" cy="2355130"/>
        </p:xfrm>
        <a:graphic>
          <a:graphicData uri="http://schemas.openxmlformats.org/drawingml/2006/table">
            <a:tbl>
              <a:tblPr/>
              <a:tblGrid>
                <a:gridCol w="707083">
                  <a:extLst>
                    <a:ext uri="{9D8B030D-6E8A-4147-A177-3AD203B41FA5}">
                      <a16:colId xmlns:a16="http://schemas.microsoft.com/office/drawing/2014/main" val="3618853216"/>
                    </a:ext>
                  </a:extLst>
                </a:gridCol>
                <a:gridCol w="1098181">
                  <a:extLst>
                    <a:ext uri="{9D8B030D-6E8A-4147-A177-3AD203B41FA5}">
                      <a16:colId xmlns:a16="http://schemas.microsoft.com/office/drawing/2014/main" val="2254020853"/>
                    </a:ext>
                  </a:extLst>
                </a:gridCol>
                <a:gridCol w="839176">
                  <a:extLst>
                    <a:ext uri="{9D8B030D-6E8A-4147-A177-3AD203B41FA5}">
                      <a16:colId xmlns:a16="http://schemas.microsoft.com/office/drawing/2014/main" val="652831524"/>
                    </a:ext>
                  </a:extLst>
                </a:gridCol>
                <a:gridCol w="766654">
                  <a:extLst>
                    <a:ext uri="{9D8B030D-6E8A-4147-A177-3AD203B41FA5}">
                      <a16:colId xmlns:a16="http://schemas.microsoft.com/office/drawing/2014/main" val="959652364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179054065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3700255074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973361096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1031144685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719821450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889963581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35701379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845356437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2426759462"/>
                    </a:ext>
                  </a:extLst>
                </a:gridCol>
              </a:tblGrid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 (h)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Total (h)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40801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9873906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043176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195306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66233"/>
                  </a:ext>
                </a:extLst>
              </a:tr>
              <a:tr h="132136">
                <a:tc gridSpan="3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total para produzir o produto A  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241063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1794111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059314"/>
                  </a:ext>
                </a:extLst>
              </a:tr>
              <a:tr h="132136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Jornada de Trabalho em horas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informado no enunciado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853285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800262"/>
                  </a:ext>
                </a:extLst>
              </a:tr>
              <a:tr h="132136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em horas para produzir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510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demanda do cliente * tempo total produzir A 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239927"/>
                  </a:ext>
                </a:extLst>
              </a:tr>
              <a:tr h="132136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Prazo de entrega fornecedor (dias)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informado no enunciado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503544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Data atual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04/03/2026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fórmula do excel =hoje()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46338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708343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19770"/>
                  </a:ext>
                </a:extLst>
              </a:tr>
              <a:tr h="186545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Demanda do cliente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dado de entrada definido para simular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898580"/>
                  </a:ext>
                </a:extLst>
              </a:tr>
              <a:tr h="186545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Data prevista para entrega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16/05/2026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9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 dirty="0">
                          <a:effectLst/>
                          <a:latin typeface="Arial" panose="020B0604020202020204" pitchFamily="34" charset="0"/>
                        </a:rPr>
                        <a:t>(quantidade de horas para produzir / jornada) + prazo de entrega do fornecedor + data atual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939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11544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27F0A67-3394-23D5-BB1D-4278EFBB45B4}"/>
              </a:ext>
            </a:extLst>
          </p:cNvPr>
          <p:cNvSpPr txBox="1"/>
          <p:nvPr/>
        </p:nvSpPr>
        <p:spPr>
          <a:xfrm>
            <a:off x="539552" y="1412776"/>
            <a:ext cx="7920880" cy="4305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Desafio: reduzir prazo com custo de R$ 10.000 por minuto reduzido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Regra do desafio: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Você pode reduzir o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tempo padrão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A, B, E ou G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Cada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minuto reduzido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no tempo padrão custa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R$ 10.000,00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(custo de implementação)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Compras continuam 10 dias (fixo)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Onde faz mais efeito reduzir?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impacto depende de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quantas vezes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aquela operação acontece.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 N=10: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acontece 10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 acontece 10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acontece 6×10 = 60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acontece 31×10 = 310 vezes </a:t>
            </a:r>
            <a:r>
              <a:rPr lang="pt-BR" sz="14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(mais repetida)</a:t>
            </a:r>
          </a:p>
          <a:p>
            <a:pPr>
              <a:buNone/>
            </a:pPr>
            <a:r>
              <a:rPr lang="pt-BR" sz="14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➡️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Logo, </a:t>
            </a:r>
            <a:r>
              <a:rPr lang="pt-BR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é o gargalo prático em consumo de tempo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(é onde reduzir 1 minuto gera maior ganho total).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472207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FD30C55-7B0A-AC6C-CDD9-2D28E6028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7910"/>
            <a:ext cx="8959615" cy="4705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2664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A87CCE1-A150-ED37-9316-73854E1896E6}"/>
              </a:ext>
            </a:extLst>
          </p:cNvPr>
          <p:cNvSpPr txBox="1"/>
          <p:nvPr/>
        </p:nvSpPr>
        <p:spPr>
          <a:xfrm>
            <a:off x="539552" y="1052736"/>
            <a:ext cx="7776864" cy="2207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Simulação 1: reduzir G em 10 minutos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G: de 60 min → 50 min (redução de 10 min)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ocorre 310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Ganho total = 10 min × 310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3100 min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51,67 h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6,46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10 min × R$ 10.000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R$ 100.000</a:t>
            </a:r>
            <a:b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Novo lead time: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73,75 − 6,46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67,29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Resultado: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R$ 100 mil para reduzir ~6,5 dias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EF8756F-C828-F0F0-5F9A-C103A55FEF0A}"/>
              </a:ext>
            </a:extLst>
          </p:cNvPr>
          <p:cNvSpPr txBox="1"/>
          <p:nvPr/>
        </p:nvSpPr>
        <p:spPr>
          <a:xfrm>
            <a:off x="566598" y="3620047"/>
            <a:ext cx="7893834" cy="1870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Simulação 2: reduzir E em 10 minutos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ocorre 60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Ganho total = 10 min × 60 = 600 min = 10 h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1,25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R$ 100.000</a:t>
            </a:r>
            <a:b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Novo lead time: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73,75 − 1,25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72,50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BR" sz="14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❌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Pior custo-benefício que reduzir G.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568955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D910028-491A-B657-87FA-16D8FFAB8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5582"/>
            <a:ext cx="9144000" cy="506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2315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F53F771-9A73-25A3-B5F7-0D0A8421604E}"/>
              </a:ext>
            </a:extLst>
          </p:cNvPr>
          <p:cNvSpPr txBox="1"/>
          <p:nvPr/>
        </p:nvSpPr>
        <p:spPr>
          <a:xfrm>
            <a:off x="539552" y="1700808"/>
            <a:ext cx="8352928" cy="1469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Dado: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tempos por operação e quantidades na BOM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Informação: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total de horas, lead time e impacto por operação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Conhecimento: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“reduzir não-gargalo quase não muda o prazo” + decisão de investimento com melhor retorno</a:t>
            </a:r>
          </a:p>
        </p:txBody>
      </p:sp>
    </p:spTree>
    <p:extLst>
      <p:ext uri="{BB962C8B-B14F-4D97-AF65-F5344CB8AC3E}">
        <p14:creationId xmlns:p14="http://schemas.microsoft.com/office/powerpoint/2010/main" val="27121338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que são DADOS neste exercício?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EB3B0B9-CC21-A000-0619-E1B43172EFDB}"/>
              </a:ext>
            </a:extLst>
          </p:cNvPr>
          <p:cNvSpPr txBox="1"/>
          <p:nvPr/>
        </p:nvSpPr>
        <p:spPr>
          <a:xfrm>
            <a:off x="611560" y="1795545"/>
            <a:ext cx="6912768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Estrutura do produto (BOM)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Tempos de processamento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Prazo de entrega (10 dias)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Demanda informada pelo usuário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Regra: produção em série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Regra: sem sobreposição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r>
              <a:rPr lang="pt-BR" sz="2000" dirty="0"/>
              <a:t>👉 Esses são </a:t>
            </a:r>
            <a:r>
              <a:rPr lang="pt-BR" sz="2000" b="1" dirty="0"/>
              <a:t>dados brutos</a:t>
            </a:r>
            <a:r>
              <a:rPr lang="pt-BR" sz="2000" dirty="0"/>
              <a:t>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7C6263A-EECD-8FE6-C211-F6B1775BE902}"/>
              </a:ext>
            </a:extLst>
          </p:cNvPr>
          <p:cNvSpPr txBox="1"/>
          <p:nvPr/>
        </p:nvSpPr>
        <p:spPr>
          <a:xfrm>
            <a:off x="611560" y="4509120"/>
            <a:ext cx="74168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Dados são elementos básicos que representam algo que aconteceu, mas que ainda não foram organizados ou analisados para gerar informação.</a:t>
            </a:r>
          </a:p>
        </p:txBody>
      </p:sp>
    </p:spTree>
    <p:extLst>
      <p:ext uri="{BB962C8B-B14F-4D97-AF65-F5344CB8AC3E}">
        <p14:creationId xmlns:p14="http://schemas.microsoft.com/office/powerpoint/2010/main" val="1950212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que vira INFORMAÇÃO?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EB3B0B9-CC21-A000-0619-E1B43172EFDB}"/>
              </a:ext>
            </a:extLst>
          </p:cNvPr>
          <p:cNvSpPr txBox="1"/>
          <p:nvPr/>
        </p:nvSpPr>
        <p:spPr>
          <a:xfrm>
            <a:off x="611560" y="1795545"/>
            <a:ext cx="691276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Quando a planilha processa os dados, ela gera:</a:t>
            </a:r>
          </a:p>
          <a:p>
            <a:endParaRPr lang="pt-BR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Quantidade total necessária de cada item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Tempo total interno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Prazo total de entrega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Data estimada de entrega</a:t>
            </a:r>
          </a:p>
          <a:p>
            <a:endParaRPr lang="pt-BR" sz="1800" dirty="0"/>
          </a:p>
          <a:p>
            <a:r>
              <a:rPr lang="pt-BR" sz="1800" dirty="0"/>
              <a:t>👉 Aqui já temos </a:t>
            </a:r>
            <a:r>
              <a:rPr lang="pt-BR" sz="1800" b="1" dirty="0"/>
              <a:t>informação estruturada</a:t>
            </a:r>
            <a:r>
              <a:rPr lang="pt-BR" sz="1800" dirty="0"/>
              <a:t>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22F64D7-A8BF-E4E9-C8BC-3DC388D994A0}"/>
              </a:ext>
            </a:extLst>
          </p:cNvPr>
          <p:cNvSpPr txBox="1"/>
          <p:nvPr/>
        </p:nvSpPr>
        <p:spPr>
          <a:xfrm>
            <a:off x="611560" y="4581128"/>
            <a:ext cx="77768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Informação é o dado tratado, organizado e contextualizado de modo que faça sentido para quem o utiliza.</a:t>
            </a:r>
          </a:p>
        </p:txBody>
      </p:sp>
    </p:spTree>
    <p:extLst>
      <p:ext uri="{BB962C8B-B14F-4D97-AF65-F5344CB8AC3E}">
        <p14:creationId xmlns:p14="http://schemas.microsoft.com/office/powerpoint/2010/main" val="1295706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Vamos simular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EB3B0B9-CC21-A000-0619-E1B43172EFDB}"/>
              </a:ext>
            </a:extLst>
          </p:cNvPr>
          <p:cNvSpPr txBox="1"/>
          <p:nvPr/>
        </p:nvSpPr>
        <p:spPr>
          <a:xfrm>
            <a:off x="611560" y="1795545"/>
            <a:ext cx="6912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Qual o prazo de entrega para uma demanda de 10 produtos A?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1A907B9-87B8-7F82-65D1-17201EA17065}"/>
              </a:ext>
            </a:extLst>
          </p:cNvPr>
          <p:cNvSpPr txBox="1"/>
          <p:nvPr/>
        </p:nvSpPr>
        <p:spPr>
          <a:xfrm>
            <a:off x="642684" y="2924944"/>
            <a:ext cx="73856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Desafio: reduzir prazo com custo de R$ 10.000 por minuto reduzido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E8BAFCC-9528-D11C-AE68-E59A8A3C6A1A}"/>
              </a:ext>
            </a:extLst>
          </p:cNvPr>
          <p:cNvSpPr txBox="1"/>
          <p:nvPr/>
        </p:nvSpPr>
        <p:spPr>
          <a:xfrm>
            <a:off x="323528" y="3717032"/>
            <a:ext cx="85689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600" dirty="0"/>
              <a:t>Regra do desafio:</a:t>
            </a:r>
          </a:p>
          <a:p>
            <a:pPr>
              <a:buNone/>
            </a:pPr>
            <a:endParaRPr lang="pt-BR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 Você pode reduzir o </a:t>
            </a:r>
            <a:r>
              <a:rPr lang="pt-BR" sz="1600" b="1" dirty="0"/>
              <a:t>tempo padrão</a:t>
            </a:r>
            <a:r>
              <a:rPr lang="pt-BR" sz="1600" dirty="0"/>
              <a:t> de A, B, E ou 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 Cada </a:t>
            </a:r>
            <a:r>
              <a:rPr lang="pt-BR" sz="1600" b="1" dirty="0"/>
              <a:t>1 minuto reduzido</a:t>
            </a:r>
            <a:r>
              <a:rPr lang="pt-BR" sz="1600" dirty="0"/>
              <a:t> no tempo padrão custa </a:t>
            </a:r>
            <a:r>
              <a:rPr lang="pt-BR" sz="1600" b="1" dirty="0"/>
              <a:t>R$ 10.000,00</a:t>
            </a:r>
            <a:r>
              <a:rPr lang="pt-BR" sz="1600" dirty="0"/>
              <a:t> (custo de implementação)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 Compras continuam 10 dias (fixo)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 Demonstre na sua planilha os cálculos e identifique o melhor cenário</a:t>
            </a:r>
          </a:p>
        </p:txBody>
      </p:sp>
    </p:spTree>
    <p:extLst>
      <p:ext uri="{BB962C8B-B14F-4D97-AF65-F5344CB8AC3E}">
        <p14:creationId xmlns:p14="http://schemas.microsoft.com/office/powerpoint/2010/main" val="2769118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8FF3E-AA8F-C06C-7DBE-133BD31CF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78B0923-98E2-5D9D-C232-6879186B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D723BF3-DF2D-127A-F8BF-16B488579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836712"/>
            <a:ext cx="5427712" cy="205293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5E1C949-2128-0A93-8E76-A7B44AF9B4A3}"/>
              </a:ext>
            </a:extLst>
          </p:cNvPr>
          <p:cNvSpPr txBox="1"/>
          <p:nvPr/>
        </p:nvSpPr>
        <p:spPr>
          <a:xfrm>
            <a:off x="323528" y="3132535"/>
            <a:ext cx="849694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Cálculo das quantidades: Determinar quantas peças de cada parte será necessário para produzir uma produto A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Ao lado da letra, o número representa a quantidade de peças e entre os parênteses, o tempo em horas para produzir.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Não será necessário determinar as quantidades das peças compradas já que não fazem parte do tempo de produção.</a:t>
            </a:r>
          </a:p>
          <a:p>
            <a:endParaRPr lang="pt-BR" b="1" i="0" dirty="0">
              <a:solidFill>
                <a:srgbClr val="0A0A0A"/>
              </a:solidFill>
              <a:effectLst/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 B: 1 peça</a:t>
            </a: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Quantidade de E: 4 + 2 = 6 peças</a:t>
            </a: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 G: neste caso, deve-se levar em conta que G é utilizada para produzir E </a:t>
            </a:r>
            <a:r>
              <a:rPr lang="pt-BR" b="1" i="0" dirty="0" err="1">
                <a:solidFill>
                  <a:srgbClr val="0A0A0A"/>
                </a:solidFill>
                <a:effectLst/>
                <a:latin typeface="Google Sans"/>
              </a:rPr>
              <a:t>e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 por isso precisa ser calculada com base na quantidade da peça E. Segue o cálculo do G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</a:t>
            </a:r>
            <a:r>
              <a:rPr lang="pt-BR" b="1" dirty="0">
                <a:solidFill>
                  <a:srgbClr val="0A0A0A"/>
                </a:solidFill>
                <a:latin typeface="Google Sans"/>
              </a:rPr>
              <a:t> G: (E4 * 5) + (E2 * 5) + 1</a:t>
            </a: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 G: 20 + 10 + 1</a:t>
            </a: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Quantidade de G: 31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142468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FE25F-8A14-2F99-C528-BF2A77088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D2E0B17-0934-AAF2-C4CA-74062818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0505CFF-CA33-063C-870A-4CD20DD86649}"/>
              </a:ext>
            </a:extLst>
          </p:cNvPr>
          <p:cNvSpPr txBox="1"/>
          <p:nvPr/>
        </p:nvSpPr>
        <p:spPr>
          <a:xfrm>
            <a:off x="323528" y="1847131"/>
            <a:ext cx="84969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b="1" i="0" dirty="0">
              <a:solidFill>
                <a:srgbClr val="0A0A0A"/>
              </a:solidFill>
              <a:effectLst/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Cálculo do tempo para produção de cada peça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Fórmula: quantidade X tempo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A = 1 peça A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B = 1 peça B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E = 6 peças E * 3 horas =&gt; total 18 horas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G = 31 peças G * 1 hora =&gt; total 31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total para produção: 1 + 1 + 18 +31 `=&gt; 51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E82000C5-12E4-4BF8-A27D-96368945D715}"/>
              </a:ext>
            </a:extLst>
          </p:cNvPr>
          <p:cNvGraphicFramePr>
            <a:graphicFrameLocks noGrp="1"/>
          </p:cNvGraphicFramePr>
          <p:nvPr/>
        </p:nvGraphicFramePr>
        <p:xfrm>
          <a:off x="539552" y="1017791"/>
          <a:ext cx="1968500" cy="809625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279133891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595682782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25283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46767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03219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26998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376684"/>
                  </a:ext>
                </a:extLst>
              </a:tr>
            </a:tbl>
          </a:graphicData>
        </a:graphic>
      </p:graphicFrame>
      <p:pic>
        <p:nvPicPr>
          <p:cNvPr id="8" name="Imagem 7">
            <a:extLst>
              <a:ext uri="{FF2B5EF4-FFF2-40B4-BE49-F238E27FC236}">
                <a16:creationId xmlns:a16="http://schemas.microsoft.com/office/drawing/2014/main" id="{C560AA58-0E21-8277-E1F1-B12077C7A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837107"/>
            <a:ext cx="3982219" cy="1170992"/>
          </a:xfrm>
          <a:prstGeom prst="rect">
            <a:avLst/>
          </a:prstGeom>
        </p:spPr>
      </p:pic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C32A6E12-9584-AAA4-738D-E886FF66AB92}"/>
              </a:ext>
            </a:extLst>
          </p:cNvPr>
          <p:cNvGraphicFramePr>
            <a:graphicFrameLocks noGrp="1"/>
          </p:cNvGraphicFramePr>
          <p:nvPr/>
        </p:nvGraphicFramePr>
        <p:xfrm>
          <a:off x="2787650" y="4610052"/>
          <a:ext cx="3568700" cy="971550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32229342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124096534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3379256247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563903147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89084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24075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89371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46115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714027"/>
                  </a:ext>
                </a:extLst>
              </a:tr>
              <a:tr h="161925">
                <a:tc gridSpan="3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para produzir o produto A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950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79556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4EBB7-1F27-F147-1A71-B39F1F9A3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6F5D138-DDD3-A736-2FF8-CCB445455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F2DD7AF-EE56-30B0-12A9-5CB37F8A44E6}"/>
              </a:ext>
            </a:extLst>
          </p:cNvPr>
          <p:cNvSpPr txBox="1"/>
          <p:nvPr/>
        </p:nvSpPr>
        <p:spPr>
          <a:xfrm>
            <a:off x="323528" y="1847131"/>
            <a:ext cx="84969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b="1" i="0" dirty="0">
              <a:solidFill>
                <a:srgbClr val="0A0A0A"/>
              </a:solidFill>
              <a:effectLst/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Cálculo do tempo para produção de cada peça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Fórmula: quantidade X tempo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A = 1 peça A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B = 1 peça B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E = 6 peças E * 3 horas =&gt; total 18 horas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G = 31 peças G * 1 hora =&gt; total 31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total para produção: 1 + 1 + 18 +31 `=&gt; 51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F4384846-3C21-3F20-23CE-E810AD954379}"/>
              </a:ext>
            </a:extLst>
          </p:cNvPr>
          <p:cNvGraphicFramePr>
            <a:graphicFrameLocks noGrp="1"/>
          </p:cNvGraphicFramePr>
          <p:nvPr/>
        </p:nvGraphicFramePr>
        <p:xfrm>
          <a:off x="539552" y="1017791"/>
          <a:ext cx="1968500" cy="809625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279133891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595682782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25283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46767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03219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26998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376684"/>
                  </a:ext>
                </a:extLst>
              </a:tr>
            </a:tbl>
          </a:graphicData>
        </a:graphic>
      </p:graphicFrame>
      <p:pic>
        <p:nvPicPr>
          <p:cNvPr id="8" name="Imagem 7">
            <a:extLst>
              <a:ext uri="{FF2B5EF4-FFF2-40B4-BE49-F238E27FC236}">
                <a16:creationId xmlns:a16="http://schemas.microsoft.com/office/drawing/2014/main" id="{BFC1F8C1-43FF-748E-BF48-B7C0313F4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837107"/>
            <a:ext cx="3982219" cy="1170992"/>
          </a:xfrm>
          <a:prstGeom prst="rect">
            <a:avLst/>
          </a:prstGeom>
        </p:spPr>
      </p:pic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8FEB198C-B2B9-FBC3-D1EC-847231362D8A}"/>
              </a:ext>
            </a:extLst>
          </p:cNvPr>
          <p:cNvGraphicFramePr>
            <a:graphicFrameLocks noGrp="1"/>
          </p:cNvGraphicFramePr>
          <p:nvPr/>
        </p:nvGraphicFramePr>
        <p:xfrm>
          <a:off x="2787650" y="4610052"/>
          <a:ext cx="3568700" cy="971550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32229342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124096534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3379256247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563903147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89084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24075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89371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46115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714027"/>
                  </a:ext>
                </a:extLst>
              </a:tr>
              <a:tr h="161925">
                <a:tc gridSpan="3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para produzir o produto A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950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44389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125C8-3511-8342-E57D-E69775D7E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E351F91-0AB2-D377-BE96-0A202C36D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8817E84D-589D-8355-51FE-37A5ED9AD7AE}"/>
              </a:ext>
            </a:extLst>
          </p:cNvPr>
          <p:cNvGraphicFramePr>
            <a:graphicFrameLocks noGrp="1"/>
          </p:cNvGraphicFramePr>
          <p:nvPr/>
        </p:nvGraphicFramePr>
        <p:xfrm>
          <a:off x="628648" y="1484784"/>
          <a:ext cx="7886704" cy="2355130"/>
        </p:xfrm>
        <a:graphic>
          <a:graphicData uri="http://schemas.openxmlformats.org/drawingml/2006/table">
            <a:tbl>
              <a:tblPr/>
              <a:tblGrid>
                <a:gridCol w="707083">
                  <a:extLst>
                    <a:ext uri="{9D8B030D-6E8A-4147-A177-3AD203B41FA5}">
                      <a16:colId xmlns:a16="http://schemas.microsoft.com/office/drawing/2014/main" val="3618853216"/>
                    </a:ext>
                  </a:extLst>
                </a:gridCol>
                <a:gridCol w="1098181">
                  <a:extLst>
                    <a:ext uri="{9D8B030D-6E8A-4147-A177-3AD203B41FA5}">
                      <a16:colId xmlns:a16="http://schemas.microsoft.com/office/drawing/2014/main" val="2254020853"/>
                    </a:ext>
                  </a:extLst>
                </a:gridCol>
                <a:gridCol w="839176">
                  <a:extLst>
                    <a:ext uri="{9D8B030D-6E8A-4147-A177-3AD203B41FA5}">
                      <a16:colId xmlns:a16="http://schemas.microsoft.com/office/drawing/2014/main" val="652831524"/>
                    </a:ext>
                  </a:extLst>
                </a:gridCol>
                <a:gridCol w="766654">
                  <a:extLst>
                    <a:ext uri="{9D8B030D-6E8A-4147-A177-3AD203B41FA5}">
                      <a16:colId xmlns:a16="http://schemas.microsoft.com/office/drawing/2014/main" val="959652364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179054065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3700255074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973361096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1031144685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719821450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889963581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35701379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845356437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2426759462"/>
                    </a:ext>
                  </a:extLst>
                </a:gridCol>
              </a:tblGrid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 (h)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Total (h)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40801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9873906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043176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195306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66233"/>
                  </a:ext>
                </a:extLst>
              </a:tr>
              <a:tr h="132136">
                <a:tc gridSpan="3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total para produzir o produto A  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241063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1794111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059314"/>
                  </a:ext>
                </a:extLst>
              </a:tr>
              <a:tr h="132136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Jornada de Trabalho em horas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informado no enunciado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853285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800262"/>
                  </a:ext>
                </a:extLst>
              </a:tr>
              <a:tr h="132136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em horas para produzir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510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demanda do cliente * tempo total produzir A 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239927"/>
                  </a:ext>
                </a:extLst>
              </a:tr>
              <a:tr h="132136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Prazo de entrega fornecedor (dias)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informado no enunciado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503544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Data atual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04/03/2026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fórmula do excel =hoje()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46338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708343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19770"/>
                  </a:ext>
                </a:extLst>
              </a:tr>
              <a:tr h="186545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Demanda do cliente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dado de entrada definido para simular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898580"/>
                  </a:ext>
                </a:extLst>
              </a:tr>
              <a:tr h="186545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Data prevista para entrega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16/05/2026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9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 dirty="0">
                          <a:effectLst/>
                          <a:latin typeface="Arial" panose="020B0604020202020204" pitchFamily="34" charset="0"/>
                        </a:rPr>
                        <a:t>(quantidade de horas para produzir / jornada) + prazo de entrega do fornecedor + data atual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939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04712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A3B72-DCCF-8454-E112-CFE2B04C1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DBA79F0A-88A0-7160-F59B-B3B680FFD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569CD1F-F359-CE1F-F229-68975F80A9D9}"/>
              </a:ext>
            </a:extLst>
          </p:cNvPr>
          <p:cNvSpPr txBox="1"/>
          <p:nvPr/>
        </p:nvSpPr>
        <p:spPr>
          <a:xfrm>
            <a:off x="539552" y="1412776"/>
            <a:ext cx="7920880" cy="4305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Desafio: reduzir prazo com custo de R$ 10.000 por minuto reduzido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Regra do desafio: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Você pode reduzir o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tempo padrão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A, B, E ou G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Cada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minuto reduzido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no tempo padrão custa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R$ 10.000,00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(custo de implementação)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Compras continuam 10 dias (fixo)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Onde faz mais efeito reduzir?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impacto depende de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quantas vezes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aquela operação acontece.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 N=10: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acontece 10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 acontece 10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acontece 6×10 = 60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acontece 31×10 = 310 vezes </a:t>
            </a:r>
            <a:r>
              <a:rPr lang="pt-BR" sz="14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(mais repetida)</a:t>
            </a:r>
          </a:p>
          <a:p>
            <a:pPr>
              <a:buNone/>
            </a:pPr>
            <a:r>
              <a:rPr lang="pt-BR" sz="14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➡️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Logo, </a:t>
            </a:r>
            <a:r>
              <a:rPr lang="pt-BR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é o gargalo prático em consumo de tempo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(é onde reduzir 1 minuto gera maior ganho total).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549538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464C3-5552-D8F9-4B81-0C2482CF7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62EF326-7850-345C-A32D-BD8902F3D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7F972A4-FA7C-9FCE-93C5-C7CBEF263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7910"/>
            <a:ext cx="8959615" cy="4705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7701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4FFEB-1749-32D6-70EB-4AC6ACA87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A5CD9A-BE90-BC44-587E-E8178834F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3B97C21-7B02-E492-E5FA-A02031CB4BD3}"/>
              </a:ext>
            </a:extLst>
          </p:cNvPr>
          <p:cNvSpPr txBox="1"/>
          <p:nvPr/>
        </p:nvSpPr>
        <p:spPr>
          <a:xfrm>
            <a:off x="539552" y="1052736"/>
            <a:ext cx="7776864" cy="2207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Simulação 1: reduzir G em 10 minutos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G: de 60 min → 50 min (redução de 10 min)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ocorre 310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Ganho total = 10 min × 310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3100 min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51,67 h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6,46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10 min × R$ 10.000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R$ 100.000</a:t>
            </a:r>
            <a:b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Novo lead time: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73,75 − 6,46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67,29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Resultado: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R$ 100 mil para reduzir ~6,5 dias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5141D33-0481-7CC6-DF3D-C2686AFB013B}"/>
              </a:ext>
            </a:extLst>
          </p:cNvPr>
          <p:cNvSpPr txBox="1"/>
          <p:nvPr/>
        </p:nvSpPr>
        <p:spPr>
          <a:xfrm>
            <a:off x="566598" y="3620047"/>
            <a:ext cx="7893834" cy="1870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Simulação 2: reduzir E em 10 minutos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ocorre 60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Ganho total = 10 min × 60 = 600 min = 10 h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1,25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R$ 100.000</a:t>
            </a:r>
            <a:b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Novo lead time: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73,75 − 1,25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72,50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BR" sz="14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❌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Pior custo-benefício que reduzir G.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384549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DC9AD-BB2F-4544-5604-56571A5D8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E3F1CE4-A568-51ED-AE84-68CE62515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9E71678-7F29-9926-2245-AE8F99DE4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5582"/>
            <a:ext cx="9144000" cy="506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5700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6DF6B-C084-586E-C994-F626169D7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9FA7A09-039C-DBB5-3462-5621BF4BC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C008195-4BA0-92DA-EA3B-7D7C0E176A74}"/>
              </a:ext>
            </a:extLst>
          </p:cNvPr>
          <p:cNvSpPr txBox="1"/>
          <p:nvPr/>
        </p:nvSpPr>
        <p:spPr>
          <a:xfrm>
            <a:off x="539552" y="1700808"/>
            <a:ext cx="8352928" cy="1469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Dado: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tempos por operação e quantidades na BOM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Informação: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total de horas, lead time e impacto por operação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Conhecimento: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“reduzir não-gargalo quase não muda o prazo” + decisão de investimento com melhor retorno</a:t>
            </a:r>
          </a:p>
        </p:txBody>
      </p:sp>
    </p:spTree>
    <p:extLst>
      <p:ext uri="{BB962C8B-B14F-4D97-AF65-F5344CB8AC3E}">
        <p14:creationId xmlns:p14="http://schemas.microsoft.com/office/powerpoint/2010/main" val="2737914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Teoria dos Gargalos na prática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F97DDEC-B689-325D-65A5-9EB5764C42A7}"/>
              </a:ext>
            </a:extLst>
          </p:cNvPr>
          <p:cNvSpPr txBox="1"/>
          <p:nvPr/>
        </p:nvSpPr>
        <p:spPr>
          <a:xfrm>
            <a:off x="683568" y="1772816"/>
            <a:ext cx="7389487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O sistema é limitado pelo recurso mais restritivo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Melhorar algo que não é gargalo = eficiência local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Melhorar o gargalo = eficácia sistêmica</a:t>
            </a:r>
          </a:p>
          <a:p>
            <a:endParaRPr lang="pt-BR" dirty="0"/>
          </a:p>
          <a:p>
            <a:pPr>
              <a:buNone/>
            </a:pPr>
            <a:r>
              <a:rPr lang="pt-BR" sz="2000" dirty="0"/>
              <a:t>“Eficiência x Eficácia”</a:t>
            </a:r>
          </a:p>
        </p:txBody>
      </p:sp>
    </p:spTree>
    <p:extLst>
      <p:ext uri="{BB962C8B-B14F-4D97-AF65-F5344CB8AC3E}">
        <p14:creationId xmlns:p14="http://schemas.microsoft.com/office/powerpoint/2010/main" val="2660517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6696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Estrutura do Produto como Organização de Dados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F97DDEC-B689-325D-65A5-9EB5764C42A7}"/>
              </a:ext>
            </a:extLst>
          </p:cNvPr>
          <p:cNvSpPr txBox="1"/>
          <p:nvPr/>
        </p:nvSpPr>
        <p:spPr>
          <a:xfrm>
            <a:off x="683568" y="1772816"/>
            <a:ext cx="79208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A BOM é um modelo de dados hierárquico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Permite decomposição automática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Pode ser estruturada em banco de dados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Permite geração automática de informação</a:t>
            </a:r>
          </a:p>
          <a:p>
            <a:endParaRPr lang="pt-BR" sz="1600" dirty="0"/>
          </a:p>
          <a:p>
            <a:r>
              <a:rPr lang="pt-BR" sz="1600" dirty="0"/>
              <a:t>Sistemas de Informação = Entrada → Processamento → Saída → Feedback</a:t>
            </a:r>
          </a:p>
        </p:txBody>
      </p:sp>
    </p:spTree>
    <p:extLst>
      <p:ext uri="{BB962C8B-B14F-4D97-AF65-F5344CB8AC3E}">
        <p14:creationId xmlns:p14="http://schemas.microsoft.com/office/powerpoint/2010/main" val="4006406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91ECFE90-3F22-3E55-65F5-EE166E997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00" y="836712"/>
            <a:ext cx="8835999" cy="589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0380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4A18D7F-1BDB-1AA6-FDC2-8D0FECCC165B}"/>
              </a:ext>
            </a:extLst>
          </p:cNvPr>
          <p:cNvSpPr txBox="1"/>
          <p:nvPr/>
        </p:nvSpPr>
        <p:spPr>
          <a:xfrm>
            <a:off x="395536" y="4293096"/>
            <a:ext cx="6984776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Se o sistema é composto por partes interdependentes,</a:t>
            </a:r>
            <a:br>
              <a:rPr lang="pt-BR" dirty="0"/>
            </a:br>
            <a:r>
              <a:rPr lang="pt-BR" dirty="0"/>
              <a:t>então o desempenho do sistema não é a soma das partes,</a:t>
            </a:r>
            <a:br>
              <a:rPr lang="pt-BR" dirty="0"/>
            </a:br>
            <a:r>
              <a:rPr lang="pt-BR" dirty="0"/>
              <a:t>mas sim limitado pela parte mais restritiva.</a:t>
            </a:r>
          </a:p>
          <a:p>
            <a:r>
              <a:rPr lang="pt-BR" sz="900" dirty="0" err="1"/>
              <a:t>Bertalanffy</a:t>
            </a:r>
            <a:r>
              <a:rPr lang="pt-BR" sz="900" dirty="0"/>
              <a:t> (Teoria dos Sistemas)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8F36E52-9B9E-F9AE-C81A-6315BD317DCF}"/>
              </a:ext>
            </a:extLst>
          </p:cNvPr>
          <p:cNvSpPr txBox="1"/>
          <p:nvPr/>
        </p:nvSpPr>
        <p:spPr>
          <a:xfrm>
            <a:off x="3707904" y="5234563"/>
            <a:ext cx="496855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dirty="0"/>
              <a:t>Teoria dos Sistemas diz:</a:t>
            </a:r>
          </a:p>
          <a:p>
            <a:pPr>
              <a:buNone/>
            </a:pPr>
            <a:r>
              <a:rPr lang="pt-BR" dirty="0"/>
              <a:t>O todo é maior que a soma das partes.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dirty="0"/>
              <a:t>Teoria dos Gargalos mostra:</a:t>
            </a:r>
          </a:p>
          <a:p>
            <a:pPr>
              <a:buNone/>
            </a:pPr>
            <a:r>
              <a:rPr lang="pt-BR" dirty="0"/>
              <a:t>Mas o todo é limitado pela parte mais restritiva.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22C7806-4A34-C892-7B3B-6A20FD49F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8896"/>
            <a:ext cx="4788024" cy="319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088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6696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que a planilha representa?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F97DDEC-B689-325D-65A5-9EB5764C42A7}"/>
              </a:ext>
            </a:extLst>
          </p:cNvPr>
          <p:cNvSpPr txBox="1"/>
          <p:nvPr/>
        </p:nvSpPr>
        <p:spPr>
          <a:xfrm>
            <a:off x="457200" y="1772816"/>
            <a:ext cx="79208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Um protótipo simplificado de MRP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Um sistema de apoio à decisão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Um sistema que transforma dados em informação</a:t>
            </a:r>
          </a:p>
          <a:p>
            <a:endParaRPr lang="pt-BR" sz="1600" dirty="0"/>
          </a:p>
          <a:p>
            <a:r>
              <a:rPr lang="pt-BR" sz="1600" dirty="0"/>
              <a:t>Se isso estivesse integrado ao ERP da empresa, qual decisão poderia ser tomada automaticamente?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79604EF-678B-4E95-5FEF-CE54F5108B87}"/>
              </a:ext>
            </a:extLst>
          </p:cNvPr>
          <p:cNvSpPr txBox="1"/>
          <p:nvPr/>
        </p:nvSpPr>
        <p:spPr>
          <a:xfrm>
            <a:off x="486770" y="3795430"/>
            <a:ext cx="610145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“A decisão de quando produzir.”</a:t>
            </a:r>
          </a:p>
          <a:p>
            <a:r>
              <a:rPr lang="pt-BR" sz="2000" dirty="0"/>
              <a:t>“A decisão de comprar os itens C, D e F.”</a:t>
            </a:r>
          </a:p>
          <a:p>
            <a:r>
              <a:rPr lang="pt-BR" sz="2000" dirty="0"/>
              <a:t>“A decisão de investir para reduzir tempo.”</a:t>
            </a:r>
          </a:p>
          <a:p>
            <a:r>
              <a:rPr lang="pt-BR" sz="2000" dirty="0"/>
              <a:t>“A decisão de aceitar ou não um pedido do cliente.”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650A760-3B1B-26E0-D024-5939B2677602}"/>
              </a:ext>
            </a:extLst>
          </p:cNvPr>
          <p:cNvSpPr txBox="1"/>
          <p:nvPr/>
        </p:nvSpPr>
        <p:spPr>
          <a:xfrm>
            <a:off x="486770" y="5399638"/>
            <a:ext cx="81896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sistema está tomando a decisão ou apenas aplicando regras previamente definidas?</a:t>
            </a:r>
          </a:p>
        </p:txBody>
      </p:sp>
    </p:spTree>
    <p:extLst>
      <p:ext uri="{BB962C8B-B14F-4D97-AF65-F5344CB8AC3E}">
        <p14:creationId xmlns:p14="http://schemas.microsoft.com/office/powerpoint/2010/main" val="44773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  <p:bldP spid="5" grpId="0"/>
      <p:bldP spid="1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6696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que a planilha representa?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650A760-3B1B-26E0-D024-5939B2677602}"/>
              </a:ext>
            </a:extLst>
          </p:cNvPr>
          <p:cNvSpPr txBox="1"/>
          <p:nvPr/>
        </p:nvSpPr>
        <p:spPr>
          <a:xfrm>
            <a:off x="611560" y="1916832"/>
            <a:ext cx="81896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sistema está tomando a decisão ou apenas aplicando regras previamente definidas?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814FBEF-C228-ED28-A49A-62198E2B9D93}"/>
              </a:ext>
            </a:extLst>
          </p:cNvPr>
          <p:cNvSpPr txBox="1"/>
          <p:nvPr/>
        </p:nvSpPr>
        <p:spPr>
          <a:xfrm>
            <a:off x="611560" y="2951946"/>
            <a:ext cx="777686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Automação operacional</a:t>
            </a:r>
          </a:p>
          <a:p>
            <a:pPr marL="342900" lvl="6" indent="-342900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accent6"/>
                </a:solidFill>
              </a:rPr>
              <a:t>A decisão de quando produzir.”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Apoio à decisão gerencial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accent6"/>
                </a:solidFill>
              </a:rPr>
              <a:t>A decisão de aceitar ou não um pedido do cliente.</a:t>
            </a:r>
          </a:p>
          <a:p>
            <a:endParaRPr lang="pt-BR" sz="2000" dirty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Inteligência estratégica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accent6"/>
                </a:solidFill>
              </a:rPr>
              <a:t>A decisão de investir para reduzir tempo.</a:t>
            </a:r>
          </a:p>
          <a:p>
            <a:endParaRPr lang="pt-BR" sz="2000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1F380D2-9E82-D2C0-A80A-29E853B52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811" y="2301124"/>
            <a:ext cx="4342432" cy="91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34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Onde surge o CONHECIMENTO?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EB3B0B9-CC21-A000-0619-E1B43172EFDB}"/>
              </a:ext>
            </a:extLst>
          </p:cNvPr>
          <p:cNvSpPr txBox="1"/>
          <p:nvPr/>
        </p:nvSpPr>
        <p:spPr>
          <a:xfrm>
            <a:off x="611560" y="1795545"/>
            <a:ext cx="78488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Quando percebemos que:</a:t>
            </a:r>
          </a:p>
          <a:p>
            <a:endParaRPr lang="pt-BR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Reduzir tempo onde NÃO é gargalo não reduz prazo total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Reduzir tempo no gargalo impacta diretamente o prazo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Comprar mais rápido pode não adiantar se o gargalo for interno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O lead time é condicionado pelo recurso restritivo</a:t>
            </a:r>
          </a:p>
          <a:p>
            <a:endParaRPr lang="pt-BR" sz="1800" dirty="0"/>
          </a:p>
          <a:p>
            <a:r>
              <a:rPr lang="pt-BR" sz="1800" dirty="0"/>
              <a:t>👉 Aqui nasce o </a:t>
            </a:r>
            <a:r>
              <a:rPr lang="pt-BR" sz="1800" b="1" dirty="0"/>
              <a:t>conhecimento aplicado à decisão</a:t>
            </a:r>
            <a:r>
              <a:rPr lang="pt-BR" sz="1800" dirty="0"/>
              <a:t>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5F7166B-FDD2-CC54-1C9C-25133BED715C}"/>
              </a:ext>
            </a:extLst>
          </p:cNvPr>
          <p:cNvSpPr txBox="1"/>
          <p:nvPr/>
        </p:nvSpPr>
        <p:spPr>
          <a:xfrm>
            <a:off x="755576" y="4653136"/>
            <a:ext cx="76328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Conhecimento é a informação compreendida e internalizada pelas pessoas, permitindo entender situações e agir de maneira adequada.</a:t>
            </a:r>
          </a:p>
        </p:txBody>
      </p:sp>
    </p:spTree>
    <p:extLst>
      <p:ext uri="{BB962C8B-B14F-4D97-AF65-F5344CB8AC3E}">
        <p14:creationId xmlns:p14="http://schemas.microsoft.com/office/powerpoint/2010/main" val="342854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Revisão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3136732-2A10-23D0-8508-155AFB14A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836712"/>
            <a:ext cx="3918181" cy="587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0284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Exercício: Atividade 002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0A46240-633B-112C-E02E-632D2A866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80728"/>
            <a:ext cx="2875232" cy="191789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C59E624-2E3B-5394-8609-798C8B4633CD}"/>
              </a:ext>
            </a:extLst>
          </p:cNvPr>
          <p:cNvSpPr txBox="1"/>
          <p:nvPr/>
        </p:nvSpPr>
        <p:spPr>
          <a:xfrm>
            <a:off x="4019880" y="968152"/>
            <a:ext cx="4728584" cy="2153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Esta atividade tem como objetivo relacionar os conceitos de: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Gestão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Sistemas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Sistemas de Informação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Dados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Informação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Conhecimento</a:t>
            </a:r>
          </a:p>
          <a:p>
            <a:pPr lvl="0">
              <a:buSzPts val="1000"/>
              <a:tabLst>
                <a:tab pos="457200" algn="l"/>
              </a:tabLst>
            </a:pP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utilizando um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caso prático de produção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F1C9DF2-45B8-343D-73CB-5BD373B6A9D5}"/>
              </a:ext>
            </a:extLst>
          </p:cNvPr>
          <p:cNvSpPr txBox="1"/>
          <p:nvPr/>
        </p:nvSpPr>
        <p:spPr>
          <a:xfrm>
            <a:off x="466038" y="3605299"/>
            <a:ext cx="806640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Uma pizzaria artesanal produz pizzas individuais utilizando um forno a lenha. O gerente da pizzaria deseja compreender melhor o processo produtivo para organizar os dados da produção e aprimorar o planejamento das atividades.</a:t>
            </a:r>
          </a:p>
          <a:p>
            <a:endParaRPr lang="pt-BR" dirty="0"/>
          </a:p>
          <a:p>
            <a:r>
              <a:rPr lang="pt-BR" dirty="0"/>
              <a:t>O desenvolvimento desta atividade deve seguir o modelo de planilha apresentado e desenvolvido em sala na Atividade 01, utilizando a mesma estrutura para organização dos dados, realização dos cálculos e análise das informações.</a:t>
            </a:r>
          </a:p>
          <a:p>
            <a:endParaRPr lang="pt-BR" dirty="0"/>
          </a:p>
          <a:p>
            <a:r>
              <a:rPr lang="pt-BR" dirty="0"/>
              <a:t>Informações complementares sobre o caso estão disponíveis na Atividade 002 no AVA, e devem ser utilizadas para responder às questões propostas neste estudo de caso.</a:t>
            </a:r>
          </a:p>
        </p:txBody>
      </p:sp>
    </p:spTree>
    <p:extLst>
      <p:ext uri="{BB962C8B-B14F-4D97-AF65-F5344CB8AC3E}">
        <p14:creationId xmlns:p14="http://schemas.microsoft.com/office/powerpoint/2010/main" val="21509622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Exercício: Atividade 002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0A46240-633B-112C-E02E-632D2A866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80728"/>
            <a:ext cx="2875232" cy="1917899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95D606-C068-27B2-DB01-CF6080D05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3" y="3207303"/>
            <a:ext cx="8974474" cy="1504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5186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Exercício: Atividade 002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0A46240-633B-112C-E02E-632D2A866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80728"/>
            <a:ext cx="2875232" cy="1917899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D6501378-7BF3-BD96-664F-933FAE8B9B2C}"/>
              </a:ext>
            </a:extLst>
          </p:cNvPr>
          <p:cNvSpPr txBox="1"/>
          <p:nvPr/>
        </p:nvSpPr>
        <p:spPr>
          <a:xfrm>
            <a:off x="1979712" y="3300106"/>
            <a:ext cx="489654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🕒 Linha do tempo da produção </a:t>
            </a:r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b="1" dirty="0"/>
              <a:t>🔧 Premissas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dirty="0"/>
              <a:t>Massa + molho (paralelo) = </a:t>
            </a:r>
            <a:r>
              <a:rPr lang="pt-BR" b="1" dirty="0"/>
              <a:t>8 min</a:t>
            </a:r>
            <a:endParaRPr lang="pt-BR" dirty="0"/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dirty="0"/>
              <a:t>Montagem = </a:t>
            </a:r>
            <a:r>
              <a:rPr lang="pt-BR" b="1" dirty="0"/>
              <a:t>2 min</a:t>
            </a:r>
            <a:endParaRPr lang="pt-BR" dirty="0"/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dirty="0"/>
              <a:t>Forno = </a:t>
            </a:r>
            <a:r>
              <a:rPr lang="pt-BR" b="1" dirty="0"/>
              <a:t>10 min (gargalo)</a:t>
            </a:r>
            <a:endParaRPr lang="pt-BR" dirty="0"/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dirty="0"/>
              <a:t>Primeira pizza = </a:t>
            </a:r>
            <a:r>
              <a:rPr lang="pt-BR" b="1" dirty="0"/>
              <a:t>20 min</a:t>
            </a:r>
            <a:endParaRPr lang="pt-BR" dirty="0"/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dirty="0"/>
              <a:t>Depois → </a:t>
            </a:r>
            <a:r>
              <a:rPr lang="pt-BR" b="1" dirty="0"/>
              <a:t>1 pizza a cada 10 min</a:t>
            </a:r>
            <a:endParaRPr lang="pt-BR" dirty="0"/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E1396DC7-BC2D-1D34-D80E-1AF66201A4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781841"/>
              </p:ext>
            </p:extLst>
          </p:nvPr>
        </p:nvGraphicFramePr>
        <p:xfrm>
          <a:off x="3707904" y="980728"/>
          <a:ext cx="2160240" cy="1828800"/>
        </p:xfrm>
        <a:graphic>
          <a:graphicData uri="http://schemas.openxmlformats.org/drawingml/2006/table">
            <a:tbl>
              <a:tblPr/>
              <a:tblGrid>
                <a:gridCol w="1152128">
                  <a:extLst>
                    <a:ext uri="{9D8B030D-6E8A-4147-A177-3AD203B41FA5}">
                      <a16:colId xmlns:a16="http://schemas.microsoft.com/office/drawing/2014/main" val="393726888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9864816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Etapa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Tempo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220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Massa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8 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5624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Molho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5 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4398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Montagem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2 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8931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Forno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10 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730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25 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910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6452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Exercício: Atividade 002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0A46240-633B-112C-E02E-632D2A866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80729"/>
            <a:ext cx="1296144" cy="86458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A5D4652-55FF-1CF2-7D6F-89465BEDFE29}"/>
              </a:ext>
            </a:extLst>
          </p:cNvPr>
          <p:cNvSpPr txBox="1"/>
          <p:nvPr/>
        </p:nvSpPr>
        <p:spPr>
          <a:xfrm>
            <a:off x="611560" y="2086854"/>
            <a:ext cx="7632848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Tempo →   0     8     10    20    30    40    50</a:t>
            </a:r>
          </a:p>
          <a:p>
            <a:endParaRPr lang="pt-BR" dirty="0"/>
          </a:p>
          <a:p>
            <a:r>
              <a:rPr lang="pt-BR" dirty="0"/>
              <a:t>P1 </a:t>
            </a:r>
            <a:r>
              <a:rPr lang="pt-BR" dirty="0" err="1"/>
              <a:t>Prep</a:t>
            </a:r>
            <a:r>
              <a:rPr lang="pt-BR" dirty="0"/>
              <a:t>: [ Massa + Molho ][</a:t>
            </a:r>
            <a:r>
              <a:rPr lang="pt-BR" dirty="0" err="1"/>
              <a:t>Mont</a:t>
            </a:r>
            <a:r>
              <a:rPr lang="pt-BR" dirty="0"/>
              <a:t>]</a:t>
            </a:r>
          </a:p>
          <a:p>
            <a:r>
              <a:rPr lang="pt-BR" dirty="0"/>
              <a:t>P1 Forno:             [========10========]</a:t>
            </a:r>
          </a:p>
          <a:p>
            <a:r>
              <a:rPr lang="pt-BR" dirty="0"/>
              <a:t>P1 Saída:                         ✔ 20</a:t>
            </a:r>
          </a:p>
          <a:p>
            <a:endParaRPr lang="pt-BR" dirty="0"/>
          </a:p>
          <a:p>
            <a:r>
              <a:rPr lang="pt-BR" dirty="0"/>
              <a:t>P2 </a:t>
            </a:r>
            <a:r>
              <a:rPr lang="pt-BR" dirty="0" err="1"/>
              <a:t>Prep</a:t>
            </a:r>
            <a:r>
              <a:rPr lang="pt-BR" dirty="0"/>
              <a:t>:           [ Massa + Molho ][</a:t>
            </a:r>
            <a:r>
              <a:rPr lang="pt-BR" dirty="0" err="1"/>
              <a:t>Mont</a:t>
            </a:r>
            <a:r>
              <a:rPr lang="pt-BR" dirty="0"/>
              <a:t>]</a:t>
            </a:r>
          </a:p>
          <a:p>
            <a:r>
              <a:rPr lang="pt-BR" dirty="0"/>
              <a:t>P2 Forno:                         [========10========]</a:t>
            </a:r>
          </a:p>
          <a:p>
            <a:r>
              <a:rPr lang="pt-BR" dirty="0"/>
              <a:t>P2 Saída:                                     ✔ 30</a:t>
            </a:r>
          </a:p>
          <a:p>
            <a:endParaRPr lang="pt-BR" dirty="0"/>
          </a:p>
          <a:p>
            <a:r>
              <a:rPr lang="pt-BR" dirty="0"/>
              <a:t>P3 </a:t>
            </a:r>
            <a:r>
              <a:rPr lang="pt-BR" dirty="0" err="1"/>
              <a:t>Prep</a:t>
            </a:r>
            <a:r>
              <a:rPr lang="pt-BR" dirty="0"/>
              <a:t>:                 [ Massa + Molho ][</a:t>
            </a:r>
            <a:r>
              <a:rPr lang="pt-BR" dirty="0" err="1"/>
              <a:t>Mont</a:t>
            </a:r>
            <a:r>
              <a:rPr lang="pt-BR" dirty="0"/>
              <a:t>]</a:t>
            </a:r>
          </a:p>
          <a:p>
            <a:r>
              <a:rPr lang="pt-BR" dirty="0"/>
              <a:t>P3 Forno:                                     [========10========]</a:t>
            </a:r>
          </a:p>
          <a:p>
            <a:r>
              <a:rPr lang="pt-BR" dirty="0"/>
              <a:t>P3 Saída:                                                 ✔ 40</a:t>
            </a:r>
          </a:p>
          <a:p>
            <a:endParaRPr lang="pt-BR" dirty="0"/>
          </a:p>
          <a:p>
            <a:r>
              <a:rPr lang="pt-BR" dirty="0"/>
              <a:t>P4 </a:t>
            </a:r>
            <a:r>
              <a:rPr lang="pt-BR" dirty="0" err="1"/>
              <a:t>Prep</a:t>
            </a:r>
            <a:r>
              <a:rPr lang="pt-BR" dirty="0"/>
              <a:t>:                       [ Massa + Molho ][</a:t>
            </a:r>
            <a:r>
              <a:rPr lang="pt-BR" dirty="0" err="1"/>
              <a:t>Mont</a:t>
            </a:r>
            <a:r>
              <a:rPr lang="pt-BR" dirty="0"/>
              <a:t>]</a:t>
            </a:r>
          </a:p>
          <a:p>
            <a:r>
              <a:rPr lang="pt-BR" dirty="0"/>
              <a:t>P4 Forno:                                                 [========10========]</a:t>
            </a:r>
          </a:p>
          <a:p>
            <a:r>
              <a:rPr lang="pt-BR" dirty="0"/>
              <a:t>P4 Saída:                                                             ✔ 50</a:t>
            </a:r>
          </a:p>
        </p:txBody>
      </p:sp>
    </p:spTree>
    <p:extLst>
      <p:ext uri="{BB962C8B-B14F-4D97-AF65-F5344CB8AC3E}">
        <p14:creationId xmlns:p14="http://schemas.microsoft.com/office/powerpoint/2010/main" val="192282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Exercício: Atividade 002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0A46240-633B-112C-E02E-632D2A866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80729"/>
            <a:ext cx="1296144" cy="86458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481113F-2C37-F7B0-C9FD-F947E583F491}"/>
              </a:ext>
            </a:extLst>
          </p:cNvPr>
          <p:cNvSpPr txBox="1"/>
          <p:nvPr/>
        </p:nvSpPr>
        <p:spPr>
          <a:xfrm>
            <a:off x="1691680" y="955674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1️⃣ Início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P1 leva </a:t>
            </a:r>
            <a:r>
              <a:rPr lang="pt-BR" b="1" dirty="0"/>
              <a:t>20 min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sistema ainda está “enchendo”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CBFFAB6-7123-3273-9128-16627DD4CB19}"/>
              </a:ext>
            </a:extLst>
          </p:cNvPr>
          <p:cNvSpPr txBox="1"/>
          <p:nvPr/>
        </p:nvSpPr>
        <p:spPr>
          <a:xfrm>
            <a:off x="2627784" y="1845311"/>
            <a:ext cx="45720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2️⃣ A partir da segunda pizza</a:t>
            </a:r>
          </a:p>
          <a:p>
            <a:pPr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dirty="0"/>
              <a:t>Observe: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enquanto P1 está no forno (10–20)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P2 está sendo preparada (10 min)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98BD5DA-8604-EC6E-4CA5-8A985F3BA5DD}"/>
              </a:ext>
            </a:extLst>
          </p:cNvPr>
          <p:cNvSpPr txBox="1"/>
          <p:nvPr/>
        </p:nvSpPr>
        <p:spPr>
          <a:xfrm>
            <a:off x="1853952" y="359691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3️⃣ Regime estável</a:t>
            </a:r>
          </a:p>
        </p:txBody>
      </p:sp>
      <p:graphicFrame>
        <p:nvGraphicFramePr>
          <p:cNvPr id="15" name="Tabela 14">
            <a:extLst>
              <a:ext uri="{FF2B5EF4-FFF2-40B4-BE49-F238E27FC236}">
                <a16:creationId xmlns:a16="http://schemas.microsoft.com/office/drawing/2014/main" id="{F07B8C7F-EE0D-8AFA-280A-B761306FA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029193"/>
              </p:ext>
            </p:extLst>
          </p:nvPr>
        </p:nvGraphicFramePr>
        <p:xfrm>
          <a:off x="1979712" y="4005064"/>
          <a:ext cx="2458616" cy="152400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378496">
                  <a:extLst>
                    <a:ext uri="{9D8B030D-6E8A-4147-A177-3AD203B41FA5}">
                      <a16:colId xmlns:a16="http://schemas.microsoft.com/office/drawing/2014/main" val="3131313404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848601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Pizza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Saída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2538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999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5051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8710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P4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84007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8150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Exercício: Atividade 002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0A46240-633B-112C-E02E-632D2A866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80729"/>
            <a:ext cx="1296144" cy="86458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C83EA02-0FDF-B2C2-065D-D391693C72F4}"/>
              </a:ext>
            </a:extLst>
          </p:cNvPr>
          <p:cNvSpPr txBox="1"/>
          <p:nvPr/>
        </p:nvSpPr>
        <p:spPr>
          <a:xfrm>
            <a:off x="2298576" y="990440"/>
            <a:ext cx="4572000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🔥 Situação nova: 2 fornos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pt-BR" b="1" dirty="0"/>
              <a:t>🔧 Premissas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Massa + molho = </a:t>
            </a:r>
            <a:r>
              <a:rPr lang="pt-BR" b="1" dirty="0"/>
              <a:t>8 min (paralelo)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Montagem = </a:t>
            </a:r>
            <a:r>
              <a:rPr lang="pt-BR" b="1" dirty="0"/>
              <a:t>2 min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Forno 1 = </a:t>
            </a:r>
            <a:r>
              <a:rPr lang="pt-BR" b="1" dirty="0"/>
              <a:t>10 min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Forno 2 = </a:t>
            </a:r>
            <a:r>
              <a:rPr lang="pt-BR" b="1" dirty="0"/>
              <a:t>10 min</a:t>
            </a:r>
            <a:endParaRPr lang="pt-BR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b="1" dirty="0"/>
              <a:t>👉 Agora temos 2 recursos no gargalo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BEE41FE-A6DC-F1C7-F169-5CB003487C20}"/>
              </a:ext>
            </a:extLst>
          </p:cNvPr>
          <p:cNvSpPr txBox="1"/>
          <p:nvPr/>
        </p:nvSpPr>
        <p:spPr>
          <a:xfrm>
            <a:off x="390364" y="3429000"/>
            <a:ext cx="3816424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🧠 O que muda no sistema?</a:t>
            </a:r>
          </a:p>
          <a:p>
            <a:pPr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dirty="0"/>
              <a:t>Antes: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1 forno → </a:t>
            </a:r>
            <a:r>
              <a:rPr lang="pt-BR" b="1" dirty="0"/>
              <a:t>1 pizza a cada 10 min</a:t>
            </a:r>
            <a:endParaRPr lang="pt-BR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dirty="0"/>
              <a:t>Agora: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2 fornos → </a:t>
            </a:r>
            <a:r>
              <a:rPr lang="pt-BR" b="1" dirty="0"/>
              <a:t>2 pizzas a cada 10 min</a:t>
            </a:r>
            <a:endParaRPr lang="pt-BR" dirty="0"/>
          </a:p>
          <a:p>
            <a:pPr>
              <a:spcBef>
                <a:spcPts val="1200"/>
              </a:spcBef>
              <a:buNone/>
            </a:pPr>
            <a:r>
              <a:rPr lang="pt-BR" dirty="0"/>
              <a:t>👉 </a:t>
            </a:r>
            <a:r>
              <a:rPr lang="pt-BR" b="1" dirty="0"/>
              <a:t>1 pizza a cada 5 minutos (em média)</a:t>
            </a:r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3087CFE-8A30-109C-48C3-047F6C3A6A82}"/>
              </a:ext>
            </a:extLst>
          </p:cNvPr>
          <p:cNvSpPr txBox="1"/>
          <p:nvPr/>
        </p:nvSpPr>
        <p:spPr>
          <a:xfrm>
            <a:off x="4355976" y="3440578"/>
            <a:ext cx="4572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Tempo →   0    10    20    30    40    50</a:t>
            </a:r>
          </a:p>
          <a:p>
            <a:endParaRPr lang="pt-BR" dirty="0"/>
          </a:p>
          <a:p>
            <a:r>
              <a:rPr lang="pt-BR" dirty="0"/>
              <a:t>P1 → forno 1 → saída 20</a:t>
            </a:r>
          </a:p>
          <a:p>
            <a:r>
              <a:rPr lang="pt-BR" dirty="0"/>
              <a:t>P2 → forno 2 → saída 20</a:t>
            </a:r>
          </a:p>
          <a:p>
            <a:endParaRPr lang="pt-BR" dirty="0"/>
          </a:p>
          <a:p>
            <a:r>
              <a:rPr lang="pt-BR" dirty="0"/>
              <a:t>P3 → forno 1 → saída 30</a:t>
            </a:r>
          </a:p>
          <a:p>
            <a:r>
              <a:rPr lang="pt-BR" dirty="0"/>
              <a:t>P4 → forno 2 → saída 30</a:t>
            </a:r>
          </a:p>
          <a:p>
            <a:endParaRPr lang="pt-BR" dirty="0"/>
          </a:p>
          <a:p>
            <a:r>
              <a:rPr lang="pt-BR" dirty="0"/>
              <a:t>P5 → forno 1 → saída 40</a:t>
            </a:r>
          </a:p>
          <a:p>
            <a:r>
              <a:rPr lang="pt-BR" dirty="0"/>
              <a:t>P6 → forno 2 → saída 40</a:t>
            </a:r>
          </a:p>
        </p:txBody>
      </p:sp>
    </p:spTree>
    <p:extLst>
      <p:ext uri="{BB962C8B-B14F-4D97-AF65-F5344CB8AC3E}">
        <p14:creationId xmlns:p14="http://schemas.microsoft.com/office/powerpoint/2010/main" val="358685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Exercício: Atividade 002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0A46240-633B-112C-E02E-632D2A866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80729"/>
            <a:ext cx="1296144" cy="86458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3F0EA1D-A131-80A1-D8E4-DE9FD4447ABC}"/>
              </a:ext>
            </a:extLst>
          </p:cNvPr>
          <p:cNvSpPr txBox="1"/>
          <p:nvPr/>
        </p:nvSpPr>
        <p:spPr>
          <a:xfrm>
            <a:off x="1907704" y="1045092"/>
            <a:ext cx="4572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O gargalo mudou?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pt-BR" dirty="0"/>
              <a:t>👉 Vamos comparar: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pt-BR" b="1" dirty="0"/>
              <a:t>Capacidade dos fornos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2 fornos → </a:t>
            </a:r>
            <a:r>
              <a:rPr lang="pt-BR" b="1" dirty="0"/>
              <a:t>2 pizzas a cada 10 min</a:t>
            </a:r>
            <a:endParaRPr lang="pt-BR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b="1" dirty="0"/>
              <a:t>Capacidade da preparação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massa + montagem = </a:t>
            </a:r>
            <a:r>
              <a:rPr lang="pt-BR" b="1" dirty="0"/>
              <a:t>10 min por pizza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só conseguimos preparar </a:t>
            </a:r>
            <a:r>
              <a:rPr lang="pt-BR" b="1" dirty="0"/>
              <a:t>1 pizza a cada 10 min</a:t>
            </a:r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48D4508-D9F4-8981-563A-340E17ED879E}"/>
              </a:ext>
            </a:extLst>
          </p:cNvPr>
          <p:cNvSpPr txBox="1"/>
          <p:nvPr/>
        </p:nvSpPr>
        <p:spPr>
          <a:xfrm>
            <a:off x="683568" y="3573016"/>
            <a:ext cx="5400600" cy="102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pt-BR" b="1" dirty="0"/>
              <a:t>💥 Novo gargalo</a:t>
            </a:r>
          </a:p>
          <a:p>
            <a:pPr>
              <a:lnSpc>
                <a:spcPct val="150000"/>
              </a:lnSpc>
              <a:buNone/>
            </a:pPr>
            <a:r>
              <a:rPr lang="pt-BR" dirty="0"/>
              <a:t>👉 Agora o gargalo NÃO é mais o forno</a:t>
            </a:r>
          </a:p>
          <a:p>
            <a:pPr>
              <a:lnSpc>
                <a:spcPct val="150000"/>
              </a:lnSpc>
              <a:buNone/>
            </a:pPr>
            <a:r>
              <a:rPr lang="pt-BR" dirty="0"/>
              <a:t>🔥 </a:t>
            </a:r>
            <a:r>
              <a:rPr lang="pt-BR" b="1" dirty="0"/>
              <a:t>O gargalo passa a ser a preparação (massa + montagem)</a:t>
            </a: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F24DFFA-6EFD-AAF5-3B44-8FAAFB781F14}"/>
              </a:ext>
            </a:extLst>
          </p:cNvPr>
          <p:cNvSpPr txBox="1"/>
          <p:nvPr/>
        </p:nvSpPr>
        <p:spPr>
          <a:xfrm>
            <a:off x="2286000" y="4941168"/>
            <a:ext cx="5310336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📉 Resultado real do sistema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pt-BR" dirty="0"/>
              <a:t>Mesmo com 2 fornos: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você NÃO consegue produzir 2 pizzas a cada 10 min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porque só consegue preparar 1 pizza a cada 10 min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pt-BR" dirty="0"/>
              <a:t>👉 produção continua limitada: 10 pizza a cada 10 min</a:t>
            </a:r>
          </a:p>
        </p:txBody>
      </p:sp>
    </p:spTree>
    <p:extLst>
      <p:ext uri="{BB962C8B-B14F-4D97-AF65-F5344CB8AC3E}">
        <p14:creationId xmlns:p14="http://schemas.microsoft.com/office/powerpoint/2010/main" val="3185482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Exercício: Atividade 002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0A46240-633B-112C-E02E-632D2A866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80729"/>
            <a:ext cx="1296144" cy="86458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D2E484A-70E6-3E74-1D31-0EA739A4883D}"/>
              </a:ext>
            </a:extLst>
          </p:cNvPr>
          <p:cNvSpPr txBox="1"/>
          <p:nvPr/>
        </p:nvSpPr>
        <p:spPr>
          <a:xfrm>
            <a:off x="1907704" y="1152813"/>
            <a:ext cx="595840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🔥 Pergunta </a:t>
            </a:r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dirty="0"/>
              <a:t>Se quisermos aproveitar os 2 fornos, o que precisamos melhorar?</a:t>
            </a:r>
          </a:p>
          <a:p>
            <a:pPr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dirty="0"/>
              <a:t>Respostas:</a:t>
            </a:r>
          </a:p>
          <a:p>
            <a:pPr>
              <a:buNone/>
            </a:pPr>
            <a:r>
              <a:rPr lang="pt-BR" dirty="0"/>
              <a:t>👉 reduzir tempo de preparo</a:t>
            </a:r>
            <a:br>
              <a:rPr lang="pt-BR" dirty="0"/>
            </a:br>
            <a:r>
              <a:rPr lang="pt-BR" dirty="0"/>
              <a:t>👉 paralelizar montagem</a:t>
            </a:r>
            <a:br>
              <a:rPr lang="pt-BR" dirty="0"/>
            </a:br>
            <a:r>
              <a:rPr lang="pt-BR" dirty="0"/>
              <a:t>👉 aumentar equipe</a:t>
            </a:r>
          </a:p>
        </p:txBody>
      </p:sp>
    </p:spTree>
    <p:extLst>
      <p:ext uri="{BB962C8B-B14F-4D97-AF65-F5344CB8AC3E}">
        <p14:creationId xmlns:p14="http://schemas.microsoft.com/office/powerpoint/2010/main" val="138692838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Exercício: Atividade 002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0A46240-633B-112C-E02E-632D2A866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80729"/>
            <a:ext cx="1296144" cy="86458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F0439FE-F523-D1ED-355E-50BEDC424BCE}"/>
              </a:ext>
            </a:extLst>
          </p:cNvPr>
          <p:cNvSpPr txBox="1"/>
          <p:nvPr/>
        </p:nvSpPr>
        <p:spPr>
          <a:xfrm>
            <a:off x="1853952" y="1011320"/>
            <a:ext cx="2213992" cy="2639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Exemplos de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dados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300 g de farinha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150 g de queijo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 minutos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 minutos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100 pizzas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capacidade do forno</a:t>
            </a:r>
          </a:p>
          <a:p>
            <a:pPr>
              <a:buNone/>
            </a:pP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Dados são </a:t>
            </a:r>
            <a:r>
              <a:rPr lang="pt-BR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valores brutos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B529ADA-23EE-72BD-ACFB-7B5EDBC60E05}"/>
              </a:ext>
            </a:extLst>
          </p:cNvPr>
          <p:cNvSpPr txBox="1"/>
          <p:nvPr/>
        </p:nvSpPr>
        <p:spPr>
          <a:xfrm>
            <a:off x="4577633" y="1011320"/>
            <a:ext cx="4098823" cy="23112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Informações geradas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Quando organizamos os dados: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Exemplos de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informação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quantidade total de farinha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30 kg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tempo total para produzir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16h40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forno é o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gargalo do processo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Informação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dados organizados com significado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24616B9-9F51-B4C2-860E-F1F990D09E50}"/>
              </a:ext>
            </a:extLst>
          </p:cNvPr>
          <p:cNvSpPr txBox="1"/>
          <p:nvPr/>
        </p:nvSpPr>
        <p:spPr>
          <a:xfrm>
            <a:off x="251520" y="4264560"/>
            <a:ext cx="3816424" cy="1640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Conhecimento gerado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análise mostra que: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forno limita a produção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aumentar produção exige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análise do gargalo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Esse entendimento é </a:t>
            </a:r>
            <a:r>
              <a:rPr lang="pt-BR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conhecimento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4FF1136-D849-BF85-AFBE-BDF5E984A8C2}"/>
              </a:ext>
            </a:extLst>
          </p:cNvPr>
          <p:cNvSpPr txBox="1"/>
          <p:nvPr/>
        </p:nvSpPr>
        <p:spPr>
          <a:xfrm>
            <a:off x="4539612" y="3764903"/>
            <a:ext cx="4191396" cy="2639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Ações de gestão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gerente poderia: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comprar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outro forno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aumentar a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capacidade do forno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reorganizar a produção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planejar compra de ingredientes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Isso representa o conceito de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gestão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>
              <a:buNone/>
            </a:pP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usar informação e conhecimento para </a:t>
            </a:r>
            <a:r>
              <a:rPr lang="pt-BR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tomar decisões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10108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C1519F9-8E43-2DF8-0FFB-597190E2D245}"/>
              </a:ext>
            </a:extLst>
          </p:cNvPr>
          <p:cNvSpPr txBox="1"/>
          <p:nvPr/>
        </p:nvSpPr>
        <p:spPr>
          <a:xfrm>
            <a:off x="539552" y="1340768"/>
            <a:ext cx="3240360" cy="40934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Gestão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Sistema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Sistemas de Informação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Dado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Informação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Conhecimento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Tomada de Decisão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0FBB37-71E4-297A-6EB3-1F458815C1AC}"/>
              </a:ext>
            </a:extLst>
          </p:cNvPr>
          <p:cNvSpPr txBox="1"/>
          <p:nvPr/>
        </p:nvSpPr>
        <p:spPr>
          <a:xfrm>
            <a:off x="4932040" y="1340768"/>
            <a:ext cx="324036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Teoria dos Gargalos</a:t>
            </a:r>
          </a:p>
        </p:txBody>
      </p:sp>
    </p:spTree>
    <p:extLst>
      <p:ext uri="{BB962C8B-B14F-4D97-AF65-F5344CB8AC3E}">
        <p14:creationId xmlns:p14="http://schemas.microsoft.com/office/powerpoint/2010/main" val="355656284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0FBB37-71E4-297A-6EB3-1F458815C1AC}"/>
              </a:ext>
            </a:extLst>
          </p:cNvPr>
          <p:cNvSpPr txBox="1"/>
          <p:nvPr/>
        </p:nvSpPr>
        <p:spPr>
          <a:xfrm>
            <a:off x="251520" y="908720"/>
            <a:ext cx="5904656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Vamos aprender mais um Fundamento Teórico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B64E0BA-19C3-D83F-C385-0969A6279093}"/>
              </a:ext>
            </a:extLst>
          </p:cNvPr>
          <p:cNvSpPr txBox="1"/>
          <p:nvPr/>
        </p:nvSpPr>
        <p:spPr>
          <a:xfrm>
            <a:off x="539552" y="1772816"/>
            <a:ext cx="77768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600" dirty="0"/>
              <a:t>Você é responsável pela compra dos insumos para a produção de canetas.</a:t>
            </a:r>
          </a:p>
          <a:p>
            <a:pPr>
              <a:buNone/>
            </a:pPr>
            <a:r>
              <a:rPr lang="pt-BR" sz="1600" dirty="0"/>
              <a:t>A tabela a seguir apresenta alguns itens com seus respectivos custos unitários.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4D2206F-0E4B-76CD-BE53-FC1288DA52FD}"/>
              </a:ext>
            </a:extLst>
          </p:cNvPr>
          <p:cNvSpPr txBox="1"/>
          <p:nvPr/>
        </p:nvSpPr>
        <p:spPr>
          <a:xfrm>
            <a:off x="611560" y="2636912"/>
            <a:ext cx="74888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dirty="0"/>
              <a:t>👉 </a:t>
            </a:r>
            <a:r>
              <a:rPr lang="pt-BR" b="1" dirty="0"/>
              <a:t>Pergunta:</a:t>
            </a:r>
            <a:endParaRPr lang="pt-BR" dirty="0"/>
          </a:p>
          <a:p>
            <a:pPr>
              <a:buNone/>
            </a:pPr>
            <a:r>
              <a:rPr lang="pt-BR" sz="1800" dirty="0"/>
              <a:t>Se o seu objetivo é </a:t>
            </a:r>
            <a:r>
              <a:rPr lang="pt-BR" sz="1800" b="1" dirty="0"/>
              <a:t>reduzir o custo de produção</a:t>
            </a:r>
            <a:r>
              <a:rPr lang="pt-BR" sz="1800" dirty="0"/>
              <a:t>, em qual(</a:t>
            </a:r>
            <a:r>
              <a:rPr lang="pt-BR" sz="1800" dirty="0" err="1"/>
              <a:t>is</a:t>
            </a:r>
            <a:r>
              <a:rPr lang="pt-BR" sz="1800" dirty="0"/>
              <a:t>) item(</a:t>
            </a:r>
            <a:r>
              <a:rPr lang="pt-BR" sz="1800" dirty="0" err="1"/>
              <a:t>ns</a:t>
            </a:r>
            <a:r>
              <a:rPr lang="pt-BR" sz="1800" dirty="0"/>
              <a:t>) você dedicaria mais tempo para negociar o preço com o fornecedor?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3953E484-10FB-881E-84AA-B50A165BA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3717032"/>
            <a:ext cx="4076371" cy="2733154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A25FCE53-8642-3A91-A5BF-7640B0636ED2}"/>
              </a:ext>
            </a:extLst>
          </p:cNvPr>
          <p:cNvSpPr txBox="1"/>
          <p:nvPr/>
        </p:nvSpPr>
        <p:spPr>
          <a:xfrm>
            <a:off x="5146022" y="3931896"/>
            <a:ext cx="3419872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2000" dirty="0"/>
              <a:t>Será que olhar apenas o custo unitário é suficiente para tomar essa decisão?</a:t>
            </a:r>
          </a:p>
        </p:txBody>
      </p:sp>
    </p:spTree>
    <p:extLst>
      <p:ext uri="{BB962C8B-B14F-4D97-AF65-F5344CB8AC3E}">
        <p14:creationId xmlns:p14="http://schemas.microsoft.com/office/powerpoint/2010/main" val="1432324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6" grpId="0" build="allAtOnce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0C3576B-F57E-8465-5CF2-1C3BF7A0A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675" y="2452469"/>
            <a:ext cx="7232484" cy="324036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A38AA418-04EA-2C38-933F-2D6DBE9BA56A}"/>
              </a:ext>
            </a:extLst>
          </p:cNvPr>
          <p:cNvSpPr txBox="1"/>
          <p:nvPr/>
        </p:nvSpPr>
        <p:spPr>
          <a:xfrm>
            <a:off x="714675" y="1484784"/>
            <a:ext cx="77768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1 – Download da planilha Custo-</a:t>
            </a:r>
            <a:r>
              <a:rPr lang="pt-BR" sz="1600" dirty="0" err="1"/>
              <a:t>Prod</a:t>
            </a:r>
            <a:r>
              <a:rPr lang="pt-BR" sz="1600" dirty="0"/>
              <a:t>-Caneta que está no cronograma no AVA</a:t>
            </a:r>
          </a:p>
        </p:txBody>
      </p:sp>
    </p:spTree>
    <p:extLst>
      <p:ext uri="{BB962C8B-B14F-4D97-AF65-F5344CB8AC3E}">
        <p14:creationId xmlns:p14="http://schemas.microsoft.com/office/powerpoint/2010/main" val="259676947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7B80DC9-A9E9-4917-DAF2-E2B97C9E6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675" y="2204864"/>
            <a:ext cx="7331721" cy="3312367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918DCCA-EBA3-4DC7-1476-6B45D5276E55}"/>
              </a:ext>
            </a:extLst>
          </p:cNvPr>
          <p:cNvSpPr txBox="1"/>
          <p:nvPr/>
        </p:nvSpPr>
        <p:spPr>
          <a:xfrm>
            <a:off x="714675" y="1484784"/>
            <a:ext cx="77768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2 – Calcular o Valor Total = Consumo Anual X Custo Unitário</a:t>
            </a:r>
          </a:p>
        </p:txBody>
      </p:sp>
    </p:spTree>
    <p:extLst>
      <p:ext uri="{BB962C8B-B14F-4D97-AF65-F5344CB8AC3E}">
        <p14:creationId xmlns:p14="http://schemas.microsoft.com/office/powerpoint/2010/main" val="126486512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918DCCA-EBA3-4DC7-1476-6B45D5276E55}"/>
              </a:ext>
            </a:extLst>
          </p:cNvPr>
          <p:cNvSpPr txBox="1"/>
          <p:nvPr/>
        </p:nvSpPr>
        <p:spPr>
          <a:xfrm>
            <a:off x="1031282" y="1412776"/>
            <a:ext cx="77768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3 – Classificar a tabela em ordem decrescente pela coluna Valor Total (R$)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3B7892-061D-54E5-C2DE-D2BE404F6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282" y="2265428"/>
            <a:ext cx="7180410" cy="278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42836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918DCCA-EBA3-4DC7-1476-6B45D5276E55}"/>
              </a:ext>
            </a:extLst>
          </p:cNvPr>
          <p:cNvSpPr txBox="1"/>
          <p:nvPr/>
        </p:nvSpPr>
        <p:spPr>
          <a:xfrm>
            <a:off x="671903" y="1423813"/>
            <a:ext cx="777686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4 – Calcular o % individual de cada item em relação ao valor total</a:t>
            </a:r>
          </a:p>
          <a:p>
            <a:endParaRPr lang="pt-BR" sz="1600" dirty="0"/>
          </a:p>
          <a:p>
            <a:r>
              <a:rPr lang="pt-BR" sz="1600" dirty="0"/>
              <a:t>%Individual = (Valor Total (R$) / Total Geral) * 100</a:t>
            </a:r>
          </a:p>
          <a:p>
            <a:endParaRPr lang="pt-BR" sz="1600" dirty="0"/>
          </a:p>
          <a:p>
            <a:r>
              <a:rPr lang="pt-BR" sz="1600" dirty="0" err="1"/>
              <a:t>Ex</a:t>
            </a:r>
            <a:r>
              <a:rPr lang="pt-BR" sz="1600" dirty="0"/>
              <a:t>: %Individual = (12000,00 / 24900,00) * 100</a:t>
            </a:r>
          </a:p>
          <a:p>
            <a:r>
              <a:rPr lang="pt-BR" sz="1600" dirty="0"/>
              <a:t>      %Individual = 48,2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583D729-5561-8849-BF81-9F614EB9E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89" y="3356992"/>
            <a:ext cx="8495622" cy="2858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70353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918DCCA-EBA3-4DC7-1476-6B45D5276E55}"/>
              </a:ext>
            </a:extLst>
          </p:cNvPr>
          <p:cNvSpPr txBox="1"/>
          <p:nvPr/>
        </p:nvSpPr>
        <p:spPr>
          <a:xfrm>
            <a:off x="671903" y="1423813"/>
            <a:ext cx="777686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5 – Calcular o Valor Total Acumulado (R$)</a:t>
            </a:r>
          </a:p>
          <a:p>
            <a:endParaRPr lang="pt-BR" sz="1600" dirty="0"/>
          </a:p>
          <a:p>
            <a:r>
              <a:rPr lang="pt-BR" sz="1600" dirty="0"/>
              <a:t>Exemplo do cálculo para acumular </a:t>
            </a:r>
          </a:p>
          <a:p>
            <a:endParaRPr lang="pt-BR" sz="1600" dirty="0"/>
          </a:p>
          <a:p>
            <a:r>
              <a:rPr lang="pt-BR" sz="1600" dirty="0"/>
              <a:t>Carga de tinta = 12.000,00</a:t>
            </a:r>
          </a:p>
          <a:p>
            <a:r>
              <a:rPr lang="pt-BR" sz="1600" dirty="0"/>
              <a:t>Carga de tinta + ponta metálica = 12.000 + 7.200 = 19.200</a:t>
            </a:r>
          </a:p>
          <a:p>
            <a:r>
              <a:rPr lang="pt-BR" sz="1600" dirty="0"/>
              <a:t>Carga de tinta + ponta metálica + tampa = 12.000 + 7.200 + 1.500 = 20.700,00</a:t>
            </a:r>
          </a:p>
          <a:p>
            <a:endParaRPr lang="pt-BR" sz="16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DF932BF-99BC-87EC-EB72-99EF83668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10" y="3717032"/>
            <a:ext cx="8705850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77316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918DCCA-EBA3-4DC7-1476-6B45D5276E55}"/>
              </a:ext>
            </a:extLst>
          </p:cNvPr>
          <p:cNvSpPr txBox="1"/>
          <p:nvPr/>
        </p:nvSpPr>
        <p:spPr>
          <a:xfrm>
            <a:off x="683568" y="980728"/>
            <a:ext cx="777686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6 – Calcular o % acumulado de cada item em relação ao valor total</a:t>
            </a:r>
          </a:p>
          <a:p>
            <a:endParaRPr lang="pt-BR" sz="1600" dirty="0"/>
          </a:p>
          <a:p>
            <a:r>
              <a:rPr lang="pt-BR" sz="1600" dirty="0"/>
              <a:t>Exemplo do cálculo</a:t>
            </a:r>
          </a:p>
          <a:p>
            <a:endParaRPr lang="pt-BR" sz="1600" dirty="0"/>
          </a:p>
          <a:p>
            <a:r>
              <a:rPr lang="pt-BR" sz="1600" dirty="0"/>
              <a:t>% Acumulado = (12.000 / 24.900) * 100 = 48,2</a:t>
            </a:r>
          </a:p>
          <a:p>
            <a:r>
              <a:rPr lang="pt-BR" sz="1600" dirty="0"/>
              <a:t>% Acumulado = (19.200 / 24.900) * 100 = 77,1</a:t>
            </a:r>
          </a:p>
          <a:p>
            <a:endParaRPr lang="pt-BR" sz="1600" dirty="0"/>
          </a:p>
          <a:p>
            <a:r>
              <a:rPr lang="pt-BR" sz="1600" dirty="0"/>
              <a:t>Outra forma: acumular o %individual</a:t>
            </a:r>
          </a:p>
          <a:p>
            <a:r>
              <a:rPr lang="pt-BR" sz="1600" dirty="0"/>
              <a:t>% Acumulado = 48,2%</a:t>
            </a:r>
          </a:p>
          <a:p>
            <a:r>
              <a:rPr lang="pt-BR" sz="1600" dirty="0"/>
              <a:t>% Acumulado = 48,2% + 28,9% = 77,1%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0B16222-93C2-F0F0-15A1-15210FE19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2" y="3717032"/>
            <a:ext cx="9036496" cy="221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3605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PARETO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C50380C-1E8D-2814-697A-C511B936C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13" y="837954"/>
            <a:ext cx="5724023" cy="574540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D4067B7-0D94-1A31-4B24-7C02616D3E21}"/>
              </a:ext>
            </a:extLst>
          </p:cNvPr>
          <p:cNvSpPr txBox="1"/>
          <p:nvPr/>
        </p:nvSpPr>
        <p:spPr>
          <a:xfrm>
            <a:off x="6019628" y="1059186"/>
            <a:ext cx="26945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Uma pequena quantidade de causas é responsável pela maior parte dos efeitos.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04EB36A-093C-4487-A5B2-82FA56E95D7E}"/>
              </a:ext>
            </a:extLst>
          </p:cNvPr>
          <p:cNvSpPr txBox="1"/>
          <p:nvPr/>
        </p:nvSpPr>
        <p:spPr>
          <a:xfrm>
            <a:off x="6038369" y="1975823"/>
            <a:ext cx="26945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80% dos resultados vêm de 20% das causas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96A8FFE-09D7-1EC2-BAA0-2252BDAC298A}"/>
              </a:ext>
            </a:extLst>
          </p:cNvPr>
          <p:cNvSpPr txBox="1"/>
          <p:nvPr/>
        </p:nvSpPr>
        <p:spPr>
          <a:xfrm>
            <a:off x="6001032" y="2677016"/>
            <a:ext cx="3017155" cy="31085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dirty="0"/>
              <a:t>Após calcular:</a:t>
            </a:r>
          </a:p>
          <a:p>
            <a:endParaRPr lang="pt-BR" dirty="0"/>
          </a:p>
          <a:p>
            <a:r>
              <a:rPr lang="pt-BR" dirty="0"/>
              <a:t>Você descobre que: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2 ou 3 itens concentram ~80% do custo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o restante tem impacto muito menor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pPr>
              <a:buNone/>
            </a:pPr>
            <a:r>
              <a:rPr lang="pt-BR" dirty="0"/>
              <a:t>👉 Ou seja: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b="1" dirty="0"/>
              <a:t>não faz sentido gastar o mesmo esforço em todos os itens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9886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PARETO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51C7E57-6D1F-36ED-BBB0-BC00971F2636}"/>
              </a:ext>
            </a:extLst>
          </p:cNvPr>
          <p:cNvSpPr txBox="1"/>
          <p:nvPr/>
        </p:nvSpPr>
        <p:spPr>
          <a:xfrm>
            <a:off x="433116" y="1052736"/>
            <a:ext cx="7667275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📈 Como é um Gráfico de Pareto</a:t>
            </a:r>
          </a:p>
          <a:p>
            <a:pPr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dirty="0"/>
              <a:t>Um gráfico de Pareto combina: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📊 </a:t>
            </a:r>
            <a:r>
              <a:rPr lang="pt-BR" b="1" dirty="0"/>
              <a:t>Barras (colunas)</a:t>
            </a:r>
            <a:r>
              <a:rPr lang="pt-BR" dirty="0"/>
              <a:t> → valor de cada item (ordenado do maior para o menor)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📈 </a:t>
            </a:r>
            <a:r>
              <a:rPr lang="pt-BR" b="1" dirty="0"/>
              <a:t>Linha acumulada (%)</a:t>
            </a:r>
            <a:r>
              <a:rPr lang="pt-BR" dirty="0"/>
              <a:t> → mostra o impacto total acumulado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C7D5CB5-2659-2A25-114B-5D025F498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962" y="2724106"/>
            <a:ext cx="5934075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60563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PARETO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610B6BB-9E77-61CA-6325-A016A9E40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980728"/>
            <a:ext cx="8262664" cy="202484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67D92F5D-FE62-988D-6DD6-B625792B2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3068960"/>
            <a:ext cx="6281260" cy="3587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93657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Classificação ABC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81E5CFE-9242-3150-90CC-F57F764F74D0}"/>
              </a:ext>
            </a:extLst>
          </p:cNvPr>
          <p:cNvSpPr txBox="1"/>
          <p:nvPr/>
        </p:nvSpPr>
        <p:spPr>
          <a:xfrm>
            <a:off x="683568" y="980728"/>
            <a:ext cx="7848872" cy="8925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None/>
            </a:pPr>
            <a:r>
              <a:rPr lang="pt-BR" b="1" dirty="0"/>
              <a:t>🎯 Curva ABC – Conceito</a:t>
            </a:r>
          </a:p>
          <a:p>
            <a:pPr>
              <a:buNone/>
            </a:pPr>
            <a:r>
              <a:rPr lang="pt-BR" dirty="0"/>
              <a:t>A </a:t>
            </a:r>
            <a:r>
              <a:rPr lang="pt-BR" b="1" dirty="0"/>
              <a:t>Curva ABC</a:t>
            </a:r>
            <a:r>
              <a:rPr lang="pt-BR" dirty="0"/>
              <a:t> é uma técnica de classificação que utiliza o princípio de Pareto para separar os itens de acordo com sua </a:t>
            </a:r>
            <a:r>
              <a:rPr lang="pt-BR" b="1" dirty="0"/>
              <a:t>importância relativa (geralmente financeira)</a:t>
            </a:r>
            <a:r>
              <a:rPr lang="pt-BR" dirty="0"/>
              <a:t>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0315A63-6AE7-1957-0B31-713BC1364C77}"/>
              </a:ext>
            </a:extLst>
          </p:cNvPr>
          <p:cNvSpPr txBox="1"/>
          <p:nvPr/>
        </p:nvSpPr>
        <p:spPr>
          <a:xfrm>
            <a:off x="683568" y="2276872"/>
            <a:ext cx="7560840" cy="6771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None/>
            </a:pPr>
            <a:r>
              <a:rPr lang="pt-BR" b="1" dirty="0"/>
              <a:t>🧠 Ideia central</a:t>
            </a:r>
          </a:p>
          <a:p>
            <a:pPr>
              <a:buNone/>
            </a:pPr>
            <a:r>
              <a:rPr lang="pt-BR" dirty="0"/>
              <a:t>Nem todos os itens têm a mesma relevância — alguns merecem muito mais atenção.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EEC9B1DC-D12D-D064-FFA9-91EC29C8E909}"/>
              </a:ext>
            </a:extLst>
          </p:cNvPr>
          <p:cNvSpPr txBox="1"/>
          <p:nvPr/>
        </p:nvSpPr>
        <p:spPr>
          <a:xfrm>
            <a:off x="683568" y="342900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📊 </a:t>
            </a:r>
            <a:r>
              <a:rPr lang="pt-BR" b="1" dirty="0"/>
              <a:t>Classificação ABC</a:t>
            </a:r>
            <a:endParaRPr lang="pt-BR" dirty="0"/>
          </a:p>
        </p:txBody>
      </p:sp>
      <p:graphicFrame>
        <p:nvGraphicFramePr>
          <p:cNvPr id="25" name="Tabela 24">
            <a:extLst>
              <a:ext uri="{FF2B5EF4-FFF2-40B4-BE49-F238E27FC236}">
                <a16:creationId xmlns:a16="http://schemas.microsoft.com/office/drawing/2014/main" id="{91634FF4-F794-AA8E-C599-A6235B9C8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703916"/>
              </p:ext>
            </p:extLst>
          </p:nvPr>
        </p:nvGraphicFramePr>
        <p:xfrm>
          <a:off x="1475656" y="4077072"/>
          <a:ext cx="6480720" cy="1219200"/>
        </p:xfrm>
        <a:graphic>
          <a:graphicData uri="http://schemas.openxmlformats.org/drawingml/2006/table">
            <a:tbl>
              <a:tblPr/>
              <a:tblGrid>
                <a:gridCol w="1065077">
                  <a:extLst>
                    <a:ext uri="{9D8B030D-6E8A-4147-A177-3AD203B41FA5}">
                      <a16:colId xmlns:a16="http://schemas.microsoft.com/office/drawing/2014/main" val="3998015459"/>
                    </a:ext>
                  </a:extLst>
                </a:gridCol>
                <a:gridCol w="1952642">
                  <a:extLst>
                    <a:ext uri="{9D8B030D-6E8A-4147-A177-3AD203B41FA5}">
                      <a16:colId xmlns:a16="http://schemas.microsoft.com/office/drawing/2014/main" val="2746449316"/>
                    </a:ext>
                  </a:extLst>
                </a:gridCol>
                <a:gridCol w="3463001">
                  <a:extLst>
                    <a:ext uri="{9D8B030D-6E8A-4147-A177-3AD203B41FA5}">
                      <a16:colId xmlns:a16="http://schemas.microsoft.com/office/drawing/2014/main" val="749998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Classe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Representatividade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Característica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702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A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~70% a 80% do valor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Poucos itens, alto impacto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4259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B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~15% a 25%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Impacto intermediário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4488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C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~5% a 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Muitos itens, baixo impacto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685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529847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Classificação ABC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73B9680-EAAF-20D2-BC3C-3AC40D1ED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1144323"/>
            <a:ext cx="6584974" cy="543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1949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Classificação ABC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F6F0200-B3EF-377C-DCA1-1FFBD568E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62125"/>
            <a:ext cx="472440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57380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Classificação ABC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0FF26FC-A45C-75C3-063B-B972F11C5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35" y="908720"/>
            <a:ext cx="8786930" cy="315244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17B6B10-6E91-9E73-0EE7-38025D42B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824" y="3356992"/>
            <a:ext cx="5526536" cy="344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58926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name="FundoUniville">
  <a:themeElements>
    <a:clrScheme name="FundoUniville.po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481949d-5487-4397-853b-0f191069bf00}" enabled="1" method="Privileged" siteId="{57fe0ac9-f7f7-4580-8b30-5aa7f0ac8e3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1546</TotalTime>
  <Words>5398</Words>
  <Application>Microsoft Office PowerPoint</Application>
  <PresentationFormat>Apresentação na tela (4:3)</PresentationFormat>
  <Paragraphs>936</Paragraphs>
  <Slides>76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76</vt:i4>
      </vt:variant>
    </vt:vector>
  </HeadingPairs>
  <TitlesOfParts>
    <vt:vector size="84" baseType="lpstr">
      <vt:lpstr>Arial</vt:lpstr>
      <vt:lpstr>Calibri</vt:lpstr>
      <vt:lpstr>Google Sans</vt:lpstr>
      <vt:lpstr>Segoe UI Emoji</vt:lpstr>
      <vt:lpstr>Symbol</vt:lpstr>
      <vt:lpstr>Times New Roman</vt:lpstr>
      <vt:lpstr>Wingdings</vt:lpstr>
      <vt:lpstr>FundoUniville</vt:lpstr>
      <vt:lpstr>Fundamentos de Gestão e Sistemas de Informação</vt:lpstr>
      <vt:lpstr>Apresentação do PowerPoint</vt:lpstr>
      <vt:lpstr>Contextualização</vt:lpstr>
      <vt:lpstr>Contextualização</vt:lpstr>
      <vt:lpstr>Conceitos</vt:lpstr>
      <vt:lpstr>Conceitos</vt:lpstr>
      <vt:lpstr>Conceitos: GESTÃO</vt:lpstr>
      <vt:lpstr>Conceitos: EFICIÊNCIA x EFICÁCIA</vt:lpstr>
      <vt:lpstr>Conceitos: EFICIÊNCIA x EFICÁCIA</vt:lpstr>
      <vt:lpstr>Conceitos: EFICIÊNCIA x EFICÁCIA</vt:lpstr>
      <vt:lpstr>Conceitos: Gestão</vt:lpstr>
      <vt:lpstr>Conceitos: SISTEMAS</vt:lpstr>
      <vt:lpstr>Conceitos: SISTEMAS</vt:lpstr>
      <vt:lpstr>Conceitos: SISTEMAS DE INFORMAÇÃO</vt:lpstr>
      <vt:lpstr>Conceitos: SISTEMAS DE INFORMAÇÃO</vt:lpstr>
      <vt:lpstr>Conceitos: SISTEMAS DE INFORMAÇÃO</vt:lpstr>
      <vt:lpstr>Conceitos: SÍNTESE</vt:lpstr>
      <vt:lpstr>Atividade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Revisão</vt:lpstr>
      <vt:lpstr>Exercício: Atividade 002 </vt:lpstr>
      <vt:lpstr>Exercício: Atividade 002 </vt:lpstr>
      <vt:lpstr>Exercício: Atividade 002 </vt:lpstr>
      <vt:lpstr>Exercício: Atividade 002 </vt:lpstr>
      <vt:lpstr>Exercício: Atividade 002 </vt:lpstr>
      <vt:lpstr>Exercício: Atividade 002 </vt:lpstr>
      <vt:lpstr>Exercício: Atividade 002 </vt:lpstr>
      <vt:lpstr>Exercício: Atividade 002 </vt:lpstr>
      <vt:lpstr>Exercício: Atividade 002 </vt:lpstr>
      <vt:lpstr>Fundamentos Teóricos </vt:lpstr>
      <vt:lpstr>Fundamentos Teóricos </vt:lpstr>
      <vt:lpstr>Fundamentos Teóricos </vt:lpstr>
      <vt:lpstr>Fundamentos Teóricos </vt:lpstr>
      <vt:lpstr>Fundamentos Teóricos </vt:lpstr>
      <vt:lpstr>Fundamentos Teóricos </vt:lpstr>
      <vt:lpstr>Fundamentos Teóricos </vt:lpstr>
      <vt:lpstr>Fundamentos Teóricos </vt:lpstr>
      <vt:lpstr>PARETO </vt:lpstr>
      <vt:lpstr>PARETO </vt:lpstr>
      <vt:lpstr>PARETO </vt:lpstr>
      <vt:lpstr>Classificação ABC </vt:lpstr>
      <vt:lpstr>Classificação ABC </vt:lpstr>
      <vt:lpstr>Classificação ABC </vt:lpstr>
      <vt:lpstr>Classificação ABC 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Rosalvo Medeiros</dc:creator>
  <cp:lastModifiedBy>Rosalvo Medeiros</cp:lastModifiedBy>
  <cp:revision>52</cp:revision>
  <dcterms:modified xsi:type="dcterms:W3CDTF">2026-03-18T01:07:06Z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481949d-5487-4397-853b-0f191069bf00_Enabled">
    <vt:lpwstr>true</vt:lpwstr>
  </property>
  <property fmtid="{D5CDD505-2E9C-101B-9397-08002B2CF9AE}" pid="3" name="MSIP_Label_c481949d-5487-4397-853b-0f191069bf00_SetDate">
    <vt:lpwstr>2020-02-17T21:33:50Z</vt:lpwstr>
  </property>
  <property fmtid="{D5CDD505-2E9C-101B-9397-08002B2CF9AE}" pid="4" name="MSIP_Label_c481949d-5487-4397-853b-0f191069bf00_Method">
    <vt:lpwstr>Privileged</vt:lpwstr>
  </property>
  <property fmtid="{D5CDD505-2E9C-101B-9397-08002B2CF9AE}" pid="5" name="MSIP_Label_c481949d-5487-4397-853b-0f191069bf00_Name">
    <vt:lpwstr>Publica</vt:lpwstr>
  </property>
  <property fmtid="{D5CDD505-2E9C-101B-9397-08002B2CF9AE}" pid="6" name="MSIP_Label_c481949d-5487-4397-853b-0f191069bf00_SiteId">
    <vt:lpwstr>57fe0ac9-f7f7-4580-8b30-5aa7f0ac8e3b</vt:lpwstr>
  </property>
  <property fmtid="{D5CDD505-2E9C-101B-9397-08002B2CF9AE}" pid="7" name="MSIP_Label_c481949d-5487-4397-853b-0f191069bf00_ActionId">
    <vt:lpwstr>0268edaa-6177-4365-b375-000039d84d77</vt:lpwstr>
  </property>
  <property fmtid="{D5CDD505-2E9C-101B-9397-08002B2CF9AE}" pid="8" name="MSIP_Label_c481949d-5487-4397-853b-0f191069bf00_ContentBits">
    <vt:lpwstr>1</vt:lpwstr>
  </property>
</Properties>
</file>