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91"/>
  </p:notesMasterIdLst>
  <p:handoutMasterIdLst>
    <p:handoutMasterId r:id="rId92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350" r:id="rId52"/>
    <p:sldId id="351" r:id="rId53"/>
    <p:sldId id="359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60" r:id="rId62"/>
    <p:sldId id="362" r:id="rId63"/>
    <p:sldId id="363" r:id="rId64"/>
    <p:sldId id="364" r:id="rId65"/>
    <p:sldId id="365" r:id="rId66"/>
    <p:sldId id="366" r:id="rId67"/>
    <p:sldId id="367" r:id="rId68"/>
    <p:sldId id="368" r:id="rId69"/>
    <p:sldId id="361" r:id="rId70"/>
    <p:sldId id="370" r:id="rId71"/>
    <p:sldId id="369" r:id="rId72"/>
    <p:sldId id="371" r:id="rId73"/>
    <p:sldId id="372" r:id="rId74"/>
    <p:sldId id="373" r:id="rId75"/>
    <p:sldId id="374" r:id="rId76"/>
    <p:sldId id="375" r:id="rId77"/>
    <p:sldId id="376" r:id="rId78"/>
    <p:sldId id="377" r:id="rId79"/>
    <p:sldId id="378" r:id="rId80"/>
    <p:sldId id="379" r:id="rId81"/>
    <p:sldId id="380" r:id="rId82"/>
    <p:sldId id="381" r:id="rId83"/>
    <p:sldId id="382" r:id="rId84"/>
    <p:sldId id="383" r:id="rId85"/>
    <p:sldId id="384" r:id="rId86"/>
    <p:sldId id="385" r:id="rId87"/>
    <p:sldId id="386" r:id="rId88"/>
    <p:sldId id="387" r:id="rId89"/>
    <p:sldId id="259" r:id="rId90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156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6086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sldOrd modMainMaster modNotesMaster">
      <pc:chgData name="Rosalvo Medeiros" userId="52f93e62-72bc-4d5d-8e07-af043120901b" providerId="ADAL" clId="{40095463-1CA9-41B2-94DA-1CD85C949CC9}" dt="2026-03-17T18:23:31.657" v="4024" actId="1076"/>
      <pc:docMkLst>
        <pc:docMk/>
      </pc:docMkLst>
      <pc:sldChg chg="modSp mod modClrScheme chgLayout">
        <pc:chgData name="Rosalvo Medeiros" userId="52f93e62-72bc-4d5d-8e07-af043120901b" providerId="ADAL" clId="{40095463-1CA9-41B2-94DA-1CD85C949CC9}" dt="2026-02-24T12:18:13.074" v="100" actId="1076"/>
        <pc:sldMkLst>
          <pc:docMk/>
          <pc:sldMk cId="0" sldId="256"/>
        </pc:sldMkLst>
        <pc:spChg chg="mod ord">
          <ac:chgData name="Rosalvo Medeiros" userId="52f93e62-72bc-4d5d-8e07-af043120901b" providerId="ADAL" clId="{40095463-1CA9-41B2-94DA-1CD85C949CC9}" dt="2026-02-24T12:17:39.090" v="94" actId="1076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salvo Medeiros" userId="52f93e62-72bc-4d5d-8e07-af043120901b" providerId="ADAL" clId="{40095463-1CA9-41B2-94DA-1CD85C949CC9}" dt="2026-02-24T12:18:13.074" v="100" actId="1076"/>
          <ac:spMkLst>
            <pc:docMk/>
            <pc:sldMk cId="0" sldId="256"/>
            <ac:spMk id="32" creationId="{00000000-0000-0000-0000-000000000000}"/>
          </ac:spMkLst>
        </pc:spChg>
      </pc:sldChg>
      <pc:sldChg chg="addSp delSp modSp mod">
        <pc:chgData name="Rosalvo Medeiros" userId="52f93e62-72bc-4d5d-8e07-af043120901b" providerId="ADAL" clId="{40095463-1CA9-41B2-94DA-1CD85C949CC9}" dt="2026-02-24T14:06:26.046" v="493" actId="14100"/>
        <pc:sldMkLst>
          <pc:docMk/>
          <pc:sldMk cId="1652147480" sldId="269"/>
        </pc:sldMkLst>
        <pc:spChg chg="mod">
          <ac:chgData name="Rosalvo Medeiros" userId="52f93e62-72bc-4d5d-8e07-af043120901b" providerId="ADAL" clId="{40095463-1CA9-41B2-94DA-1CD85C949CC9}" dt="2026-02-24T14:06:26.046" v="493" actId="14100"/>
          <ac:spMkLst>
            <pc:docMk/>
            <pc:sldMk cId="1652147480" sldId="269"/>
            <ac:spMk id="3" creationId="{00000000-0000-0000-0000-000000000000}"/>
          </ac:spMkLst>
        </pc:spChg>
      </pc:sldChg>
      <pc:sldChg chg="modSp">
        <pc:chgData name="Rosalvo Medeiros" userId="52f93e62-72bc-4d5d-8e07-af043120901b" providerId="ADAL" clId="{40095463-1CA9-41B2-94DA-1CD85C949CC9}" dt="2026-02-24T12:08:34.688" v="18"/>
        <pc:sldMkLst>
          <pc:docMk/>
          <pc:sldMk cId="1802180162" sldId="299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802180162" sldId="299"/>
            <ac:spMk id="14338" creationId="{00000000-0000-0000-0000-000000000000}"/>
          </ac:spMkLst>
        </pc:spChg>
      </pc:sldChg>
      <pc:sldChg chg="addSp delSp modSp mod modAnim">
        <pc:chgData name="Rosalvo Medeiros" userId="52f93e62-72bc-4d5d-8e07-af043120901b" providerId="ADAL" clId="{40095463-1CA9-41B2-94DA-1CD85C949CC9}" dt="2026-02-24T18:08:02.052" v="1153"/>
        <pc:sldMkLst>
          <pc:docMk/>
          <pc:sldMk cId="4143733504" sldId="300"/>
        </pc:sldMkLst>
        <pc:spChg chg="mod">
          <ac:chgData name="Rosalvo Medeiros" userId="52f93e62-72bc-4d5d-8e07-af043120901b" providerId="ADAL" clId="{40095463-1CA9-41B2-94DA-1CD85C949CC9}" dt="2026-02-24T18:04:44.613" v="1120" actId="20577"/>
          <ac:spMkLst>
            <pc:docMk/>
            <pc:sldMk cId="4143733504" sldId="30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2-24T18:06:43.292" v="1141" actId="1076"/>
          <ac:spMkLst>
            <pc:docMk/>
            <pc:sldMk cId="4143733504" sldId="300"/>
            <ac:spMk id="6" creationId="{7CC1F771-3369-B761-4618-4EB3344C0FBE}"/>
          </ac:spMkLst>
        </pc:spChg>
        <pc:spChg chg="add mod">
          <ac:chgData name="Rosalvo Medeiros" userId="52f93e62-72bc-4d5d-8e07-af043120901b" providerId="ADAL" clId="{40095463-1CA9-41B2-94DA-1CD85C949CC9}" dt="2026-02-24T18:07:41.737" v="1152" actId="1076"/>
          <ac:spMkLst>
            <pc:docMk/>
            <pc:sldMk cId="4143733504" sldId="300"/>
            <ac:spMk id="7" creationId="{48B71A7C-3C04-C03C-3311-A826E8421667}"/>
          </ac:spMkLst>
        </pc:spChg>
        <pc:graphicFrameChg chg="add mod modGraphic">
          <ac:chgData name="Rosalvo Medeiros" userId="52f93e62-72bc-4d5d-8e07-af043120901b" providerId="ADAL" clId="{40095463-1CA9-41B2-94DA-1CD85C949CC9}" dt="2026-02-24T18:06:23.658" v="1135" actId="1076"/>
          <ac:graphicFrameMkLst>
            <pc:docMk/>
            <pc:sldMk cId="4143733504" sldId="300"/>
            <ac:graphicFrameMk id="2" creationId="{E22D3DB9-2260-2694-A540-63EBCE9ADB57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2:40:23.208" v="438"/>
        <pc:sldMkLst>
          <pc:docMk/>
          <pc:sldMk cId="1620569640" sldId="304"/>
        </pc:sldMkLst>
        <pc:spChg chg="add mod">
          <ac:chgData name="Rosalvo Medeiros" userId="52f93e62-72bc-4d5d-8e07-af043120901b" providerId="ADAL" clId="{40095463-1CA9-41B2-94DA-1CD85C949CC9}" dt="2026-02-24T12:30:45.469" v="234" actId="255"/>
          <ac:spMkLst>
            <pc:docMk/>
            <pc:sldMk cId="1620569640" sldId="304"/>
            <ac:spMk id="3" creationId="{31F8ECF2-EDAB-60D4-9983-DAD1081CA538}"/>
          </ac:spMkLst>
        </pc:spChg>
        <pc:spChg chg="add mod">
          <ac:chgData name="Rosalvo Medeiros" userId="52f93e62-72bc-4d5d-8e07-af043120901b" providerId="ADAL" clId="{40095463-1CA9-41B2-94DA-1CD85C949CC9}" dt="2026-02-24T12:31:29.971" v="257" actId="20577"/>
          <ac:spMkLst>
            <pc:docMk/>
            <pc:sldMk cId="1620569640" sldId="304"/>
            <ac:spMk id="4" creationId="{BF038074-5186-FE7F-DA49-568A845AECA6}"/>
          </ac:spMkLst>
        </pc:spChg>
        <pc:spChg chg="add mod">
          <ac:chgData name="Rosalvo Medeiros" userId="52f93e62-72bc-4d5d-8e07-af043120901b" providerId="ADAL" clId="{40095463-1CA9-41B2-94DA-1CD85C949CC9}" dt="2026-02-24T12:32:07.203" v="272" actId="20577"/>
          <ac:spMkLst>
            <pc:docMk/>
            <pc:sldMk cId="1620569640" sldId="304"/>
            <ac:spMk id="5" creationId="{501F3D05-B805-C998-11EA-324F32D20B92}"/>
          </ac:spMkLst>
        </pc:spChg>
        <pc:spChg chg="add mod">
          <ac:chgData name="Rosalvo Medeiros" userId="52f93e62-72bc-4d5d-8e07-af043120901b" providerId="ADAL" clId="{40095463-1CA9-41B2-94DA-1CD85C949CC9}" dt="2026-02-24T12:33:09.970" v="297" actId="20577"/>
          <ac:spMkLst>
            <pc:docMk/>
            <pc:sldMk cId="1620569640" sldId="304"/>
            <ac:spMk id="6" creationId="{2CA20D22-A267-53CC-67C7-EF74F2950536}"/>
          </ac:spMkLst>
        </pc:spChg>
        <pc:spChg chg="add mod">
          <ac:chgData name="Rosalvo Medeiros" userId="52f93e62-72bc-4d5d-8e07-af043120901b" providerId="ADAL" clId="{40095463-1CA9-41B2-94DA-1CD85C949CC9}" dt="2026-02-24T12:37:23.044" v="396" actId="14100"/>
          <ac:spMkLst>
            <pc:docMk/>
            <pc:sldMk cId="1620569640" sldId="304"/>
            <ac:spMk id="10" creationId="{AE023DA9-D047-E97E-999A-821C0DE2A10D}"/>
          </ac:spMkLst>
        </pc:spChg>
        <pc:spChg chg="add mod">
          <ac:chgData name="Rosalvo Medeiros" userId="52f93e62-72bc-4d5d-8e07-af043120901b" providerId="ADAL" clId="{40095463-1CA9-41B2-94DA-1CD85C949CC9}" dt="2026-02-24T12:37:54.377" v="423" actId="1076"/>
          <ac:spMkLst>
            <pc:docMk/>
            <pc:sldMk cId="1620569640" sldId="304"/>
            <ac:spMk id="11" creationId="{F3427474-C70D-2A78-F72B-C5A0B9AAEDC4}"/>
          </ac:spMkLst>
        </pc:spChg>
        <pc:spChg chg="mod">
          <ac:chgData name="Rosalvo Medeiros" userId="52f93e62-72bc-4d5d-8e07-af043120901b" providerId="ADAL" clId="{40095463-1CA9-41B2-94DA-1CD85C949CC9}" dt="2026-02-24T12:07:36.969" v="14" actId="14100"/>
          <ac:spMkLst>
            <pc:docMk/>
            <pc:sldMk cId="1620569640" sldId="304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2:40:03.195" v="436" actId="14100"/>
          <ac:spMkLst>
            <pc:docMk/>
            <pc:sldMk cId="1620569640" sldId="304"/>
            <ac:spMk id="35843" creationId="{1065AF43-AB31-4106-A9A1-45F974BD61FF}"/>
          </ac:spMkLst>
        </pc:spChg>
      </pc:sldChg>
      <pc:sldChg chg="modSp add mod">
        <pc:chgData name="Rosalvo Medeiros" userId="52f93e62-72bc-4d5d-8e07-af043120901b" providerId="ADAL" clId="{40095463-1CA9-41B2-94DA-1CD85C949CC9}" dt="2026-02-24T12:35:58.848" v="377" actId="1076"/>
        <pc:sldMkLst>
          <pc:docMk/>
          <pc:sldMk cId="2436249082" sldId="305"/>
        </pc:sldMkLst>
        <pc:spChg chg="mod">
          <ac:chgData name="Rosalvo Medeiros" userId="52f93e62-72bc-4d5d-8e07-af043120901b" providerId="ADAL" clId="{40095463-1CA9-41B2-94DA-1CD85C949CC9}" dt="2026-02-24T12:33:49.072" v="315" actId="20577"/>
          <ac:spMkLst>
            <pc:docMk/>
            <pc:sldMk cId="2436249082" sldId="305"/>
            <ac:spMk id="3" creationId="{31F8ECF2-EDAB-60D4-9983-DAD1081CA538}"/>
          </ac:spMkLst>
        </pc:spChg>
        <pc:spChg chg="mod">
          <ac:chgData name="Rosalvo Medeiros" userId="52f93e62-72bc-4d5d-8e07-af043120901b" providerId="ADAL" clId="{40095463-1CA9-41B2-94DA-1CD85C949CC9}" dt="2026-02-24T12:35:58.848" v="377" actId="1076"/>
          <ac:spMkLst>
            <pc:docMk/>
            <pc:sldMk cId="2436249082" sldId="305"/>
            <ac:spMk id="4" creationId="{BF038074-5186-FE7F-DA49-568A845AECA6}"/>
          </ac:spMkLst>
        </pc:spChg>
        <pc:spChg chg="mod">
          <ac:chgData name="Rosalvo Medeiros" userId="52f93e62-72bc-4d5d-8e07-af043120901b" providerId="ADAL" clId="{40095463-1CA9-41B2-94DA-1CD85C949CC9}" dt="2026-02-24T12:35:50.323" v="375" actId="1076"/>
          <ac:spMkLst>
            <pc:docMk/>
            <pc:sldMk cId="2436249082" sldId="305"/>
            <ac:spMk id="5" creationId="{501F3D05-B805-C998-11EA-324F32D20B92}"/>
          </ac:spMkLst>
        </pc:spChg>
        <pc:spChg chg="mod">
          <ac:chgData name="Rosalvo Medeiros" userId="52f93e62-72bc-4d5d-8e07-af043120901b" providerId="ADAL" clId="{40095463-1CA9-41B2-94DA-1CD85C949CC9}" dt="2026-02-24T12:35:54.347" v="376" actId="1076"/>
          <ac:spMkLst>
            <pc:docMk/>
            <pc:sldMk cId="2436249082" sldId="305"/>
            <ac:spMk id="6" creationId="{2CA20D22-A267-53CC-67C7-EF74F2950536}"/>
          </ac:spMkLst>
        </pc:spChg>
        <pc:spChg chg="mod">
          <ac:chgData name="Rosalvo Medeiros" userId="52f93e62-72bc-4d5d-8e07-af043120901b" providerId="ADAL" clId="{40095463-1CA9-41B2-94DA-1CD85C949CC9}" dt="2026-02-24T12:28:24.908" v="179" actId="14100"/>
          <ac:spMkLst>
            <pc:docMk/>
            <pc:sldMk cId="2436249082" sldId="305"/>
            <ac:spMk id="35843" creationId="{1065AF43-AB31-4106-A9A1-45F974BD61FF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2:51:00.283" v="481" actId="113"/>
        <pc:sldMkLst>
          <pc:docMk/>
          <pc:sldMk cId="650240911" sldId="306"/>
        </pc:sldMkLst>
        <pc:spChg chg="add mod">
          <ac:chgData name="Rosalvo Medeiros" userId="52f93e62-72bc-4d5d-8e07-af043120901b" providerId="ADAL" clId="{40095463-1CA9-41B2-94DA-1CD85C949CC9}" dt="2026-02-24T12:48:59.580" v="471" actId="1076"/>
          <ac:spMkLst>
            <pc:docMk/>
            <pc:sldMk cId="650240911" sldId="306"/>
            <ac:spMk id="10" creationId="{CBD12C47-DD89-903B-7838-AABD29A0C46C}"/>
          </ac:spMkLst>
        </pc:spChg>
        <pc:spChg chg="mod">
          <ac:chgData name="Rosalvo Medeiros" userId="52f93e62-72bc-4d5d-8e07-af043120901b" providerId="ADAL" clId="{40095463-1CA9-41B2-94DA-1CD85C949CC9}" dt="2026-02-24T12:45:33.039" v="458" actId="20577"/>
          <ac:spMkLst>
            <pc:docMk/>
            <pc:sldMk cId="650240911" sldId="306"/>
            <ac:spMk id="14338" creationId="{33398789-1F2E-D137-849D-3217D453F81E}"/>
          </ac:spMkLst>
        </pc:spChg>
        <pc:graphicFrameChg chg="add mod modGraphic">
          <ac:chgData name="Rosalvo Medeiros" userId="52f93e62-72bc-4d5d-8e07-af043120901b" providerId="ADAL" clId="{40095463-1CA9-41B2-94DA-1CD85C949CC9}" dt="2026-02-24T12:51:00.283" v="481" actId="113"/>
          <ac:graphicFrameMkLst>
            <pc:docMk/>
            <pc:sldMk cId="650240911" sldId="306"/>
            <ac:graphicFrameMk id="8" creationId="{54D6F57D-0834-8435-05D6-61283583EEF8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2-24T14:18:26.681" v="565"/>
        <pc:sldMkLst>
          <pc:docMk/>
          <pc:sldMk cId="2290673271" sldId="307"/>
        </pc:sldMkLst>
        <pc:spChg chg="add mod">
          <ac:chgData name="Rosalvo Medeiros" userId="52f93e62-72bc-4d5d-8e07-af043120901b" providerId="ADAL" clId="{40095463-1CA9-41B2-94DA-1CD85C949CC9}" dt="2026-02-24T14:15:20.802" v="553" actId="1076"/>
          <ac:spMkLst>
            <pc:docMk/>
            <pc:sldMk cId="2290673271" sldId="307"/>
            <ac:spMk id="4" creationId="{B118B071-19C4-A40E-5C3C-3BAC42D0703A}"/>
          </ac:spMkLst>
        </pc:spChg>
        <pc:spChg chg="add mod">
          <ac:chgData name="Rosalvo Medeiros" userId="52f93e62-72bc-4d5d-8e07-af043120901b" providerId="ADAL" clId="{40095463-1CA9-41B2-94DA-1CD85C949CC9}" dt="2026-02-24T14:15:24.044" v="554" actId="1076"/>
          <ac:spMkLst>
            <pc:docMk/>
            <pc:sldMk cId="2290673271" sldId="307"/>
            <ac:spMk id="8" creationId="{6764B7D1-67F4-CC06-DD60-63A4AE85A0AE}"/>
          </ac:spMkLst>
        </pc:spChg>
        <pc:spChg chg="add mod">
          <ac:chgData name="Rosalvo Medeiros" userId="52f93e62-72bc-4d5d-8e07-af043120901b" providerId="ADAL" clId="{40095463-1CA9-41B2-94DA-1CD85C949CC9}" dt="2026-02-24T14:15:39.216" v="558" actId="108"/>
          <ac:spMkLst>
            <pc:docMk/>
            <pc:sldMk cId="2290673271" sldId="307"/>
            <ac:spMk id="10" creationId="{756C12CE-012E-ADF0-7D95-AE1CD7F38EB4}"/>
          </ac:spMkLst>
        </pc:spChg>
        <pc:spChg chg="add mod">
          <ac:chgData name="Rosalvo Medeiros" userId="52f93e62-72bc-4d5d-8e07-af043120901b" providerId="ADAL" clId="{40095463-1CA9-41B2-94DA-1CD85C949CC9}" dt="2026-02-24T14:17:49.011" v="561" actId="1076"/>
          <ac:spMkLst>
            <pc:docMk/>
            <pc:sldMk cId="2290673271" sldId="307"/>
            <ac:spMk id="12" creationId="{30939B17-5C84-8706-9074-974F8C028E25}"/>
          </ac:spMkLst>
        </pc:spChg>
        <pc:spChg chg="add del mod">
          <ac:chgData name="Rosalvo Medeiros" userId="52f93e62-72bc-4d5d-8e07-af043120901b" providerId="ADAL" clId="{40095463-1CA9-41B2-94DA-1CD85C949CC9}" dt="2026-02-24T14:15:12.675" v="551" actId="14100"/>
          <ac:spMkLst>
            <pc:docMk/>
            <pc:sldMk cId="2290673271" sldId="307"/>
            <ac:spMk id="35843" creationId="{00000000-0000-0000-0000-000000000000}"/>
          </ac:spMkLst>
        </pc:spChg>
        <pc:graphicFrameChg chg="add mod modGraphic">
          <ac:chgData name="Rosalvo Medeiros" userId="52f93e62-72bc-4d5d-8e07-af043120901b" providerId="ADAL" clId="{40095463-1CA9-41B2-94DA-1CD85C949CC9}" dt="2026-02-24T14:15:16.241" v="552" actId="1076"/>
          <ac:graphicFrameMkLst>
            <pc:docMk/>
            <pc:sldMk cId="2290673271" sldId="307"/>
            <ac:graphicFrameMk id="2" creationId="{6810A836-26A4-EE26-E766-B9AD27E2B12F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4:25:55.876" v="617"/>
        <pc:sldMkLst>
          <pc:docMk/>
          <pc:sldMk cId="873148110" sldId="308"/>
        </pc:sldMkLst>
        <pc:spChg chg="add mod">
          <ac:chgData name="Rosalvo Medeiros" userId="52f93e62-72bc-4d5d-8e07-af043120901b" providerId="ADAL" clId="{40095463-1CA9-41B2-94DA-1CD85C949CC9}" dt="2026-02-24T14:25:27.719" v="615" actId="108"/>
          <ac:spMkLst>
            <pc:docMk/>
            <pc:sldMk cId="873148110" sldId="308"/>
            <ac:spMk id="9" creationId="{FCDB5326-395E-6020-6C6A-E7BF8ABEA5DD}"/>
          </ac:spMkLst>
        </pc:spChg>
        <pc:spChg chg="mod">
          <ac:chgData name="Rosalvo Medeiros" userId="52f93e62-72bc-4d5d-8e07-af043120901b" providerId="ADAL" clId="{40095463-1CA9-41B2-94DA-1CD85C949CC9}" dt="2026-02-24T14:21:39.948" v="596" actId="20577"/>
          <ac:spMkLst>
            <pc:docMk/>
            <pc:sldMk cId="873148110" sldId="308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4:24:47.564" v="609"/>
          <ac:spMkLst>
            <pc:docMk/>
            <pc:sldMk cId="873148110" sldId="308"/>
            <ac:spMk id="35843" creationId="{1065AF43-AB31-4106-A9A1-45F974BD61FF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2-24T14:35:24.541" v="733" actId="1076"/>
        <pc:sldMkLst>
          <pc:docMk/>
          <pc:sldMk cId="1021563305" sldId="309"/>
        </pc:sldMkLst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11" creationId="{B471ED1A-2186-CFBC-5D18-4D33458E7337}"/>
          </ac:spMkLst>
        </pc:spChg>
        <pc:spChg chg="add mod">
          <ac:chgData name="Rosalvo Medeiros" userId="52f93e62-72bc-4d5d-8e07-af043120901b" providerId="ADAL" clId="{40095463-1CA9-41B2-94DA-1CD85C949CC9}" dt="2026-02-24T14:34:47.456" v="728" actId="1076"/>
          <ac:spMkLst>
            <pc:docMk/>
            <pc:sldMk cId="1021563305" sldId="309"/>
            <ac:spMk id="15" creationId="{04A6DB49-CDFD-2B08-DF2B-222161DD90F7}"/>
          </ac:spMkLst>
        </pc:spChg>
        <pc:spChg chg="add mod">
          <ac:chgData name="Rosalvo Medeiros" userId="52f93e62-72bc-4d5d-8e07-af043120901b" providerId="ADAL" clId="{40095463-1CA9-41B2-94DA-1CD85C949CC9}" dt="2026-02-24T14:34:41.288" v="727" actId="1076"/>
          <ac:spMkLst>
            <pc:docMk/>
            <pc:sldMk cId="1021563305" sldId="309"/>
            <ac:spMk id="21" creationId="{AE67E4B2-A636-F058-2B8D-19A6B2914724}"/>
          </ac:spMkLst>
        </pc:spChg>
        <pc:spChg chg="add mod">
          <ac:chgData name="Rosalvo Medeiros" userId="52f93e62-72bc-4d5d-8e07-af043120901b" providerId="ADAL" clId="{40095463-1CA9-41B2-94DA-1CD85C949CC9}" dt="2026-02-24T14:34:22.075" v="711" actId="113"/>
          <ac:spMkLst>
            <pc:docMk/>
            <pc:sldMk cId="1021563305" sldId="309"/>
            <ac:spMk id="23" creationId="{A47ECA98-607A-1DC1-7536-0669DCA25484}"/>
          </ac:spMkLst>
        </pc:spChg>
        <pc:spChg chg="add mod">
          <ac:chgData name="Rosalvo Medeiros" userId="52f93e62-72bc-4d5d-8e07-af043120901b" providerId="ADAL" clId="{40095463-1CA9-41B2-94DA-1CD85C949CC9}" dt="2026-02-24T14:35:24.541" v="733" actId="1076"/>
          <ac:spMkLst>
            <pc:docMk/>
            <pc:sldMk cId="1021563305" sldId="309"/>
            <ac:spMk id="24" creationId="{91191174-EC35-8472-E144-D1B2F4C23E82}"/>
          </ac:spMkLst>
        </pc:spChg>
      </pc:sldChg>
      <pc:sldChg chg="delSp modSp add mod delAnim">
        <pc:chgData name="Rosalvo Medeiros" userId="52f93e62-72bc-4d5d-8e07-af043120901b" providerId="ADAL" clId="{40095463-1CA9-41B2-94DA-1CD85C949CC9}" dt="2026-02-24T14:37:41.142" v="837" actId="20577"/>
        <pc:sldMkLst>
          <pc:docMk/>
          <pc:sldMk cId="1417358966" sldId="310"/>
        </pc:sldMkLst>
        <pc:spChg chg="mod">
          <ac:chgData name="Rosalvo Medeiros" userId="52f93e62-72bc-4d5d-8e07-af043120901b" providerId="ADAL" clId="{40095463-1CA9-41B2-94DA-1CD85C949CC9}" dt="2026-02-24T14:37:41.142" v="837" actId="20577"/>
          <ac:spMkLst>
            <pc:docMk/>
            <pc:sldMk cId="1417358966" sldId="310"/>
            <ac:spMk id="5" creationId="{BD208377-EB6F-6DC6-2DB9-2438C7F5D710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2-24T17:08:09.661" v="941"/>
        <pc:sldMkLst>
          <pc:docMk/>
          <pc:sldMk cId="1548436164" sldId="311"/>
        </pc:sldMkLst>
        <pc:spChg chg="add mod">
          <ac:chgData name="Rosalvo Medeiros" userId="52f93e62-72bc-4d5d-8e07-af043120901b" providerId="ADAL" clId="{40095463-1CA9-41B2-94DA-1CD85C949CC9}" dt="2026-02-24T14:47:50.911" v="875" actId="255"/>
          <ac:spMkLst>
            <pc:docMk/>
            <pc:sldMk cId="1548436164" sldId="311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4:47:44.860" v="874" actId="1076"/>
          <ac:spMkLst>
            <pc:docMk/>
            <pc:sldMk cId="1548436164" sldId="311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51:34.166" v="915" actId="20577"/>
          <ac:spMkLst>
            <pc:docMk/>
            <pc:sldMk cId="1548436164" sldId="311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05:08.601" v="929" actId="113"/>
          <ac:spMkLst>
            <pc:docMk/>
            <pc:sldMk cId="1548436164" sldId="311"/>
            <ac:spMk id="8" creationId="{978F37A3-38D3-990A-B4A1-27C0E937FB60}"/>
          </ac:spMkLst>
        </pc:spChg>
        <pc:spChg chg="mod">
          <ac:chgData name="Rosalvo Medeiros" userId="52f93e62-72bc-4d5d-8e07-af043120901b" providerId="ADAL" clId="{40095463-1CA9-41B2-94DA-1CD85C949CC9}" dt="2026-02-24T14:47:07.299" v="846" actId="20577"/>
          <ac:spMkLst>
            <pc:docMk/>
            <pc:sldMk cId="1548436164" sldId="311"/>
            <ac:spMk id="14338" creationId="{33398789-1F2E-D137-849D-3217D453F81E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7:08:25.986" v="942" actId="14100"/>
        <pc:sldMkLst>
          <pc:docMk/>
          <pc:sldMk cId="2364333060" sldId="312"/>
        </pc:sldMkLst>
        <pc:spChg chg="add mod">
          <ac:chgData name="Rosalvo Medeiros" userId="52f93e62-72bc-4d5d-8e07-af043120901b" providerId="ADAL" clId="{40095463-1CA9-41B2-94DA-1CD85C949CC9}" dt="2026-02-24T17:07:23.337" v="939" actId="1076"/>
          <ac:spMkLst>
            <pc:docMk/>
            <pc:sldMk cId="2364333060" sldId="312"/>
            <ac:spMk id="9" creationId="{03B29778-98C7-89B1-00E6-0BC76B99D030}"/>
          </ac:spMkLst>
        </pc:spChg>
        <pc:picChg chg="add mod">
          <ac:chgData name="Rosalvo Medeiros" userId="52f93e62-72bc-4d5d-8e07-af043120901b" providerId="ADAL" clId="{40095463-1CA9-41B2-94DA-1CD85C949CC9}" dt="2026-02-24T17:08:25.986" v="942" actId="14100"/>
          <ac:picMkLst>
            <pc:docMk/>
            <pc:sldMk cId="2364333060" sldId="312"/>
            <ac:picMk id="4" creationId="{0212B500-946B-59DC-EF09-66A07631D56D}"/>
          </ac:picMkLst>
        </pc:picChg>
      </pc:sldChg>
      <pc:sldChg chg="addSp modSp add mod addAnim delAnim modAnim">
        <pc:chgData name="Rosalvo Medeiros" userId="52f93e62-72bc-4d5d-8e07-af043120901b" providerId="ADAL" clId="{40095463-1CA9-41B2-94DA-1CD85C949CC9}" dt="2026-02-24T17:15:27.461" v="1044"/>
        <pc:sldMkLst>
          <pc:docMk/>
          <pc:sldMk cId="1989657404" sldId="313"/>
        </pc:sldMkLst>
        <pc:spChg chg="mod">
          <ac:chgData name="Rosalvo Medeiros" userId="52f93e62-72bc-4d5d-8e07-af043120901b" providerId="ADAL" clId="{40095463-1CA9-41B2-94DA-1CD85C949CC9}" dt="2026-02-24T17:09:43.407" v="987" actId="20577"/>
          <ac:spMkLst>
            <pc:docMk/>
            <pc:sldMk cId="1989657404" sldId="313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15:03.636" v="1042" actId="113"/>
          <ac:spMkLst>
            <pc:docMk/>
            <pc:sldMk cId="1989657404" sldId="313"/>
            <ac:spMk id="4" creationId="{1AD71DF4-D295-FE23-2993-63A46D4B5CF6}"/>
          </ac:spMkLst>
        </pc:spChg>
        <pc:spChg chg="mod">
          <ac:chgData name="Rosalvo Medeiros" userId="52f93e62-72bc-4d5d-8e07-af043120901b" providerId="ADAL" clId="{40095463-1CA9-41B2-94DA-1CD85C949CC9}" dt="2026-02-24T17:12:18.291" v="1006" actId="20577"/>
          <ac:spMkLst>
            <pc:docMk/>
            <pc:sldMk cId="1989657404" sldId="313"/>
            <ac:spMk id="6" creationId="{29AF9775-8786-68F3-089F-214494123744}"/>
          </ac:spMkLst>
        </pc:spChg>
        <pc:spChg chg="mod">
          <ac:chgData name="Rosalvo Medeiros" userId="52f93e62-72bc-4d5d-8e07-af043120901b" providerId="ADAL" clId="{40095463-1CA9-41B2-94DA-1CD85C949CC9}" dt="2026-02-24T17:13:01.736" v="1027"/>
          <ac:spMkLst>
            <pc:docMk/>
            <pc:sldMk cId="1989657404" sldId="313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14:09.766" v="1035" actId="1076"/>
          <ac:spMkLst>
            <pc:docMk/>
            <pc:sldMk cId="1989657404" sldId="313"/>
            <ac:spMk id="9" creationId="{7EEF0800-35A7-5503-ED67-D5715F405D5B}"/>
          </ac:spMkLst>
        </pc:spChg>
        <pc:spChg chg="mod">
          <ac:chgData name="Rosalvo Medeiros" userId="52f93e62-72bc-4d5d-8e07-af043120901b" providerId="ADAL" clId="{40095463-1CA9-41B2-94DA-1CD85C949CC9}" dt="2026-02-24T17:09:13.597" v="971" actId="14100"/>
          <ac:spMkLst>
            <pc:docMk/>
            <pc:sldMk cId="1989657404" sldId="313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2-24T17:22:24.246" v="1053" actId="1076"/>
        <pc:sldMkLst>
          <pc:docMk/>
          <pc:sldMk cId="4029841299" sldId="314"/>
        </pc:sldMkLst>
        <pc:spChg chg="add mod">
          <ac:chgData name="Rosalvo Medeiros" userId="52f93e62-72bc-4d5d-8e07-af043120901b" providerId="ADAL" clId="{40095463-1CA9-41B2-94DA-1CD85C949CC9}" dt="2026-02-24T17:22:24.246" v="1053" actId="1076"/>
          <ac:spMkLst>
            <pc:docMk/>
            <pc:sldMk cId="4029841299" sldId="314"/>
            <ac:spMk id="11" creationId="{80319764-29E9-89A4-7A46-778A15850342}"/>
          </ac:spMkLst>
        </pc:spChg>
        <pc:picChg chg="add mod">
          <ac:chgData name="Rosalvo Medeiros" userId="52f93e62-72bc-4d5d-8e07-af043120901b" providerId="ADAL" clId="{40095463-1CA9-41B2-94DA-1CD85C949CC9}" dt="2026-02-24T17:20:08.116" v="1050" actId="14100"/>
          <ac:picMkLst>
            <pc:docMk/>
            <pc:sldMk cId="4029841299" sldId="314"/>
            <ac:picMk id="7" creationId="{8E76E2BA-89FC-7795-6C94-C6A4E3900387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2-24T17:29:15.093" v="1067"/>
        <pc:sldMkLst>
          <pc:docMk/>
          <pc:sldMk cId="316159094" sldId="315"/>
        </pc:sldMkLst>
        <pc:spChg chg="add mod">
          <ac:chgData name="Rosalvo Medeiros" userId="52f93e62-72bc-4d5d-8e07-af043120901b" providerId="ADAL" clId="{40095463-1CA9-41B2-94DA-1CD85C949CC9}" dt="2026-02-24T17:29:15.093" v="1067"/>
          <ac:spMkLst>
            <pc:docMk/>
            <pc:sldMk cId="316159094" sldId="315"/>
            <ac:spMk id="6" creationId="{F52D4885-4021-1E57-2E8F-142FA670ED15}"/>
          </ac:spMkLst>
        </pc:spChg>
        <pc:spChg chg="mod">
          <ac:chgData name="Rosalvo Medeiros" userId="52f93e62-72bc-4d5d-8e07-af043120901b" providerId="ADAL" clId="{40095463-1CA9-41B2-94DA-1CD85C949CC9}" dt="2026-02-24T17:27:30.170" v="1061" actId="20577"/>
          <ac:spMkLst>
            <pc:docMk/>
            <pc:sldMk cId="316159094" sldId="315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7:27:39.702" v="1066" actId="14100"/>
          <ac:picMkLst>
            <pc:docMk/>
            <pc:sldMk cId="316159094" sldId="315"/>
            <ac:picMk id="3" creationId="{E77F62D6-A3B7-6310-2FA1-D12FE80545A8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2-24T17:32:41.816" v="1087"/>
        <pc:sldMkLst>
          <pc:docMk/>
          <pc:sldMk cId="1458589871" sldId="316"/>
        </pc:sldMkLst>
        <pc:spChg chg="mod">
          <ac:chgData name="Rosalvo Medeiros" userId="52f93e62-72bc-4d5d-8e07-af043120901b" providerId="ADAL" clId="{40095463-1CA9-41B2-94DA-1CD85C949CC9}" dt="2026-02-24T17:31:35.525" v="1071"/>
          <ac:spMkLst>
            <pc:docMk/>
            <pc:sldMk cId="1458589871" sldId="316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32:28.485" v="1086" actId="20577"/>
          <ac:spMkLst>
            <pc:docMk/>
            <pc:sldMk cId="1458589871" sldId="316"/>
            <ac:spMk id="7" creationId="{2D0E4D09-5492-66D4-8620-6D9877AC5F8D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8:23:55.651" v="1164" actId="14100"/>
        <pc:sldMkLst>
          <pc:docMk/>
          <pc:sldMk cId="243823491" sldId="317"/>
        </pc:sldMkLst>
        <pc:spChg chg="mod">
          <ac:chgData name="Rosalvo Medeiros" userId="52f93e62-72bc-4d5d-8e07-af043120901b" providerId="ADAL" clId="{40095463-1CA9-41B2-94DA-1CD85C949CC9}" dt="2026-02-24T17:36:42.436" v="1098" actId="20577"/>
          <ac:spMkLst>
            <pc:docMk/>
            <pc:sldMk cId="243823491" sldId="317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8:23:55.651" v="1164" actId="14100"/>
          <ac:picMkLst>
            <pc:docMk/>
            <pc:sldMk cId="243823491" sldId="317"/>
            <ac:picMk id="13" creationId="{8E4C787E-C199-C2EA-D9DD-E571ED3BF6BA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2-24T18:28:16.808" v="1207" actId="1076"/>
        <pc:sldMkLst>
          <pc:docMk/>
          <pc:sldMk cId="521094035" sldId="318"/>
        </pc:sldMkLst>
        <pc:spChg chg="add del mod">
          <ac:chgData name="Rosalvo Medeiros" userId="52f93e62-72bc-4d5d-8e07-af043120901b" providerId="ADAL" clId="{40095463-1CA9-41B2-94DA-1CD85C949CC9}" dt="2026-02-24T18:28:16.808" v="1207" actId="1076"/>
          <ac:spMkLst>
            <pc:docMk/>
            <pc:sldMk cId="521094035" sldId="318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8:27:50.504" v="1174" actId="20577"/>
          <ac:spMkLst>
            <pc:docMk/>
            <pc:sldMk cId="521094035" sldId="318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6:22:36.436" v="1294" actId="14100"/>
        <pc:sldMkLst>
          <pc:docMk/>
          <pc:sldMk cId="3079102378" sldId="319"/>
        </pc:sldMkLst>
        <pc:spChg chg="mod">
          <ac:chgData name="Rosalvo Medeiros" userId="52f93e62-72bc-4d5d-8e07-af043120901b" providerId="ADAL" clId="{40095463-1CA9-41B2-94DA-1CD85C949CC9}" dt="2026-03-03T16:19:10.642" v="1213" actId="14100"/>
          <ac:spMkLst>
            <pc:docMk/>
            <pc:sldMk cId="3079102378" sldId="319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03T16:22:36.436" v="1294" actId="14100"/>
          <ac:spMkLst>
            <pc:docMk/>
            <pc:sldMk cId="3079102378" sldId="319"/>
            <ac:spMk id="8" creationId="{41149D56-0B3A-778C-D5CE-F528114C5CBE}"/>
          </ac:spMkLst>
        </pc:spChg>
        <pc:picChg chg="add mod">
          <ac:chgData name="Rosalvo Medeiros" userId="52f93e62-72bc-4d5d-8e07-af043120901b" providerId="ADAL" clId="{40095463-1CA9-41B2-94DA-1CD85C949CC9}" dt="2026-03-03T16:22:12.645" v="1289" actId="1076"/>
          <ac:picMkLst>
            <pc:docMk/>
            <pc:sldMk cId="3079102378" sldId="319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26:37.201" v="1317" actId="1076"/>
        <pc:sldMkLst>
          <pc:docMk/>
          <pc:sldMk cId="2150312722" sldId="320"/>
        </pc:sldMkLst>
        <pc:spChg chg="add mod">
          <ac:chgData name="Rosalvo Medeiros" userId="52f93e62-72bc-4d5d-8e07-af043120901b" providerId="ADAL" clId="{40095463-1CA9-41B2-94DA-1CD85C949CC9}" dt="2026-03-03T16:23:13.455" v="1300" actId="14100"/>
          <ac:spMkLst>
            <pc:docMk/>
            <pc:sldMk cId="2150312722" sldId="320"/>
            <ac:spMk id="4" creationId="{D99EB38D-A23A-751C-BB51-5476EB30D7AB}"/>
          </ac:spMkLst>
        </pc:spChg>
        <pc:spChg chg="add mod">
          <ac:chgData name="Rosalvo Medeiros" userId="52f93e62-72bc-4d5d-8e07-af043120901b" providerId="ADAL" clId="{40095463-1CA9-41B2-94DA-1CD85C949CC9}" dt="2026-03-03T16:23:31.245" v="1303" actId="14100"/>
          <ac:spMkLst>
            <pc:docMk/>
            <pc:sldMk cId="2150312722" sldId="320"/>
            <ac:spMk id="7" creationId="{B9070AF3-5C6B-978D-509A-B32ECA7F0B86}"/>
          </ac:spMkLst>
        </pc:spChg>
        <pc:graphicFrameChg chg="add mod modGraphic">
          <ac:chgData name="Rosalvo Medeiros" userId="52f93e62-72bc-4d5d-8e07-af043120901b" providerId="ADAL" clId="{40095463-1CA9-41B2-94DA-1CD85C949CC9}" dt="2026-03-03T16:26:37.201" v="1317" actId="1076"/>
          <ac:graphicFrameMkLst>
            <pc:docMk/>
            <pc:sldMk cId="2150312722" sldId="320"/>
            <ac:graphicFrameMk id="22" creationId="{91790F47-9691-B17E-88C4-8205D5B333C7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03T16:31:41.899" v="1328" actId="1076"/>
        <pc:sldMkLst>
          <pc:docMk/>
          <pc:sldMk cId="3498275022" sldId="321"/>
        </pc:sldMkLst>
        <pc:picChg chg="add mod">
          <ac:chgData name="Rosalvo Medeiros" userId="52f93e62-72bc-4d5d-8e07-af043120901b" providerId="ADAL" clId="{40095463-1CA9-41B2-94DA-1CD85C949CC9}" dt="2026-03-03T16:31:41.899" v="1328" actId="1076"/>
          <ac:picMkLst>
            <pc:docMk/>
            <pc:sldMk cId="3498275022" sldId="321"/>
            <ac:picMk id="6" creationId="{679CC56B-0EB8-DB23-89C4-9FF22E3C929D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6:43:02.365" v="1357"/>
        <pc:sldMkLst>
          <pc:docMk/>
          <pc:sldMk cId="1950212582" sldId="322"/>
        </pc:sldMkLst>
        <pc:spChg chg="add mod">
          <ac:chgData name="Rosalvo Medeiros" userId="52f93e62-72bc-4d5d-8e07-af043120901b" providerId="ADAL" clId="{40095463-1CA9-41B2-94DA-1CD85C949CC9}" dt="2026-03-03T16:40:11.275" v="1333" actId="255"/>
          <ac:spMkLst>
            <pc:docMk/>
            <pc:sldMk cId="1950212582" sldId="322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43:02.365" v="1357"/>
          <ac:spMkLst>
            <pc:docMk/>
            <pc:sldMk cId="1950212582" sldId="322"/>
            <ac:spMk id="8" creationId="{8EB3B0B9-CC21-A000-0619-E1B43172EFDB}"/>
          </ac:spMkLst>
        </pc:spChg>
      </pc:sldChg>
      <pc:sldChg chg="modSp add modAnim">
        <pc:chgData name="Rosalvo Medeiros" userId="52f93e62-72bc-4d5d-8e07-af043120901b" providerId="ADAL" clId="{40095463-1CA9-41B2-94DA-1CD85C949CC9}" dt="2026-03-03T16:43:41.273" v="1361"/>
        <pc:sldMkLst>
          <pc:docMk/>
          <pc:sldMk cId="1295706215" sldId="323"/>
        </pc:sldMkLst>
        <pc:spChg chg="mod">
          <ac:chgData name="Rosalvo Medeiros" userId="52f93e62-72bc-4d5d-8e07-af043120901b" providerId="ADAL" clId="{40095463-1CA9-41B2-94DA-1CD85C949CC9}" dt="2026-03-03T16:42:06.893" v="1350"/>
          <ac:spMkLst>
            <pc:docMk/>
            <pc:sldMk cId="1295706215" sldId="323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2:53.554" v="1356" actId="20577"/>
          <ac:spMkLst>
            <pc:docMk/>
            <pc:sldMk cId="1295706215" sldId="323"/>
            <ac:spMk id="8" creationId="{8EB3B0B9-CC21-A000-0619-E1B43172EFD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6:53:56.073" v="1573" actId="20577"/>
        <pc:sldMkLst>
          <pc:docMk/>
          <pc:sldMk cId="2769118522" sldId="324"/>
        </pc:sldMkLst>
        <pc:spChg chg="add mod">
          <ac:chgData name="Rosalvo Medeiros" userId="52f93e62-72bc-4d5d-8e07-af043120901b" providerId="ADAL" clId="{40095463-1CA9-41B2-94DA-1CD85C949CC9}" dt="2026-03-03T16:48:30.677" v="1454" actId="14100"/>
          <ac:spMkLst>
            <pc:docMk/>
            <pc:sldMk cId="2769118522" sldId="324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46:48.767" v="1381" actId="20577"/>
          <ac:spMkLst>
            <pc:docMk/>
            <pc:sldMk cId="2769118522" sldId="324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7:18.183" v="1451" actId="20577"/>
          <ac:spMkLst>
            <pc:docMk/>
            <pc:sldMk cId="2769118522" sldId="324"/>
            <ac:spMk id="8" creationId="{8EB3B0B9-CC21-A000-0619-E1B43172EFDB}"/>
          </ac:spMkLst>
        </pc:spChg>
        <pc:spChg chg="add mod">
          <ac:chgData name="Rosalvo Medeiros" userId="52f93e62-72bc-4d5d-8e07-af043120901b" providerId="ADAL" clId="{40095463-1CA9-41B2-94DA-1CD85C949CC9}" dt="2026-03-03T16:53:56.073" v="1573" actId="20577"/>
          <ac:spMkLst>
            <pc:docMk/>
            <pc:sldMk cId="2769118522" sldId="324"/>
            <ac:spMk id="9" creationId="{7E8BAFCC-9528-D11C-AE68-E59A8A3C6A1A}"/>
          </ac:spMkLst>
        </pc:spChg>
      </pc:sldChg>
      <pc:sldChg chg="modSp add mod">
        <pc:chgData name="Rosalvo Medeiros" userId="52f93e62-72bc-4d5d-8e07-af043120901b" providerId="ADAL" clId="{40095463-1CA9-41B2-94DA-1CD85C949CC9}" dt="2026-03-03T17:19:25.143" v="1723" actId="14100"/>
        <pc:sldMkLst>
          <pc:docMk/>
          <pc:sldMk cId="342854164" sldId="325"/>
        </pc:sldMkLst>
        <pc:spChg chg="mod">
          <ac:chgData name="Rosalvo Medeiros" userId="52f93e62-72bc-4d5d-8e07-af043120901b" providerId="ADAL" clId="{40095463-1CA9-41B2-94DA-1CD85C949CC9}" dt="2026-03-03T17:19:25.143" v="1723" actId="14100"/>
          <ac:spMkLst>
            <pc:docMk/>
            <pc:sldMk cId="342854164" sldId="325"/>
            <ac:spMk id="8" creationId="{8EB3B0B9-CC21-A000-0619-E1B43172EFDB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03T16:57:25.692" v="1596"/>
        <pc:sldMkLst>
          <pc:docMk/>
          <pc:sldMk cId="2660517713" sldId="326"/>
        </pc:sldMkLst>
        <pc:spChg chg="mod">
          <ac:chgData name="Rosalvo Medeiros" userId="52f93e62-72bc-4d5d-8e07-af043120901b" providerId="ADAL" clId="{40095463-1CA9-41B2-94DA-1CD85C949CC9}" dt="2026-03-03T16:55:48.881" v="1580"/>
          <ac:spMkLst>
            <pc:docMk/>
            <pc:sldMk cId="2660517713" sldId="326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57:08.010" v="1594" actId="255"/>
          <ac:spMkLst>
            <pc:docMk/>
            <pc:sldMk cId="2660517713" sldId="326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4:42.556" v="1635" actId="22"/>
        <pc:sldMkLst>
          <pc:docMk/>
          <pc:sldMk cId="4006406919" sldId="327"/>
        </pc:sldMkLst>
        <pc:spChg chg="mod">
          <ac:chgData name="Rosalvo Medeiros" userId="52f93e62-72bc-4d5d-8e07-af043120901b" providerId="ADAL" clId="{40095463-1CA9-41B2-94DA-1CD85C949CC9}" dt="2026-03-03T16:58:08.452" v="1599" actId="14100"/>
          <ac:spMkLst>
            <pc:docMk/>
            <pc:sldMk cId="4006406919" sldId="327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58:54.791" v="1618" actId="6549"/>
          <ac:spMkLst>
            <pc:docMk/>
            <pc:sldMk cId="4006406919" sldId="327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8:35.840" v="1657"/>
        <pc:sldMkLst>
          <pc:docMk/>
          <pc:sldMk cId="447731015" sldId="328"/>
        </pc:sldMkLst>
        <pc:spChg chg="mod">
          <ac:chgData name="Rosalvo Medeiros" userId="52f93e62-72bc-4d5d-8e07-af043120901b" providerId="ADAL" clId="{40095463-1CA9-41B2-94DA-1CD85C949CC9}" dt="2026-03-03T17:01:48.900" v="1620"/>
          <ac:spMkLst>
            <pc:docMk/>
            <pc:sldMk cId="447731015" sldId="328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7:07:07.825" v="1650"/>
          <ac:spMkLst>
            <pc:docMk/>
            <pc:sldMk cId="447731015" sldId="328"/>
            <ac:spMk id="5" creationId="{779604EF-678B-4E95-5FEF-CE54F5108B87}"/>
          </ac:spMkLst>
        </pc:spChg>
        <pc:spChg chg="mod">
          <ac:chgData name="Rosalvo Medeiros" userId="52f93e62-72bc-4d5d-8e07-af043120901b" providerId="ADAL" clId="{40095463-1CA9-41B2-94DA-1CD85C949CC9}" dt="2026-03-03T17:02:43.839" v="1626" actId="1076"/>
          <ac:spMkLst>
            <pc:docMk/>
            <pc:sldMk cId="447731015" sldId="328"/>
            <ac:spMk id="7" creationId="{4F97DDEC-B689-325D-65A5-9EB5764C42A7}"/>
          </ac:spMkLst>
        </pc:spChg>
        <pc:spChg chg="add mod">
          <ac:chgData name="Rosalvo Medeiros" userId="52f93e62-72bc-4d5d-8e07-af043120901b" providerId="ADAL" clId="{40095463-1CA9-41B2-94DA-1CD85C949CC9}" dt="2026-03-03T17:07:45.536" v="1654" actId="255"/>
          <ac:spMkLst>
            <pc:docMk/>
            <pc:sldMk cId="447731015" sldId="328"/>
            <ac:spMk id="10" creationId="{5650A760-3B1B-26E0-D024-5939B267760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7:21:08.217" v="1728" actId="1076"/>
        <pc:sldMkLst>
          <pc:docMk/>
          <pc:sldMk cId="3807038001" sldId="329"/>
        </pc:sldMkLst>
        <pc:picChg chg="add mod">
          <ac:chgData name="Rosalvo Medeiros" userId="52f93e62-72bc-4d5d-8e07-af043120901b" providerId="ADAL" clId="{40095463-1CA9-41B2-94DA-1CD85C949CC9}" dt="2026-03-03T17:21:08.217" v="1728" actId="1076"/>
          <ac:picMkLst>
            <pc:docMk/>
            <pc:sldMk cId="3807038001" sldId="329"/>
            <ac:picMk id="10" creationId="{91ECFE90-3F22-3E55-65F5-EE166E997E0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03T17:14:00.108" v="1705" actId="1076"/>
        <pc:sldMkLst>
          <pc:docMk/>
          <pc:sldMk cId="329634413" sldId="330"/>
        </pc:sldMkLst>
        <pc:spChg chg="add mod">
          <ac:chgData name="Rosalvo Medeiros" userId="52f93e62-72bc-4d5d-8e07-af043120901b" providerId="ADAL" clId="{40095463-1CA9-41B2-94DA-1CD85C949CC9}" dt="2026-03-03T17:12:48.217" v="1701" actId="207"/>
          <ac:spMkLst>
            <pc:docMk/>
            <pc:sldMk cId="329634413" sldId="330"/>
            <ac:spMk id="8" creationId="{1814FBEF-C228-ED28-A49A-62198E2B9D93}"/>
          </ac:spMkLst>
        </pc:spChg>
        <pc:spChg chg="mod">
          <ac:chgData name="Rosalvo Medeiros" userId="52f93e62-72bc-4d5d-8e07-af043120901b" providerId="ADAL" clId="{40095463-1CA9-41B2-94DA-1CD85C949CC9}" dt="2026-03-03T17:09:38.749" v="1661" actId="1076"/>
          <ac:spMkLst>
            <pc:docMk/>
            <pc:sldMk cId="329634413" sldId="330"/>
            <ac:spMk id="10" creationId="{5650A760-3B1B-26E0-D024-5939B2677602}"/>
          </ac:spMkLst>
        </pc:spChg>
        <pc:picChg chg="add mod">
          <ac:chgData name="Rosalvo Medeiros" userId="52f93e62-72bc-4d5d-8e07-af043120901b" providerId="ADAL" clId="{40095463-1CA9-41B2-94DA-1CD85C949CC9}" dt="2026-03-03T17:14:00.108" v="1705" actId="1076"/>
          <ac:picMkLst>
            <pc:docMk/>
            <pc:sldMk cId="329634413" sldId="330"/>
            <ac:picMk id="11" creationId="{91F380D2-9E82-D2C0-A80A-29E853B52A26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21:23.912" v="1734" actId="1076"/>
        <pc:sldMkLst>
          <pc:docMk/>
          <pc:sldMk cId="1668088582" sldId="331"/>
        </pc:sldMkLst>
        <pc:spChg chg="add mod">
          <ac:chgData name="Rosalvo Medeiros" userId="52f93e62-72bc-4d5d-8e07-af043120901b" providerId="ADAL" clId="{40095463-1CA9-41B2-94DA-1CD85C949CC9}" dt="2026-03-03T17:16:41.328" v="1714" actId="255"/>
          <ac:spMkLst>
            <pc:docMk/>
            <pc:sldMk cId="1668088582" sldId="331"/>
            <ac:spMk id="4" creationId="{64A18D7F-1BDB-1AA6-FDC2-8D0FECCC165B}"/>
          </ac:spMkLst>
        </pc:spChg>
        <pc:spChg chg="add mod">
          <ac:chgData name="Rosalvo Medeiros" userId="52f93e62-72bc-4d5d-8e07-af043120901b" providerId="ADAL" clId="{40095463-1CA9-41B2-94DA-1CD85C949CC9}" dt="2026-03-03T17:18:43.144" v="1718" actId="14100"/>
          <ac:spMkLst>
            <pc:docMk/>
            <pc:sldMk cId="1668088582" sldId="331"/>
            <ac:spMk id="6" creationId="{E8F36E52-9B9E-F9AE-C81A-6315BD317DCF}"/>
          </ac:spMkLst>
        </pc:spChg>
        <pc:picChg chg="add mod">
          <ac:chgData name="Rosalvo Medeiros" userId="52f93e62-72bc-4d5d-8e07-af043120901b" providerId="ADAL" clId="{40095463-1CA9-41B2-94DA-1CD85C949CC9}" dt="2026-03-03T17:21:23.912" v="1734" actId="1076"/>
          <ac:picMkLst>
            <pc:docMk/>
            <pc:sldMk cId="1668088582" sldId="331"/>
            <ac:picMk id="9" creationId="{F22C7806-4A34-C892-7B3B-6A20FD49FB3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0T17:54:27.616" v="1751" actId="14100"/>
        <pc:sldMkLst>
          <pc:docMk/>
          <pc:sldMk cId="2361028466" sldId="350"/>
        </pc:sldMkLst>
        <pc:spChg chg="mod">
          <ac:chgData name="Rosalvo Medeiros" userId="52f93e62-72bc-4d5d-8e07-af043120901b" providerId="ADAL" clId="{40095463-1CA9-41B2-94DA-1CD85C949CC9}" dt="2026-03-10T17:53:31.753" v="1744" actId="255"/>
          <ac:spMkLst>
            <pc:docMk/>
            <pc:sldMk cId="2361028466" sldId="350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0T17:54:27.616" v="1751" actId="14100"/>
          <ac:picMkLst>
            <pc:docMk/>
            <pc:sldMk cId="2361028466" sldId="350"/>
            <ac:picMk id="6" creationId="{B3136732-2A10-23D0-8508-155AFB14ACD6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0T18:40:03.388" v="1779" actId="20577"/>
        <pc:sldMkLst>
          <pc:docMk/>
          <pc:sldMk cId="2150962276" sldId="351"/>
        </pc:sldMkLst>
        <pc:spChg chg="mod">
          <ac:chgData name="Rosalvo Medeiros" userId="52f93e62-72bc-4d5d-8e07-af043120901b" providerId="ADAL" clId="{40095463-1CA9-41B2-94DA-1CD85C949CC9}" dt="2026-03-10T18:40:03.388" v="1779" actId="20577"/>
          <ac:spMkLst>
            <pc:docMk/>
            <pc:sldMk cId="2150962276" sldId="35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4" creationId="{BC59E624-2E3B-5394-8609-798C8B4633CD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5" creationId="{6F1C9DF2-45B8-343D-73CB-5BD373B6A9D5}"/>
          </ac:spMkLst>
        </pc:spChg>
        <pc:picChg chg="add mod">
          <ac:chgData name="Rosalvo Medeiros" userId="52f93e62-72bc-4d5d-8e07-af043120901b" providerId="ADAL" clId="{40095463-1CA9-41B2-94DA-1CD85C949CC9}" dt="2026-03-10T18:39:49.651" v="1764"/>
          <ac:picMkLst>
            <pc:docMk/>
            <pc:sldMk cId="2150962276" sldId="351"/>
            <ac:picMk id="2" creationId="{40A46240-633B-112C-E02E-632D2A866068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3:33:05.882" v="1828" actId="12"/>
        <pc:sldMkLst>
          <pc:docMk/>
          <pc:sldMk cId="3196452114" sldId="352"/>
        </pc:sldMkLst>
        <pc:spChg chg="add mod">
          <ac:chgData name="Rosalvo Medeiros" userId="52f93e62-72bc-4d5d-8e07-af043120901b" providerId="ADAL" clId="{40095463-1CA9-41B2-94DA-1CD85C949CC9}" dt="2026-03-17T13:33:05.882" v="1828" actId="12"/>
          <ac:spMkLst>
            <pc:docMk/>
            <pc:sldMk cId="3196452114" sldId="352"/>
            <ac:spMk id="7" creationId="{D6501378-7BF3-BD96-664F-933FAE8B9B2C}"/>
          </ac:spMkLst>
        </pc:spChg>
        <pc:graphicFrameChg chg="add mod modGraphic">
          <ac:chgData name="Rosalvo Medeiros" userId="52f93e62-72bc-4d5d-8e07-af043120901b" providerId="ADAL" clId="{40095463-1CA9-41B2-94DA-1CD85C949CC9}" dt="2026-03-17T13:32:33.658" v="1825" actId="14734"/>
          <ac:graphicFrameMkLst>
            <pc:docMk/>
            <pc:sldMk cId="3196452114" sldId="352"/>
            <ac:graphicFrameMk id="10" creationId="{E1396DC7-BC2D-1D34-D80E-1AF66201A417}"/>
          </ac:graphicFrameMkLst>
        </pc:graphicFrameChg>
      </pc:sldChg>
      <pc:sldChg chg="addSp delSp modSp add mod delAnim">
        <pc:chgData name="Rosalvo Medeiros" userId="52f93e62-72bc-4d5d-8e07-af043120901b" providerId="ADAL" clId="{40095463-1CA9-41B2-94DA-1CD85C949CC9}" dt="2026-03-17T13:35:11.242" v="1838" actId="1076"/>
        <pc:sldMkLst>
          <pc:docMk/>
          <pc:sldMk cId="19228265" sldId="353"/>
        </pc:sldMkLst>
        <pc:spChg chg="add mod">
          <ac:chgData name="Rosalvo Medeiros" userId="52f93e62-72bc-4d5d-8e07-af043120901b" providerId="ADAL" clId="{40095463-1CA9-41B2-94DA-1CD85C949CC9}" dt="2026-03-17T13:35:11.242" v="1838" actId="1076"/>
          <ac:spMkLst>
            <pc:docMk/>
            <pc:sldMk cId="19228265" sldId="353"/>
            <ac:spMk id="5" creationId="{7A5D4652-55FF-1CF2-7D6F-89465BEDFE29}"/>
          </ac:spMkLst>
        </pc:spChg>
        <pc:picChg chg="mod">
          <ac:chgData name="Rosalvo Medeiros" userId="52f93e62-72bc-4d5d-8e07-af043120901b" providerId="ADAL" clId="{40095463-1CA9-41B2-94DA-1CD85C949CC9}" dt="2026-03-17T13:35:08.560" v="1837" actId="14100"/>
          <ac:picMkLst>
            <pc:docMk/>
            <pc:sldMk cId="19228265" sldId="353"/>
            <ac:picMk id="2" creationId="{40A46240-633B-112C-E02E-632D2A866068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3:39:50.761" v="1872" actId="478"/>
        <pc:sldMkLst>
          <pc:docMk/>
          <pc:sldMk cId="84815008" sldId="354"/>
        </pc:sldMkLst>
        <pc:spChg chg="add mod">
          <ac:chgData name="Rosalvo Medeiros" userId="52f93e62-72bc-4d5d-8e07-af043120901b" providerId="ADAL" clId="{40095463-1CA9-41B2-94DA-1CD85C949CC9}" dt="2026-03-17T13:38:11.727" v="1858" actId="1076"/>
          <ac:spMkLst>
            <pc:docMk/>
            <pc:sldMk cId="84815008" sldId="354"/>
            <ac:spMk id="6" creationId="{0481113F-2C37-F7B0-C9FD-F947E583F491}"/>
          </ac:spMkLst>
        </pc:spChg>
        <pc:spChg chg="add mod">
          <ac:chgData name="Rosalvo Medeiros" userId="52f93e62-72bc-4d5d-8e07-af043120901b" providerId="ADAL" clId="{40095463-1CA9-41B2-94DA-1CD85C949CC9}" dt="2026-03-17T13:38:14.361" v="1859" actId="1076"/>
          <ac:spMkLst>
            <pc:docMk/>
            <pc:sldMk cId="84815008" sldId="354"/>
            <ac:spMk id="10" creationId="{9CBFFAB6-7123-3273-9128-16627DD4CB19}"/>
          </ac:spMkLst>
        </pc:spChg>
        <pc:spChg chg="add mod">
          <ac:chgData name="Rosalvo Medeiros" userId="52f93e62-72bc-4d5d-8e07-af043120901b" providerId="ADAL" clId="{40095463-1CA9-41B2-94DA-1CD85C949CC9}" dt="2026-03-17T13:38:53.413" v="1868" actId="1076"/>
          <ac:spMkLst>
            <pc:docMk/>
            <pc:sldMk cId="84815008" sldId="354"/>
            <ac:spMk id="14" creationId="{F98BD5DA-8604-EC6E-4CA5-8A985F3BA5DD}"/>
          </ac:spMkLst>
        </pc:spChg>
        <pc:graphicFrameChg chg="add mod modGraphic">
          <ac:chgData name="Rosalvo Medeiros" userId="52f93e62-72bc-4d5d-8e07-af043120901b" providerId="ADAL" clId="{40095463-1CA9-41B2-94DA-1CD85C949CC9}" dt="2026-03-17T13:38:55.544" v="1869" actId="1076"/>
          <ac:graphicFrameMkLst>
            <pc:docMk/>
            <pc:sldMk cId="84815008" sldId="354"/>
            <ac:graphicFrameMk id="15" creationId="{F07B8C7F-EE0D-8AFA-280A-B761306FA506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3-17T13:47:21.778" v="1900"/>
        <pc:sldMkLst>
          <pc:docMk/>
          <pc:sldMk cId="358685829" sldId="355"/>
        </pc:sldMkLst>
        <pc:spChg chg="add mod">
          <ac:chgData name="Rosalvo Medeiros" userId="52f93e62-72bc-4d5d-8e07-af043120901b" providerId="ADAL" clId="{40095463-1CA9-41B2-94DA-1CD85C949CC9}" dt="2026-03-17T13:42:42.673" v="1883" actId="108"/>
          <ac:spMkLst>
            <pc:docMk/>
            <pc:sldMk cId="358685829" sldId="355"/>
            <ac:spMk id="5" creationId="{0C83EA02-0FDF-B2C2-065D-D391693C72F4}"/>
          </ac:spMkLst>
        </pc:spChg>
        <pc:spChg chg="add mod">
          <ac:chgData name="Rosalvo Medeiros" userId="52f93e62-72bc-4d5d-8e07-af043120901b" providerId="ADAL" clId="{40095463-1CA9-41B2-94DA-1CD85C949CC9}" dt="2026-03-17T13:44:26.343" v="1893" actId="1076"/>
          <ac:spMkLst>
            <pc:docMk/>
            <pc:sldMk cId="358685829" sldId="355"/>
            <ac:spMk id="8" creationId="{7BEE41FE-A6DC-F1C7-F169-5CB003487C20}"/>
          </ac:spMkLst>
        </pc:spChg>
        <pc:spChg chg="add mod">
          <ac:chgData name="Rosalvo Medeiros" userId="52f93e62-72bc-4d5d-8e07-af043120901b" providerId="ADAL" clId="{40095463-1CA9-41B2-94DA-1CD85C949CC9}" dt="2026-03-17T13:46:57.543" v="1898" actId="1076"/>
          <ac:spMkLst>
            <pc:docMk/>
            <pc:sldMk cId="358685829" sldId="355"/>
            <ac:spMk id="13" creationId="{D3087CFE-8A30-109C-48C3-047F6C3A6A82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17T14:03:24.695" v="1953"/>
        <pc:sldMkLst>
          <pc:docMk/>
          <pc:sldMk cId="3185482089" sldId="356"/>
        </pc:sldMkLst>
        <pc:spChg chg="add mod">
          <ac:chgData name="Rosalvo Medeiros" userId="52f93e62-72bc-4d5d-8e07-af043120901b" providerId="ADAL" clId="{40095463-1CA9-41B2-94DA-1CD85C949CC9}" dt="2026-03-17T13:49:38.273" v="1915" actId="948"/>
          <ac:spMkLst>
            <pc:docMk/>
            <pc:sldMk cId="3185482089" sldId="356"/>
            <ac:spMk id="6" creationId="{B3F0EA1D-A131-80A1-D8E4-DE9FD4447ABC}"/>
          </ac:spMkLst>
        </pc:spChg>
        <pc:spChg chg="add mod">
          <ac:chgData name="Rosalvo Medeiros" userId="52f93e62-72bc-4d5d-8e07-af043120901b" providerId="ADAL" clId="{40095463-1CA9-41B2-94DA-1CD85C949CC9}" dt="2026-03-17T13:50:15.286" v="1919" actId="14100"/>
          <ac:spMkLst>
            <pc:docMk/>
            <pc:sldMk cId="3185482089" sldId="356"/>
            <ac:spMk id="9" creationId="{D48D4508-D9F4-8981-563A-340E17ED879E}"/>
          </ac:spMkLst>
        </pc:spChg>
        <pc:spChg chg="add mod">
          <ac:chgData name="Rosalvo Medeiros" userId="52f93e62-72bc-4d5d-8e07-af043120901b" providerId="ADAL" clId="{40095463-1CA9-41B2-94DA-1CD85C949CC9}" dt="2026-03-17T14:03:17.901" v="1952" actId="12"/>
          <ac:spMkLst>
            <pc:docMk/>
            <pc:sldMk cId="3185482089" sldId="356"/>
            <ac:spMk id="11" creationId="{1F24DFFA-6EFD-AAF5-3B44-8FAAFB781F14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17T14:05:21.193" v="1969" actId="948"/>
        <pc:sldMkLst>
          <pc:docMk/>
          <pc:sldMk cId="1386928387" sldId="357"/>
        </pc:sldMkLst>
        <pc:spChg chg="add mod">
          <ac:chgData name="Rosalvo Medeiros" userId="52f93e62-72bc-4d5d-8e07-af043120901b" providerId="ADAL" clId="{40095463-1CA9-41B2-94DA-1CD85C949CC9}" dt="2026-03-17T14:05:21.193" v="1969" actId="948"/>
          <ac:spMkLst>
            <pc:docMk/>
            <pc:sldMk cId="1386928387" sldId="357"/>
            <ac:spMk id="5" creationId="{AD2E484A-70E6-3E74-1D31-0EA739A4883D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17T14:29:06.142" v="2030"/>
        <pc:sldMkLst>
          <pc:docMk/>
          <pc:sldMk cId="1210108959" sldId="358"/>
        </pc:sldMkLst>
        <pc:spChg chg="add mod">
          <ac:chgData name="Rosalvo Medeiros" userId="52f93e62-72bc-4d5d-8e07-af043120901b" providerId="ADAL" clId="{40095463-1CA9-41B2-94DA-1CD85C949CC9}" dt="2026-03-17T14:28:36.921" v="2023" actId="208"/>
          <ac:spMkLst>
            <pc:docMk/>
            <pc:sldMk cId="1210108959" sldId="358"/>
            <ac:spMk id="6" creationId="{6F0439FE-F523-D1ED-355E-50BEDC424BCE}"/>
          </ac:spMkLst>
        </pc:spChg>
        <pc:spChg chg="add mod">
          <ac:chgData name="Rosalvo Medeiros" userId="52f93e62-72bc-4d5d-8e07-af043120901b" providerId="ADAL" clId="{40095463-1CA9-41B2-94DA-1CD85C949CC9}" dt="2026-03-17T14:28:44.902" v="2024" actId="208"/>
          <ac:spMkLst>
            <pc:docMk/>
            <pc:sldMk cId="1210108959" sldId="358"/>
            <ac:spMk id="8" creationId="{5B529ADA-23EE-72BD-ACFB-7B5EDBC60E05}"/>
          </ac:spMkLst>
        </pc:spChg>
        <pc:spChg chg="add mod">
          <ac:chgData name="Rosalvo Medeiros" userId="52f93e62-72bc-4d5d-8e07-af043120901b" providerId="ADAL" clId="{40095463-1CA9-41B2-94DA-1CD85C949CC9}" dt="2026-03-17T14:28:56.103" v="2027" actId="208"/>
          <ac:spMkLst>
            <pc:docMk/>
            <pc:sldMk cId="1210108959" sldId="358"/>
            <ac:spMk id="10" creationId="{624616B9-9F51-B4C2-860E-F1F990D09E50}"/>
          </ac:spMkLst>
        </pc:spChg>
        <pc:spChg chg="add mod">
          <ac:chgData name="Rosalvo Medeiros" userId="52f93e62-72bc-4d5d-8e07-af043120901b" providerId="ADAL" clId="{40095463-1CA9-41B2-94DA-1CD85C949CC9}" dt="2026-03-17T14:28:59.832" v="2028" actId="208"/>
          <ac:spMkLst>
            <pc:docMk/>
            <pc:sldMk cId="1210108959" sldId="358"/>
            <ac:spMk id="12" creationId="{74FF1136-D849-BF85-AFBE-BDF5E984A8C2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17T14:23:40.655" v="1986" actId="1076"/>
        <pc:sldMkLst>
          <pc:docMk/>
          <pc:sldMk cId="2441518603" sldId="359"/>
        </pc:sldMkLst>
        <pc:picChg chg="add mod">
          <ac:chgData name="Rosalvo Medeiros" userId="52f93e62-72bc-4d5d-8e07-af043120901b" providerId="ADAL" clId="{40095463-1CA9-41B2-94DA-1CD85C949CC9}" dt="2026-03-17T14:23:40.655" v="1986" actId="1076"/>
          <ac:picMkLst>
            <pc:docMk/>
            <pc:sldMk cId="2441518603" sldId="359"/>
            <ac:picMk id="8" creationId="{A995D606-C068-27B2-DB01-CF6080D055B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6:30:29.298" v="2190" actId="208"/>
        <pc:sldMkLst>
          <pc:docMk/>
          <pc:sldMk cId="3556562846" sldId="360"/>
        </pc:sldMkLst>
        <pc:spChg chg="mod">
          <ac:chgData name="Rosalvo Medeiros" userId="52f93e62-72bc-4d5d-8e07-af043120901b" providerId="ADAL" clId="{40095463-1CA9-41B2-94DA-1CD85C949CC9}" dt="2026-03-17T16:28:41.223" v="2069" actId="20577"/>
          <ac:spMkLst>
            <pc:docMk/>
            <pc:sldMk cId="3556562846" sldId="36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6:30:12.273" v="2170" actId="208"/>
          <ac:spMkLst>
            <pc:docMk/>
            <pc:sldMk cId="3556562846" sldId="360"/>
            <ac:spMk id="7" creationId="{FC1519F9-8E43-2DF8-0FFB-597190E2D245}"/>
          </ac:spMkLst>
        </pc:spChg>
        <pc:spChg chg="add mod">
          <ac:chgData name="Rosalvo Medeiros" userId="52f93e62-72bc-4d5d-8e07-af043120901b" providerId="ADAL" clId="{40095463-1CA9-41B2-94DA-1CD85C949CC9}" dt="2026-03-17T16:30:29.298" v="2190" actId="208"/>
          <ac:spMkLst>
            <pc:docMk/>
            <pc:sldMk cId="3556562846" sldId="360"/>
            <ac:spMk id="9" creationId="{E30FBB37-71E4-297A-6EB3-1F458815C1AC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3-17T17:56:15.630" v="3889"/>
        <pc:sldMkLst>
          <pc:docMk/>
          <pc:sldMk cId="2039886520" sldId="361"/>
        </pc:sldMkLst>
        <pc:spChg chg="add mod">
          <ac:chgData name="Rosalvo Medeiros" userId="52f93e62-72bc-4d5d-8e07-af043120901b" providerId="ADAL" clId="{40095463-1CA9-41B2-94DA-1CD85C949CC9}" dt="2026-03-17T17:56:05.374" v="3886" actId="1076"/>
          <ac:spMkLst>
            <pc:docMk/>
            <pc:sldMk cId="2039886520" sldId="361"/>
            <ac:spMk id="5" creationId="{AD4067B7-0D94-1A31-4B24-7C02616D3E21}"/>
          </ac:spMkLst>
        </pc:spChg>
        <pc:spChg chg="add mod">
          <ac:chgData name="Rosalvo Medeiros" userId="52f93e62-72bc-4d5d-8e07-af043120901b" providerId="ADAL" clId="{40095463-1CA9-41B2-94DA-1CD85C949CC9}" dt="2026-03-17T17:56:08" v="3887" actId="1076"/>
          <ac:spMkLst>
            <pc:docMk/>
            <pc:sldMk cId="2039886520" sldId="361"/>
            <ac:spMk id="7" creationId="{F04EB36A-093C-4487-A5B2-82FA56E95D7E}"/>
          </ac:spMkLst>
        </pc:spChg>
        <pc:spChg chg="add mod">
          <ac:chgData name="Rosalvo Medeiros" userId="52f93e62-72bc-4d5d-8e07-af043120901b" providerId="ADAL" clId="{40095463-1CA9-41B2-94DA-1CD85C949CC9}" dt="2026-03-17T17:56:13.406" v="3888" actId="208"/>
          <ac:spMkLst>
            <pc:docMk/>
            <pc:sldMk cId="2039886520" sldId="361"/>
            <ac:spMk id="9" creationId="{496A8FFE-09D7-1EC2-BAA0-2252BDAC298A}"/>
          </ac:spMkLst>
        </pc:spChg>
        <pc:picChg chg="mod">
          <ac:chgData name="Rosalvo Medeiros" userId="52f93e62-72bc-4d5d-8e07-af043120901b" providerId="ADAL" clId="{40095463-1CA9-41B2-94DA-1CD85C949CC9}" dt="2026-03-17T17:55:17.259" v="3866" actId="1076"/>
          <ac:picMkLst>
            <pc:docMk/>
            <pc:sldMk cId="2039886520" sldId="361"/>
            <ac:picMk id="4" creationId="{2C50380C-1E8D-2814-697A-C511B936CE0C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6:45:39.006" v="2539"/>
        <pc:sldMkLst>
          <pc:docMk/>
          <pc:sldMk cId="1432324848" sldId="362"/>
        </pc:sldMkLst>
        <pc:spChg chg="add mod">
          <ac:chgData name="Rosalvo Medeiros" userId="52f93e62-72bc-4d5d-8e07-af043120901b" providerId="ADAL" clId="{40095463-1CA9-41B2-94DA-1CD85C949CC9}" dt="2026-03-17T16:42:13.240" v="2508" actId="255"/>
          <ac:spMkLst>
            <pc:docMk/>
            <pc:sldMk cId="1432324848" sldId="362"/>
            <ac:spMk id="6" creationId="{FB64E0BA-19C3-D83F-C385-0969A6279093}"/>
          </ac:spMkLst>
        </pc:spChg>
        <pc:spChg chg="mod">
          <ac:chgData name="Rosalvo Medeiros" userId="52f93e62-72bc-4d5d-8e07-af043120901b" providerId="ADAL" clId="{40095463-1CA9-41B2-94DA-1CD85C949CC9}" dt="2026-03-17T16:42:00.015" v="2504" actId="1076"/>
          <ac:spMkLst>
            <pc:docMk/>
            <pc:sldMk cId="1432324848" sldId="362"/>
            <ac:spMk id="9" creationId="{E30FBB37-71E4-297A-6EB3-1F458815C1AC}"/>
          </ac:spMkLst>
        </pc:spChg>
        <pc:spChg chg="add mod">
          <ac:chgData name="Rosalvo Medeiros" userId="52f93e62-72bc-4d5d-8e07-af043120901b" providerId="ADAL" clId="{40095463-1CA9-41B2-94DA-1CD85C949CC9}" dt="2026-03-17T16:43:19.279" v="2521" actId="255"/>
          <ac:spMkLst>
            <pc:docMk/>
            <pc:sldMk cId="1432324848" sldId="362"/>
            <ac:spMk id="12" creationId="{34D2206F-0E4B-76CD-BE53-FC1288DA52FD}"/>
          </ac:spMkLst>
        </pc:spChg>
        <pc:spChg chg="add mod">
          <ac:chgData name="Rosalvo Medeiros" userId="52f93e62-72bc-4d5d-8e07-af043120901b" providerId="ADAL" clId="{40095463-1CA9-41B2-94DA-1CD85C949CC9}" dt="2026-03-17T16:45:02.359" v="2533" actId="208"/>
          <ac:spMkLst>
            <pc:docMk/>
            <pc:sldMk cId="1432324848" sldId="362"/>
            <ac:spMk id="16" creationId="{A25FCE53-8642-3A91-A5BF-7640B0636ED2}"/>
          </ac:spMkLst>
        </pc:spChg>
        <pc:picChg chg="add mod">
          <ac:chgData name="Rosalvo Medeiros" userId="52f93e62-72bc-4d5d-8e07-af043120901b" providerId="ADAL" clId="{40095463-1CA9-41B2-94DA-1CD85C949CC9}" dt="2026-03-17T16:44:44.591" v="2527" actId="1076"/>
          <ac:picMkLst>
            <pc:docMk/>
            <pc:sldMk cId="1432324848" sldId="362"/>
            <ac:picMk id="14" creationId="{3953E484-10FB-881E-84AA-B50A165BA562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17T17:03:57.214" v="2872"/>
        <pc:sldMkLst>
          <pc:docMk/>
          <pc:sldMk cId="2596769479" sldId="363"/>
        </pc:sldMkLst>
        <pc:spChg chg="add mod">
          <ac:chgData name="Rosalvo Medeiros" userId="52f93e62-72bc-4d5d-8e07-af043120901b" providerId="ADAL" clId="{40095463-1CA9-41B2-94DA-1CD85C949CC9}" dt="2026-03-17T17:01:44.958" v="2694" actId="20577"/>
          <ac:spMkLst>
            <pc:docMk/>
            <pc:sldMk cId="2596769479" sldId="363"/>
            <ac:spMk id="10" creationId="{A38AA418-04EA-2C38-933F-2D6DBE9BA56A}"/>
          </ac:spMkLst>
        </pc:spChg>
        <pc:picChg chg="add mod">
          <ac:chgData name="Rosalvo Medeiros" userId="52f93e62-72bc-4d5d-8e07-af043120901b" providerId="ADAL" clId="{40095463-1CA9-41B2-94DA-1CD85C949CC9}" dt="2026-03-17T16:59:39.530" v="2560" actId="1076"/>
          <ac:picMkLst>
            <pc:docMk/>
            <pc:sldMk cId="2596769479" sldId="363"/>
            <ac:picMk id="8" creationId="{C0C3576B-F57E-8465-5CF2-1C3BF7A0A4B7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4:01.869" v="2873"/>
        <pc:sldMkLst>
          <pc:docMk/>
          <pc:sldMk cId="1264865122" sldId="364"/>
        </pc:sldMkLst>
        <pc:spChg chg="add mod">
          <ac:chgData name="Rosalvo Medeiros" userId="52f93e62-72bc-4d5d-8e07-af043120901b" providerId="ADAL" clId="{40095463-1CA9-41B2-94DA-1CD85C949CC9}" dt="2026-03-17T17:02:56.930" v="2867" actId="20577"/>
          <ac:spMkLst>
            <pc:docMk/>
            <pc:sldMk cId="1264865122" sldId="364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2:00.680" v="2696" actId="1076"/>
          <ac:picMkLst>
            <pc:docMk/>
            <pc:sldMk cId="1264865122" sldId="364"/>
            <ac:picMk id="4" creationId="{67B80DC9-A9E9-4917-DAF2-E2B97C9E6709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5:26.634" v="2979" actId="20577"/>
        <pc:sldMkLst>
          <pc:docMk/>
          <pc:sldMk cId="2720428368" sldId="365"/>
        </pc:sldMkLst>
        <pc:spChg chg="mod">
          <ac:chgData name="Rosalvo Medeiros" userId="52f93e62-72bc-4d5d-8e07-af043120901b" providerId="ADAL" clId="{40095463-1CA9-41B2-94DA-1CD85C949CC9}" dt="2026-03-17T17:05:26.634" v="2979" actId="20577"/>
          <ac:spMkLst>
            <pc:docMk/>
            <pc:sldMk cId="2720428368" sldId="365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4:41.957" v="2881" actId="1076"/>
          <ac:picMkLst>
            <pc:docMk/>
            <pc:sldMk cId="2720428368" sldId="365"/>
            <ac:picMk id="7" creationId="{D63B7892-061D-54E5-C2DE-D2BE404F6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09:40.866" v="3187" actId="1076"/>
        <pc:sldMkLst>
          <pc:docMk/>
          <pc:sldMk cId="2434703536" sldId="366"/>
        </pc:sldMkLst>
        <pc:spChg chg="mod">
          <ac:chgData name="Rosalvo Medeiros" userId="52f93e62-72bc-4d5d-8e07-af043120901b" providerId="ADAL" clId="{40095463-1CA9-41B2-94DA-1CD85C949CC9}" dt="2026-03-17T17:09:38.845" v="3186" actId="1076"/>
          <ac:spMkLst>
            <pc:docMk/>
            <pc:sldMk cId="2434703536" sldId="366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9:40.866" v="3187" actId="1076"/>
          <ac:picMkLst>
            <pc:docMk/>
            <pc:sldMk cId="2434703536" sldId="366"/>
            <ac:picMk id="4" creationId="{8583D729-5561-8849-BF81-9F614EB9E37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16:09.073" v="3585" actId="1076"/>
        <pc:sldMkLst>
          <pc:docMk/>
          <pc:sldMk cId="3382773167" sldId="367"/>
        </pc:sldMkLst>
        <pc:spChg chg="mod">
          <ac:chgData name="Rosalvo Medeiros" userId="52f93e62-72bc-4d5d-8e07-af043120901b" providerId="ADAL" clId="{40095463-1CA9-41B2-94DA-1CD85C949CC9}" dt="2026-03-17T17:16:02.993" v="3584" actId="20577"/>
          <ac:spMkLst>
            <pc:docMk/>
            <pc:sldMk cId="3382773167" sldId="367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16:09.073" v="3585" actId="1076"/>
          <ac:picMkLst>
            <pc:docMk/>
            <pc:sldMk cId="3382773167" sldId="367"/>
            <ac:picMk id="8" creationId="{1DF932BF-99BC-87EC-EB72-99EF8366868B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20:13.573" v="3836" actId="1076"/>
        <pc:sldMkLst>
          <pc:docMk/>
          <pc:sldMk cId="350036054" sldId="368"/>
        </pc:sldMkLst>
        <pc:spChg chg="mod">
          <ac:chgData name="Rosalvo Medeiros" userId="52f93e62-72bc-4d5d-8e07-af043120901b" providerId="ADAL" clId="{40095463-1CA9-41B2-94DA-1CD85C949CC9}" dt="2026-03-17T17:19:54.431" v="3835" actId="20577"/>
          <ac:spMkLst>
            <pc:docMk/>
            <pc:sldMk cId="350036054" sldId="368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20:13.573" v="3836" actId="1076"/>
          <ac:picMkLst>
            <pc:docMk/>
            <pc:sldMk cId="350036054" sldId="368"/>
            <ac:picMk id="4" creationId="{00B16222-93C2-F0F0-15A1-15210FE19B4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08:56.939" v="3926" actId="1076"/>
        <pc:sldMkLst>
          <pc:docMk/>
          <pc:sldMk cId="1114936575" sldId="369"/>
        </pc:sldMkLst>
        <pc:picChg chg="add mod">
          <ac:chgData name="Rosalvo Medeiros" userId="52f93e62-72bc-4d5d-8e07-af043120901b" providerId="ADAL" clId="{40095463-1CA9-41B2-94DA-1CD85C949CC9}" dt="2026-03-17T17:45:08.039" v="3841" actId="1076"/>
          <ac:picMkLst>
            <pc:docMk/>
            <pc:sldMk cId="1114936575" sldId="369"/>
            <ac:picMk id="2" creationId="{4610B6BB-9E77-61CA-6325-A016A9E401DB}"/>
          </ac:picMkLst>
        </pc:picChg>
        <pc:picChg chg="add mod">
          <ac:chgData name="Rosalvo Medeiros" userId="52f93e62-72bc-4d5d-8e07-af043120901b" providerId="ADAL" clId="{40095463-1CA9-41B2-94DA-1CD85C949CC9}" dt="2026-03-17T18:08:56.939" v="3926" actId="1076"/>
          <ac:picMkLst>
            <pc:docMk/>
            <pc:sldMk cId="1114936575" sldId="369"/>
            <ac:picMk id="10" creationId="{67D92F5D-FE62-988D-6DD6-B625792B236C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57:57.886" v="3897" actId="1076"/>
        <pc:sldMkLst>
          <pc:docMk/>
          <pc:sldMk cId="1930605637" sldId="370"/>
        </pc:sldMkLst>
        <pc:spChg chg="add mod">
          <ac:chgData name="Rosalvo Medeiros" userId="52f93e62-72bc-4d5d-8e07-af043120901b" providerId="ADAL" clId="{40095463-1CA9-41B2-94DA-1CD85C949CC9}" dt="2026-03-17T17:57:06.621" v="3895" actId="12"/>
          <ac:spMkLst>
            <pc:docMk/>
            <pc:sldMk cId="1930605637" sldId="370"/>
            <ac:spMk id="6" creationId="{D51C7E57-6D1F-36ED-BBB0-BC00971F2636}"/>
          </ac:spMkLst>
        </pc:spChg>
        <pc:picChg chg="add mod">
          <ac:chgData name="Rosalvo Medeiros" userId="52f93e62-72bc-4d5d-8e07-af043120901b" providerId="ADAL" clId="{40095463-1CA9-41B2-94DA-1CD85C949CC9}" dt="2026-03-17T17:57:57.886" v="3897" actId="1076"/>
          <ac:picMkLst>
            <pc:docMk/>
            <pc:sldMk cId="1930605637" sldId="370"/>
            <ac:picMk id="9" creationId="{9C7D5CB5-2659-2A25-114B-5D025F498696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8:15:04.937" v="3989" actId="20577"/>
        <pc:sldMkLst>
          <pc:docMk/>
          <pc:sldMk cId="3385298471" sldId="371"/>
        </pc:sldMkLst>
        <pc:spChg chg="mod">
          <ac:chgData name="Rosalvo Medeiros" userId="52f93e62-72bc-4d5d-8e07-af043120901b" providerId="ADAL" clId="{40095463-1CA9-41B2-94DA-1CD85C949CC9}" dt="2026-03-17T18:15:04.937" v="3989" actId="20577"/>
          <ac:spMkLst>
            <pc:docMk/>
            <pc:sldMk cId="3385298471" sldId="37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8:12:15.164" v="3944" actId="208"/>
          <ac:spMkLst>
            <pc:docMk/>
            <pc:sldMk cId="3385298471" sldId="371"/>
            <ac:spMk id="10" creationId="{681E5CFE-9242-3150-90CC-F57F764F74D0}"/>
          </ac:spMkLst>
        </pc:spChg>
        <pc:spChg chg="add mod">
          <ac:chgData name="Rosalvo Medeiros" userId="52f93e62-72bc-4d5d-8e07-af043120901b" providerId="ADAL" clId="{40095463-1CA9-41B2-94DA-1CD85C949CC9}" dt="2026-03-17T18:12:17.273" v="3945" actId="208"/>
          <ac:spMkLst>
            <pc:docMk/>
            <pc:sldMk cId="3385298471" sldId="371"/>
            <ac:spMk id="14" creationId="{F0315A63-6AE7-1957-0B31-713BC1364C77}"/>
          </ac:spMkLst>
        </pc:spChg>
        <pc:spChg chg="add mod">
          <ac:chgData name="Rosalvo Medeiros" userId="52f93e62-72bc-4d5d-8e07-af043120901b" providerId="ADAL" clId="{40095463-1CA9-41B2-94DA-1CD85C949CC9}" dt="2026-03-17T18:13:15.530" v="3953" actId="1076"/>
          <ac:spMkLst>
            <pc:docMk/>
            <pc:sldMk cId="3385298471" sldId="371"/>
            <ac:spMk id="22" creationId="{EEC9B1DC-D12D-D064-FFA9-91EC29C8E909}"/>
          </ac:spMkLst>
        </pc:spChg>
        <pc:graphicFrameChg chg="add mod modGraphic">
          <ac:chgData name="Rosalvo Medeiros" userId="52f93e62-72bc-4d5d-8e07-af043120901b" providerId="ADAL" clId="{40095463-1CA9-41B2-94DA-1CD85C949CC9}" dt="2026-03-17T18:14:02.678" v="3964" actId="207"/>
          <ac:graphicFrameMkLst>
            <pc:docMk/>
            <pc:sldMk cId="3385298471" sldId="371"/>
            <ac:graphicFrameMk id="25" creationId="{91634FF4-F794-AA8E-C599-A6235B9C8C73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17T18:15:20.626" v="4009" actId="1076"/>
        <pc:sldMkLst>
          <pc:docMk/>
          <pc:sldMk cId="414419490" sldId="372"/>
        </pc:sldMkLst>
        <pc:spChg chg="mod">
          <ac:chgData name="Rosalvo Medeiros" userId="52f93e62-72bc-4d5d-8e07-af043120901b" providerId="ADAL" clId="{40095463-1CA9-41B2-94DA-1CD85C949CC9}" dt="2026-03-17T18:15:14.824" v="4006" actId="20577"/>
          <ac:spMkLst>
            <pc:docMk/>
            <pc:sldMk cId="414419490" sldId="372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7T18:15:20.626" v="4009" actId="1076"/>
          <ac:picMkLst>
            <pc:docMk/>
            <pc:sldMk cId="414419490" sldId="372"/>
            <ac:picMk id="4" creationId="{573B9680-EAAF-20D2-BC3C-3AC40D1EDEDC}"/>
          </ac:picMkLst>
        </pc:picChg>
      </pc:sldChg>
      <pc:sldChg chg="addSp delSp add mod ord">
        <pc:chgData name="Rosalvo Medeiros" userId="52f93e62-72bc-4d5d-8e07-af043120901b" providerId="ADAL" clId="{40095463-1CA9-41B2-94DA-1CD85C949CC9}" dt="2026-03-17T18:22:52.479" v="4016"/>
        <pc:sldMkLst>
          <pc:docMk/>
          <pc:sldMk cId="2637573804" sldId="373"/>
        </pc:sldMkLst>
        <pc:picChg chg="add">
          <ac:chgData name="Rosalvo Medeiros" userId="52f93e62-72bc-4d5d-8e07-af043120901b" providerId="ADAL" clId="{40095463-1CA9-41B2-94DA-1CD85C949CC9}" dt="2026-03-17T18:16:07.089" v="4012" actId="22"/>
          <ac:picMkLst>
            <pc:docMk/>
            <pc:sldMk cId="2637573804" sldId="373"/>
            <ac:picMk id="5" creationId="{7F6F0200-B3EF-377C-DCA1-1FFBD568EA3E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23:31.657" v="4024" actId="1076"/>
        <pc:sldMkLst>
          <pc:docMk/>
          <pc:sldMk cId="2866589264" sldId="374"/>
        </pc:sldMkLst>
        <pc:picChg chg="add mod">
          <ac:chgData name="Rosalvo Medeiros" userId="52f93e62-72bc-4d5d-8e07-af043120901b" providerId="ADAL" clId="{40095463-1CA9-41B2-94DA-1CD85C949CC9}" dt="2026-03-17T18:23:03.297" v="4021" actId="1076"/>
          <ac:picMkLst>
            <pc:docMk/>
            <pc:sldMk cId="2866589264" sldId="374"/>
            <ac:picMk id="4" creationId="{D0FF26FC-A45C-75C3-063B-B972F11C5F6F}"/>
          </ac:picMkLst>
        </pc:picChg>
        <pc:picChg chg="add mod">
          <ac:chgData name="Rosalvo Medeiros" userId="52f93e62-72bc-4d5d-8e07-af043120901b" providerId="ADAL" clId="{40095463-1CA9-41B2-94DA-1CD85C949CC9}" dt="2026-03-17T18:23:31.657" v="4024" actId="1076"/>
          <ac:picMkLst>
            <pc:docMk/>
            <pc:sldMk cId="2866589264" sldId="374"/>
            <ac:picMk id="7" creationId="{717B6B10-6E91-9E73-0EE7-38025D42B404}"/>
          </ac:picMkLst>
        </pc:picChg>
      </pc:sldChg>
      <pc:sldMasterChg chg="delSp modSp mod modSldLayout">
        <pc:chgData name="Rosalvo Medeiros" userId="52f93e62-72bc-4d5d-8e07-af043120901b" providerId="ADAL" clId="{40095463-1CA9-41B2-94DA-1CD85C949CC9}" dt="2026-02-24T12:18:03.543" v="99" actId="1076"/>
        <pc:sldMasterMkLst>
          <pc:docMk/>
          <pc:sldMasterMk cId="0" sldId="2147483652"/>
        </pc:sldMasterMkLst>
        <pc:spChg chg="mod">
          <ac:chgData name="Rosalvo Medeiros" userId="52f93e62-72bc-4d5d-8e07-af043120901b" providerId="ADAL" clId="{40095463-1CA9-41B2-94DA-1CD85C949CC9}" dt="2026-02-24T12:16:10.994" v="43" actId="14100"/>
          <ac:spMkLst>
            <pc:docMk/>
            <pc:sldMasterMk cId="0" sldId="2147483652"/>
            <ac:spMk id="9" creationId="{00000000-0000-0000-0000-000000000000}"/>
          </ac:spMkLst>
        </pc:spChg>
        <pc:sldLayoutChg chg="addSp delSp modSp mod">
          <pc:chgData name="Rosalvo Medeiros" userId="52f93e62-72bc-4d5d-8e07-af043120901b" providerId="ADAL" clId="{40095463-1CA9-41B2-94DA-1CD85C949CC9}" dt="2026-02-24T12:18:03.543" v="99" actId="1076"/>
          <pc:sldLayoutMkLst>
            <pc:docMk/>
            <pc:sldMasterMk cId="0" sldId="2147483652"/>
            <pc:sldLayoutMk cId="0" sldId="2147483648"/>
          </pc:sldLayoutMkLst>
          <pc:spChg chg="mod">
            <ac:chgData name="Rosalvo Medeiros" userId="52f93e62-72bc-4d5d-8e07-af043120901b" providerId="ADAL" clId="{40095463-1CA9-41B2-94DA-1CD85C949CC9}" dt="2026-02-24T12:17:51.756" v="96" actId="1076"/>
            <ac:spMkLst>
              <pc:docMk/>
              <pc:sldMasterMk cId="0" sldId="2147483652"/>
              <pc:sldLayoutMk cId="0" sldId="2147483648"/>
              <ac:spMk id="14" creationId="{00000000-0000-0000-0000-000000000000}"/>
            </ac:spMkLst>
          </pc:spChg>
          <pc:spChg chg="add del mod">
            <ac:chgData name="Rosalvo Medeiros" userId="52f93e62-72bc-4d5d-8e07-af043120901b" providerId="ADAL" clId="{40095463-1CA9-41B2-94DA-1CD85C949CC9}" dt="2026-02-24T12:17:56.858" v="97" actId="1076"/>
            <ac:spMkLst>
              <pc:docMk/>
              <pc:sldMasterMk cId="0" sldId="2147483652"/>
              <pc:sldLayoutMk cId="0" sldId="2147483648"/>
              <ac:spMk id="16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18:03.543" v="99" actId="1076"/>
            <ac:spMkLst>
              <pc:docMk/>
              <pc:sldMasterMk cId="0" sldId="2147483652"/>
              <pc:sldLayoutMk cId="0" sldId="2147483648"/>
              <ac:spMk id="17" creationId="{00000000-0000-0000-0000-000000000000}"/>
            </ac:spMkLst>
          </pc:spChg>
          <pc:picChg chg="mod">
            <ac:chgData name="Rosalvo Medeiros" userId="52f93e62-72bc-4d5d-8e07-af043120901b" providerId="ADAL" clId="{40095463-1CA9-41B2-94DA-1CD85C949CC9}" dt="2026-02-24T12:16:29.278" v="47" actId="14100"/>
            <ac:picMkLst>
              <pc:docMk/>
              <pc:sldMasterMk cId="0" sldId="2147483652"/>
              <pc:sldLayoutMk cId="0" sldId="2147483648"/>
              <ac:picMk id="12" creationId="{00000000-0000-0000-0000-000000000000}"/>
            </ac:picMkLst>
          </pc:picChg>
          <pc:picChg chg="mod">
            <ac:chgData name="Rosalvo Medeiros" userId="52f93e62-72bc-4d5d-8e07-af043120901b" providerId="ADAL" clId="{40095463-1CA9-41B2-94DA-1CD85C949CC9}" dt="2026-02-24T12:09:55.713" v="27" actId="1076"/>
            <ac:picMkLst>
              <pc:docMk/>
              <pc:sldMasterMk cId="0" sldId="2147483652"/>
              <pc:sldLayoutMk cId="0" sldId="2147483648"/>
              <ac:picMk id="13" creationId="{00000000-0000-0000-0000-000000000000}"/>
            </ac:picMkLst>
          </pc:picChg>
          <pc:cxnChg chg="mod">
            <ac:chgData name="Rosalvo Medeiros" userId="52f93e62-72bc-4d5d-8e07-af043120901b" providerId="ADAL" clId="{40095463-1CA9-41B2-94DA-1CD85C949CC9}" dt="2026-02-24T12:17:59.715" v="98" actId="1076"/>
            <ac:cxnSpMkLst>
              <pc:docMk/>
              <pc:sldMasterMk cId="0" sldId="2147483652"/>
              <pc:sldLayoutMk cId="0" sldId="2147483648"/>
              <ac:cxnSpMk id="15" creationId="{00000000-0000-0000-0000-000000000000}"/>
            </ac:cxnSpMkLst>
          </pc:cxnChg>
        </pc:sldLayoutChg>
        <pc:sldLayoutChg chg="addSp modSp">
          <pc:chgData name="Rosalvo Medeiros" userId="52f93e62-72bc-4d5d-8e07-af043120901b" providerId="ADAL" clId="{40095463-1CA9-41B2-94DA-1CD85C949CC9}" dt="2026-02-24T12:09:39.077" v="24"/>
          <pc:sldLayoutMkLst>
            <pc:docMk/>
            <pc:sldMasterMk cId="0" sldId="2147483652"/>
            <pc:sldLayoutMk cId="0" sldId="2147483651"/>
          </pc:sldLayoutMkLst>
          <pc:spChg chg="add mod">
            <ac:chgData name="Rosalvo Medeiros" userId="52f93e62-72bc-4d5d-8e07-af043120901b" providerId="ADAL" clId="{40095463-1CA9-41B2-94DA-1CD85C949CC9}" dt="2026-02-24T12:09:39.077" v="24"/>
            <ac:spMkLst>
              <pc:docMk/>
              <pc:sldMasterMk cId="0" sldId="2147483652"/>
              <pc:sldLayoutMk cId="0" sldId="2147483651"/>
              <ac:spMk id="2" creationId="{7F13BADC-3AAC-0B97-2AAC-26D86D76060B}"/>
            </ac:spMkLst>
          </pc:spChg>
        </pc:sldLayoutChg>
        <pc:sldLayoutChg chg="modSp mod">
          <pc:chgData name="Rosalvo Medeiros" userId="52f93e62-72bc-4d5d-8e07-af043120901b" providerId="ADAL" clId="{40095463-1CA9-41B2-94DA-1CD85C949CC9}" dt="2026-02-24T12:08:58.074" v="21" actId="14100"/>
          <pc:sldLayoutMkLst>
            <pc:docMk/>
            <pc:sldMasterMk cId="0" sldId="2147483652"/>
            <pc:sldLayoutMk cId="2784126168" sldId="2147483653"/>
          </pc:sldLayoutMkLst>
          <pc:spChg chg="mod">
            <ac:chgData name="Rosalvo Medeiros" userId="52f93e62-72bc-4d5d-8e07-af043120901b" providerId="ADAL" clId="{40095463-1CA9-41B2-94DA-1CD85C949CC9}" dt="2026-02-24T12:08:50.959" v="20" actId="14100"/>
            <ac:spMkLst>
              <pc:docMk/>
              <pc:sldMasterMk cId="0" sldId="2147483652"/>
              <pc:sldLayoutMk cId="2784126168" sldId="2147483653"/>
              <ac:spMk id="27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58.074" v="21" actId="14100"/>
            <ac:spMkLst>
              <pc:docMk/>
              <pc:sldMasterMk cId="0" sldId="2147483652"/>
              <pc:sldLayoutMk cId="2784126168" sldId="2147483653"/>
              <ac:spMk id="30" creationId="{00000000-0000-0000-0000-000000000000}"/>
            </ac:spMkLst>
          </pc:spChg>
        </pc:sldLayoutChg>
        <pc:sldLayoutChg chg="addSp delSp modSp mod">
          <pc:chgData name="Rosalvo Medeiros" userId="52f93e62-72bc-4d5d-8e07-af043120901b" providerId="ADAL" clId="{40095463-1CA9-41B2-94DA-1CD85C949CC9}" dt="2026-02-24T12:09:22.637" v="23" actId="14100"/>
          <pc:sldLayoutMkLst>
            <pc:docMk/>
            <pc:sldMasterMk cId="0" sldId="2147483652"/>
            <pc:sldLayoutMk cId="1684073690" sldId="2147483654"/>
          </pc:sldLayoutMkLst>
          <pc:spChg chg="add mod">
            <ac:chgData name="Rosalvo Medeiros" userId="52f93e62-72bc-4d5d-8e07-af043120901b" providerId="ADAL" clId="{40095463-1CA9-41B2-94DA-1CD85C949CC9}" dt="2026-02-24T12:09:12.926" v="22" actId="14100"/>
            <ac:spMkLst>
              <pc:docMk/>
              <pc:sldMasterMk cId="0" sldId="2147483652"/>
              <pc:sldLayoutMk cId="1684073690" sldId="2147483654"/>
              <ac:spMk id="2" creationId="{3252CA6B-935C-2001-2FE6-5D714B74D466}"/>
            </ac:spMkLst>
          </pc:spChg>
          <pc:spChg chg="mod">
            <ac:chgData name="Rosalvo Medeiros" userId="52f93e62-72bc-4d5d-8e07-af043120901b" providerId="ADAL" clId="{40095463-1CA9-41B2-94DA-1CD85C949CC9}" dt="2026-02-24T12:08:13.997" v="16" actId="1076"/>
            <ac:spMkLst>
              <pc:docMk/>
              <pc:sldMasterMk cId="0" sldId="2147483652"/>
              <pc:sldLayoutMk cId="1684073690" sldId="2147483654"/>
              <ac:spMk id="3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9:22.637" v="23" actId="14100"/>
            <ac:spMkLst>
              <pc:docMk/>
              <pc:sldMasterMk cId="0" sldId="2147483652"/>
              <pc:sldLayoutMk cId="1684073690" sldId="2147483654"/>
              <ac:spMk id="4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26.240" v="17" actId="14100"/>
            <ac:spMkLst>
              <pc:docMk/>
              <pc:sldMasterMk cId="0" sldId="2147483652"/>
              <pc:sldLayoutMk cId="1684073690" sldId="2147483654"/>
              <ac:spMk id="6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villebr-my.sharepoint.com/personal/rosalvo_medeiros_univille_br/Documents/DTI-ROSALVO/Documentos-Note/!Aula/!2026/FGSI/at&#233;-2026-03-24/curva_mensal_pizz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Receita X Custo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Curva_Mensal!$C$1</c:f>
              <c:strCache>
                <c:ptCount val="1"/>
                <c:pt idx="0">
                  <c:v>Receita acumulada (R$)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Curva_Mensal!$C$2:$C$31</c:f>
              <c:numCache>
                <c:formatCode>General</c:formatCode>
                <c:ptCount val="30"/>
                <c:pt idx="0">
                  <c:v>1680</c:v>
                </c:pt>
                <c:pt idx="1">
                  <c:v>3360</c:v>
                </c:pt>
                <c:pt idx="2">
                  <c:v>5040</c:v>
                </c:pt>
                <c:pt idx="3">
                  <c:v>6720</c:v>
                </c:pt>
                <c:pt idx="4">
                  <c:v>8400</c:v>
                </c:pt>
                <c:pt idx="5">
                  <c:v>10080</c:v>
                </c:pt>
                <c:pt idx="6">
                  <c:v>11760</c:v>
                </c:pt>
                <c:pt idx="7">
                  <c:v>13440</c:v>
                </c:pt>
                <c:pt idx="8">
                  <c:v>15120</c:v>
                </c:pt>
                <c:pt idx="9">
                  <c:v>16800</c:v>
                </c:pt>
                <c:pt idx="10">
                  <c:v>18480</c:v>
                </c:pt>
                <c:pt idx="11">
                  <c:v>20160</c:v>
                </c:pt>
                <c:pt idx="12">
                  <c:v>21840</c:v>
                </c:pt>
                <c:pt idx="13">
                  <c:v>23520</c:v>
                </c:pt>
                <c:pt idx="14">
                  <c:v>25200</c:v>
                </c:pt>
                <c:pt idx="15">
                  <c:v>26880</c:v>
                </c:pt>
                <c:pt idx="16">
                  <c:v>28560</c:v>
                </c:pt>
                <c:pt idx="17">
                  <c:v>30240</c:v>
                </c:pt>
                <c:pt idx="18">
                  <c:v>31920</c:v>
                </c:pt>
                <c:pt idx="19">
                  <c:v>33600</c:v>
                </c:pt>
                <c:pt idx="20">
                  <c:v>35280</c:v>
                </c:pt>
                <c:pt idx="21">
                  <c:v>36960</c:v>
                </c:pt>
                <c:pt idx="22">
                  <c:v>38640</c:v>
                </c:pt>
                <c:pt idx="23">
                  <c:v>40320</c:v>
                </c:pt>
                <c:pt idx="24">
                  <c:v>42000</c:v>
                </c:pt>
                <c:pt idx="25">
                  <c:v>43680</c:v>
                </c:pt>
                <c:pt idx="26">
                  <c:v>45360</c:v>
                </c:pt>
                <c:pt idx="27">
                  <c:v>47040</c:v>
                </c:pt>
                <c:pt idx="28">
                  <c:v>48720</c:v>
                </c:pt>
                <c:pt idx="29">
                  <c:v>50400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DF-46CD-AC37-1315B83B0508}"/>
            </c:ext>
          </c:extLst>
        </c:ser>
        <c:ser>
          <c:idx val="1"/>
          <c:order val="1"/>
          <c:tx>
            <c:strRef>
              <c:f>Curva_Mensal!$D$1</c:f>
              <c:strCache>
                <c:ptCount val="1"/>
                <c:pt idx="0">
                  <c:v>Custo total acumulado (R$)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Curva_Mensal!$D$2:$D$31</c:f>
              <c:numCache>
                <c:formatCode>General</c:formatCode>
                <c:ptCount val="30"/>
                <c:pt idx="0">
                  <c:v>6616</c:v>
                </c:pt>
                <c:pt idx="1">
                  <c:v>7432</c:v>
                </c:pt>
                <c:pt idx="2">
                  <c:v>8248</c:v>
                </c:pt>
                <c:pt idx="3">
                  <c:v>9064</c:v>
                </c:pt>
                <c:pt idx="4">
                  <c:v>9880</c:v>
                </c:pt>
                <c:pt idx="5">
                  <c:v>10696</c:v>
                </c:pt>
                <c:pt idx="6">
                  <c:v>11512</c:v>
                </c:pt>
                <c:pt idx="7">
                  <c:v>12328</c:v>
                </c:pt>
                <c:pt idx="8">
                  <c:v>13144</c:v>
                </c:pt>
                <c:pt idx="9">
                  <c:v>13960</c:v>
                </c:pt>
                <c:pt idx="10">
                  <c:v>14776</c:v>
                </c:pt>
                <c:pt idx="11">
                  <c:v>15592</c:v>
                </c:pt>
                <c:pt idx="12">
                  <c:v>16408</c:v>
                </c:pt>
                <c:pt idx="13">
                  <c:v>17224</c:v>
                </c:pt>
                <c:pt idx="14">
                  <c:v>18040</c:v>
                </c:pt>
                <c:pt idx="15">
                  <c:v>18856</c:v>
                </c:pt>
                <c:pt idx="16">
                  <c:v>19672</c:v>
                </c:pt>
                <c:pt idx="17">
                  <c:v>20488</c:v>
                </c:pt>
                <c:pt idx="18">
                  <c:v>21304</c:v>
                </c:pt>
                <c:pt idx="19">
                  <c:v>22120</c:v>
                </c:pt>
                <c:pt idx="20">
                  <c:v>22936</c:v>
                </c:pt>
                <c:pt idx="21">
                  <c:v>23752</c:v>
                </c:pt>
                <c:pt idx="22">
                  <c:v>24568</c:v>
                </c:pt>
                <c:pt idx="23">
                  <c:v>25384</c:v>
                </c:pt>
                <c:pt idx="24">
                  <c:v>26200</c:v>
                </c:pt>
                <c:pt idx="25">
                  <c:v>27016</c:v>
                </c:pt>
                <c:pt idx="26">
                  <c:v>27832</c:v>
                </c:pt>
                <c:pt idx="27">
                  <c:v>28648</c:v>
                </c:pt>
                <c:pt idx="28">
                  <c:v>29464</c:v>
                </c:pt>
                <c:pt idx="29">
                  <c:v>30280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DF-46CD-AC37-1315B83B0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357840"/>
        <c:axId val="885354000"/>
      </c:lineChart>
      <c:catAx>
        <c:axId val="88535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4000"/>
        <c:crosses val="autoZero"/>
        <c:auto val="1"/>
        <c:lblAlgn val="ctr"/>
        <c:lblOffset val="100"/>
        <c:noMultiLvlLbl val="0"/>
      </c:catAx>
      <c:valAx>
        <c:axId val="88535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36732-2A10-23D0-8508-155AFB14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836712"/>
            <a:ext cx="391818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2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9E624-2E3B-5394-8609-798C8B4633CD}"/>
              </a:ext>
            </a:extLst>
          </p:cNvPr>
          <p:cNvSpPr txBox="1"/>
          <p:nvPr/>
        </p:nvSpPr>
        <p:spPr>
          <a:xfrm>
            <a:off x="4019880" y="968152"/>
            <a:ext cx="4728584" cy="215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atividade tem como objetivo relacionar os conceitos de: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</a:p>
          <a:p>
            <a:pPr lvl="0">
              <a:buSzPts val="1000"/>
              <a:tabLst>
                <a:tab pos="457200" algn="l"/>
              </a:tabLst>
            </a:pP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um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prático de produção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1C9DF2-45B8-343D-73CB-5BD373B6A9D5}"/>
              </a:ext>
            </a:extLst>
          </p:cNvPr>
          <p:cNvSpPr txBox="1"/>
          <p:nvPr/>
        </p:nvSpPr>
        <p:spPr>
          <a:xfrm>
            <a:off x="466038" y="3605299"/>
            <a:ext cx="8066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pizzaria artesanal produz pizzas individuais utilizando um forno a lenha. O gerente da pizzaria deseja compreender melhor o processo produtivo para organizar os dados da produção e aprimorar o planejamento das atividades.</a:t>
            </a:r>
          </a:p>
          <a:p>
            <a:endParaRPr lang="pt-BR" dirty="0"/>
          </a:p>
          <a:p>
            <a:r>
              <a:rPr lang="pt-BR" dirty="0"/>
              <a:t>O desenvolvimento desta atividade deve seguir o modelo de planilha apresentado e desenvolvido em sala na Atividade 01, utilizando a mesma estrutura para organização dos dados, realização dos cálculos e análise das informações.</a:t>
            </a:r>
          </a:p>
          <a:p>
            <a:endParaRPr lang="pt-BR" dirty="0"/>
          </a:p>
          <a:p>
            <a:r>
              <a:rPr lang="pt-BR" dirty="0"/>
              <a:t>Informações complementares sobre o caso estão disponíveis na Atividade 002 no AVA, e devem ser utilizadas para responder às questões propostas neste estudo de caso.</a:t>
            </a:r>
          </a:p>
        </p:txBody>
      </p:sp>
    </p:spTree>
    <p:extLst>
      <p:ext uri="{BB962C8B-B14F-4D97-AF65-F5344CB8AC3E}">
        <p14:creationId xmlns:p14="http://schemas.microsoft.com/office/powerpoint/2010/main" val="215096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95D606-C068-27B2-DB01-CF6080D0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3" y="3207303"/>
            <a:ext cx="8974474" cy="15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8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501378-7BF3-BD96-664F-933FAE8B9B2C}"/>
              </a:ext>
            </a:extLst>
          </p:cNvPr>
          <p:cNvSpPr txBox="1"/>
          <p:nvPr/>
        </p:nvSpPr>
        <p:spPr>
          <a:xfrm>
            <a:off x="1979712" y="3300106"/>
            <a:ext cx="4896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🕒 Linha do tempo da produção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🔧 Premissas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Massa + molho (paralelo) = </a:t>
            </a:r>
            <a:r>
              <a:rPr lang="pt-BR" b="1" dirty="0"/>
              <a:t>8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Forno = </a:t>
            </a:r>
            <a:r>
              <a:rPr lang="pt-BR" b="1" dirty="0"/>
              <a:t>10 min (gargalo)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Primeira pizza =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Depois → </a:t>
            </a:r>
            <a:r>
              <a:rPr lang="pt-BR" b="1" dirty="0"/>
              <a:t>1 pizza a cada 10 min</a:t>
            </a:r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1396DC7-BC2D-1D34-D80E-1AF66201A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1841"/>
              </p:ext>
            </p:extLst>
          </p:nvPr>
        </p:nvGraphicFramePr>
        <p:xfrm>
          <a:off x="3707904" y="980728"/>
          <a:ext cx="2160240" cy="1828800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393726888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86481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Etapa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22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Massa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2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Molho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Montagem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93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3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5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5D4652-55FF-1CF2-7D6F-89465BEDFE29}"/>
              </a:ext>
            </a:extLst>
          </p:cNvPr>
          <p:cNvSpPr txBox="1"/>
          <p:nvPr/>
        </p:nvSpPr>
        <p:spPr>
          <a:xfrm>
            <a:off x="611560" y="2086854"/>
            <a:ext cx="76328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 8     10    20    30    40    50</a:t>
            </a:r>
          </a:p>
          <a:p>
            <a:endParaRPr lang="pt-BR" dirty="0"/>
          </a:p>
          <a:p>
            <a:r>
              <a:rPr lang="pt-BR" dirty="0"/>
              <a:t>P1 </a:t>
            </a:r>
            <a:r>
              <a:rPr lang="pt-BR" dirty="0" err="1"/>
              <a:t>Prep</a:t>
            </a:r>
            <a:r>
              <a:rPr lang="pt-BR" dirty="0"/>
              <a:t>: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P1 Forno:             [========10========]</a:t>
            </a:r>
          </a:p>
          <a:p>
            <a:r>
              <a:rPr lang="pt-BR" dirty="0"/>
              <a:t>P1 Saída:                         ✔ 20</a:t>
            </a:r>
          </a:p>
          <a:p>
            <a:endParaRPr lang="pt-BR" dirty="0"/>
          </a:p>
          <a:p>
            <a:r>
              <a:rPr lang="pt-BR" dirty="0"/>
              <a:t>P2 </a:t>
            </a:r>
            <a:r>
              <a:rPr lang="pt-BR" dirty="0" err="1"/>
              <a:t>Prep</a:t>
            </a:r>
            <a:r>
              <a:rPr lang="pt-BR" dirty="0"/>
              <a:t>: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P2 Forno:                         [========10========]</a:t>
            </a:r>
          </a:p>
          <a:p>
            <a:r>
              <a:rPr lang="pt-BR" dirty="0"/>
              <a:t>P2 Saída:                                     ✔ 30</a:t>
            </a:r>
          </a:p>
          <a:p>
            <a:endParaRPr lang="pt-BR" dirty="0"/>
          </a:p>
          <a:p>
            <a:r>
              <a:rPr lang="pt-BR" dirty="0"/>
              <a:t>P3 </a:t>
            </a:r>
            <a:r>
              <a:rPr lang="pt-BR" dirty="0" err="1"/>
              <a:t>Prep</a:t>
            </a:r>
            <a:r>
              <a:rPr lang="pt-BR" dirty="0"/>
              <a:t>: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P3 Forno:                                     [========10========]</a:t>
            </a:r>
          </a:p>
          <a:p>
            <a:r>
              <a:rPr lang="pt-BR" dirty="0"/>
              <a:t>P3 Saída:                                                 ✔ 40</a:t>
            </a:r>
          </a:p>
          <a:p>
            <a:endParaRPr lang="pt-BR" dirty="0"/>
          </a:p>
          <a:p>
            <a:r>
              <a:rPr lang="pt-BR" dirty="0"/>
              <a:t>P4 </a:t>
            </a:r>
            <a:r>
              <a:rPr lang="pt-BR" dirty="0" err="1"/>
              <a:t>Prep</a:t>
            </a:r>
            <a:r>
              <a:rPr lang="pt-BR" dirty="0"/>
              <a:t>:      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P4 Forno:                                                 [========10========]</a:t>
            </a:r>
          </a:p>
          <a:p>
            <a:r>
              <a:rPr lang="pt-BR" dirty="0"/>
              <a:t>P4 Saída:                                                             ✔ 50</a:t>
            </a:r>
          </a:p>
        </p:txBody>
      </p:sp>
    </p:spTree>
    <p:extLst>
      <p:ext uri="{BB962C8B-B14F-4D97-AF65-F5344CB8AC3E}">
        <p14:creationId xmlns:p14="http://schemas.microsoft.com/office/powerpoint/2010/main" val="19228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481113F-2C37-F7B0-C9FD-F947E583F491}"/>
              </a:ext>
            </a:extLst>
          </p:cNvPr>
          <p:cNvSpPr txBox="1"/>
          <p:nvPr/>
        </p:nvSpPr>
        <p:spPr>
          <a:xfrm>
            <a:off x="1691680" y="95567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1️⃣ Início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P1 leva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sistema ainda está “enchendo”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BFFAB6-7123-3273-9128-16627DD4CB19}"/>
              </a:ext>
            </a:extLst>
          </p:cNvPr>
          <p:cNvSpPr txBox="1"/>
          <p:nvPr/>
        </p:nvSpPr>
        <p:spPr>
          <a:xfrm>
            <a:off x="2627784" y="1845311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2️⃣ A partir da segunda pizza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Observe: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enquanto P1 está no forno (10–20)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P2 está sendo preparada (10 min)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8BD5DA-8604-EC6E-4CA5-8A985F3BA5DD}"/>
              </a:ext>
            </a:extLst>
          </p:cNvPr>
          <p:cNvSpPr txBox="1"/>
          <p:nvPr/>
        </p:nvSpPr>
        <p:spPr>
          <a:xfrm>
            <a:off x="1853952" y="35969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3️⃣ Regime estável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07B8C7F-EE0D-8AFA-280A-B761306F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9193"/>
              </p:ext>
            </p:extLst>
          </p:nvPr>
        </p:nvGraphicFramePr>
        <p:xfrm>
          <a:off x="1979712" y="4005064"/>
          <a:ext cx="2458616" cy="1524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31313134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486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Saída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0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0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15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83EA02-0FDF-B2C2-065D-D391693C72F4}"/>
              </a:ext>
            </a:extLst>
          </p:cNvPr>
          <p:cNvSpPr txBox="1"/>
          <p:nvPr/>
        </p:nvSpPr>
        <p:spPr>
          <a:xfrm>
            <a:off x="2298576" y="990440"/>
            <a:ext cx="4572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Situação nova: 2 fornos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🔧 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molho = </a:t>
            </a:r>
            <a:r>
              <a:rPr lang="pt-BR" b="1" dirty="0"/>
              <a:t>8 min (paralelo)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1 = </a:t>
            </a:r>
            <a:r>
              <a:rPr lang="pt-BR" b="1" dirty="0"/>
              <a:t>10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2 = </a:t>
            </a:r>
            <a:r>
              <a:rPr lang="pt-BR" b="1" dirty="0"/>
              <a:t>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👉 Agora temos 2 recursos no gargalo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EE41FE-A6DC-F1C7-F169-5CB003487C20}"/>
              </a:ext>
            </a:extLst>
          </p:cNvPr>
          <p:cNvSpPr txBox="1"/>
          <p:nvPr/>
        </p:nvSpPr>
        <p:spPr>
          <a:xfrm>
            <a:off x="390364" y="3429000"/>
            <a:ext cx="381642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🧠 O que muda no sistema?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 forno → </a:t>
            </a:r>
            <a:r>
              <a:rPr lang="pt-BR" b="1" dirty="0"/>
              <a:t>1 pizza a cada 10 min</a:t>
            </a:r>
            <a:endParaRPr lang="pt-BR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dirty="0"/>
              <a:t>Agora: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1200"/>
              </a:spcBef>
              <a:buNone/>
            </a:pPr>
            <a:r>
              <a:rPr lang="pt-BR" dirty="0"/>
              <a:t>👉 </a:t>
            </a:r>
            <a:r>
              <a:rPr lang="pt-BR" b="1" dirty="0"/>
              <a:t>1 pizza a cada 5 minutos (em média)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087CFE-8A30-109C-48C3-047F6C3A6A82}"/>
              </a:ext>
            </a:extLst>
          </p:cNvPr>
          <p:cNvSpPr txBox="1"/>
          <p:nvPr/>
        </p:nvSpPr>
        <p:spPr>
          <a:xfrm>
            <a:off x="4355976" y="3440578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10    20    30    40    50</a:t>
            </a:r>
          </a:p>
          <a:p>
            <a:endParaRPr lang="pt-BR" dirty="0"/>
          </a:p>
          <a:p>
            <a:r>
              <a:rPr lang="pt-BR" dirty="0"/>
              <a:t>P1 → forno 1 → saída 20</a:t>
            </a:r>
          </a:p>
          <a:p>
            <a:r>
              <a:rPr lang="pt-BR" dirty="0"/>
              <a:t>P2 → forno 2 → saída 20</a:t>
            </a:r>
          </a:p>
          <a:p>
            <a:endParaRPr lang="pt-BR" dirty="0"/>
          </a:p>
          <a:p>
            <a:r>
              <a:rPr lang="pt-BR" dirty="0"/>
              <a:t>P3 → forno 1 → saída 30</a:t>
            </a:r>
          </a:p>
          <a:p>
            <a:r>
              <a:rPr lang="pt-BR" dirty="0"/>
              <a:t>P4 → forno 2 → saída 30</a:t>
            </a:r>
          </a:p>
          <a:p>
            <a:endParaRPr lang="pt-BR" dirty="0"/>
          </a:p>
          <a:p>
            <a:r>
              <a:rPr lang="pt-BR" dirty="0"/>
              <a:t>P5 → forno 1 → saída 40</a:t>
            </a:r>
          </a:p>
          <a:p>
            <a:r>
              <a:rPr lang="pt-BR" dirty="0"/>
              <a:t>P6 → forno 2 → saída 40</a:t>
            </a:r>
          </a:p>
        </p:txBody>
      </p:sp>
    </p:spTree>
    <p:extLst>
      <p:ext uri="{BB962C8B-B14F-4D97-AF65-F5344CB8AC3E}">
        <p14:creationId xmlns:p14="http://schemas.microsoft.com/office/powerpoint/2010/main" val="35868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F0EA1D-A131-80A1-D8E4-DE9FD4447ABC}"/>
              </a:ext>
            </a:extLst>
          </p:cNvPr>
          <p:cNvSpPr txBox="1"/>
          <p:nvPr/>
        </p:nvSpPr>
        <p:spPr>
          <a:xfrm>
            <a:off x="1907704" y="1045092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gargalo mudou?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Vamos comparar: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Capacidade dos fornos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Capacidade da preparação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montagem = </a:t>
            </a:r>
            <a:r>
              <a:rPr lang="pt-BR" b="1" dirty="0"/>
              <a:t>10 min por pizza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só conseguimos preparar </a:t>
            </a:r>
            <a:r>
              <a:rPr lang="pt-BR" b="1" dirty="0"/>
              <a:t>1 pizza a cada 10 min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8D4508-D9F4-8981-563A-340E17ED879E}"/>
              </a:ext>
            </a:extLst>
          </p:cNvPr>
          <p:cNvSpPr txBox="1"/>
          <p:nvPr/>
        </p:nvSpPr>
        <p:spPr>
          <a:xfrm>
            <a:off x="683568" y="3573016"/>
            <a:ext cx="5400600" cy="102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💥 Novo gargalo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👉 Agora o gargalo NÃO é mais o forno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🔥 </a:t>
            </a:r>
            <a:r>
              <a:rPr lang="pt-BR" b="1" dirty="0"/>
              <a:t>O gargalo passa a ser a preparação (massa + montagem)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24DFFA-6EFD-AAF5-3B44-8FAAFB781F14}"/>
              </a:ext>
            </a:extLst>
          </p:cNvPr>
          <p:cNvSpPr txBox="1"/>
          <p:nvPr/>
        </p:nvSpPr>
        <p:spPr>
          <a:xfrm>
            <a:off x="2286000" y="4941168"/>
            <a:ext cx="531033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📉 Resultado real do 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Mesmo com 2 fornos: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você NÃO consegue produzir 2 pizzas a cada 10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porque só consegue preparar 1 pizza a cada 10 min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produção continua limitada: 10 pizza a cada 10 min</a:t>
            </a:r>
          </a:p>
        </p:txBody>
      </p:sp>
    </p:spTree>
    <p:extLst>
      <p:ext uri="{BB962C8B-B14F-4D97-AF65-F5344CB8AC3E}">
        <p14:creationId xmlns:p14="http://schemas.microsoft.com/office/powerpoint/2010/main" val="31854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2E484A-70E6-3E74-1D31-0EA739A4883D}"/>
              </a:ext>
            </a:extLst>
          </p:cNvPr>
          <p:cNvSpPr txBox="1"/>
          <p:nvPr/>
        </p:nvSpPr>
        <p:spPr>
          <a:xfrm>
            <a:off x="1907704" y="1152813"/>
            <a:ext cx="59584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Pergunta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Se quisermos aproveitar os 2 fornos, o que precisamos melhorar?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Respostas:</a:t>
            </a:r>
          </a:p>
          <a:p>
            <a:pPr>
              <a:buNone/>
            </a:pPr>
            <a:r>
              <a:rPr lang="pt-BR" dirty="0"/>
              <a:t>👉 reduzir tempo de preparo</a:t>
            </a:r>
            <a:br>
              <a:rPr lang="pt-BR" dirty="0"/>
            </a:br>
            <a:r>
              <a:rPr lang="pt-BR" dirty="0"/>
              <a:t>👉 paralelizar montagem</a:t>
            </a:r>
            <a:br>
              <a:rPr lang="pt-BR" dirty="0"/>
            </a:br>
            <a:r>
              <a:rPr lang="pt-BR" dirty="0"/>
              <a:t>👉 aumentar equipe</a:t>
            </a:r>
          </a:p>
        </p:txBody>
      </p:sp>
    </p:spTree>
    <p:extLst>
      <p:ext uri="{BB962C8B-B14F-4D97-AF65-F5344CB8AC3E}">
        <p14:creationId xmlns:p14="http://schemas.microsoft.com/office/powerpoint/2010/main" val="138692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439FE-F523-D1ED-355E-50BEDC424BCE}"/>
              </a:ext>
            </a:extLst>
          </p:cNvPr>
          <p:cNvSpPr txBox="1"/>
          <p:nvPr/>
        </p:nvSpPr>
        <p:spPr>
          <a:xfrm>
            <a:off x="1853952" y="1011320"/>
            <a:ext cx="2213992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300 g de farinha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 g de queijo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 pizzas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são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valores brutos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29ADA-23EE-72BD-ACFB-7B5EDBC60E05}"/>
              </a:ext>
            </a:extLst>
          </p:cNvPr>
          <p:cNvSpPr txBox="1"/>
          <p:nvPr/>
        </p:nvSpPr>
        <p:spPr>
          <a:xfrm>
            <a:off x="4577633" y="1011320"/>
            <a:ext cx="4098823" cy="2311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Informações geradas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organizamos os dados: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quantidade total de farinha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 kg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total para produzir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16h40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é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gargalo do processo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organizados com significado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4616B9-9F51-B4C2-860E-F1F990D09E50}"/>
              </a:ext>
            </a:extLst>
          </p:cNvPr>
          <p:cNvSpPr txBox="1"/>
          <p:nvPr/>
        </p:nvSpPr>
        <p:spPr>
          <a:xfrm>
            <a:off x="251520" y="4264560"/>
            <a:ext cx="3816424" cy="1640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 gerado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análise mostra que: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limita a produção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produção exige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análise do gargalo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entendimento é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FF1136-D849-BF85-AFBE-BDF5E984A8C2}"/>
              </a:ext>
            </a:extLst>
          </p:cNvPr>
          <p:cNvSpPr txBox="1"/>
          <p:nvPr/>
        </p:nvSpPr>
        <p:spPr>
          <a:xfrm>
            <a:off x="4539612" y="3764903"/>
            <a:ext cx="4191396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Ações de gestão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gerente poderia: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comprar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reorganizar a produção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planejar compra de ingredientes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representa o conceito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usar informação e conhecimento para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tomar decisões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0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1519F9-8E43-2DF8-0FFB-597190E2D245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4932040" y="1340768"/>
            <a:ext cx="32403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</p:txBody>
      </p:sp>
    </p:spTree>
    <p:extLst>
      <p:ext uri="{BB962C8B-B14F-4D97-AF65-F5344CB8AC3E}">
        <p14:creationId xmlns:p14="http://schemas.microsoft.com/office/powerpoint/2010/main" val="3556562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251520" y="908720"/>
            <a:ext cx="5904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Vamos aprender mais um Fundamento Teórico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64E0BA-19C3-D83F-C385-0969A6279093}"/>
              </a:ext>
            </a:extLst>
          </p:cNvPr>
          <p:cNvSpPr txBox="1"/>
          <p:nvPr/>
        </p:nvSpPr>
        <p:spPr>
          <a:xfrm>
            <a:off x="539552" y="1772816"/>
            <a:ext cx="7776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Você é responsável pela compra dos insumos para a produção de canetas.</a:t>
            </a:r>
          </a:p>
          <a:p>
            <a:pPr>
              <a:buNone/>
            </a:pPr>
            <a:r>
              <a:rPr lang="pt-BR" sz="1600" dirty="0"/>
              <a:t>A tabela a seguir apresenta alguns itens com seus respectivos custos unitários.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D2206F-0E4B-76CD-BE53-FC1288DA52FD}"/>
              </a:ext>
            </a:extLst>
          </p:cNvPr>
          <p:cNvSpPr txBox="1"/>
          <p:nvPr/>
        </p:nvSpPr>
        <p:spPr>
          <a:xfrm>
            <a:off x="611560" y="2636912"/>
            <a:ext cx="748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👉 </a:t>
            </a:r>
            <a:r>
              <a:rPr lang="pt-BR" b="1" dirty="0"/>
              <a:t>Pergunta:</a:t>
            </a:r>
            <a:endParaRPr lang="pt-BR" dirty="0"/>
          </a:p>
          <a:p>
            <a:pPr>
              <a:buNone/>
            </a:pPr>
            <a:r>
              <a:rPr lang="pt-BR" sz="1800" dirty="0"/>
              <a:t>Se o seu objetivo é </a:t>
            </a:r>
            <a:r>
              <a:rPr lang="pt-BR" sz="1800" b="1" dirty="0"/>
              <a:t>reduzir o custo de produção</a:t>
            </a:r>
            <a:r>
              <a:rPr lang="pt-BR" sz="1800" dirty="0"/>
              <a:t>, em qual(</a:t>
            </a:r>
            <a:r>
              <a:rPr lang="pt-BR" sz="1800" dirty="0" err="1"/>
              <a:t>is</a:t>
            </a:r>
            <a:r>
              <a:rPr lang="pt-BR" sz="1800" dirty="0"/>
              <a:t>) item(</a:t>
            </a:r>
            <a:r>
              <a:rPr lang="pt-BR" sz="1800" dirty="0" err="1"/>
              <a:t>ns</a:t>
            </a:r>
            <a:r>
              <a:rPr lang="pt-BR" sz="1800" dirty="0"/>
              <a:t>) você dedicaria mais tempo para negociar o preço com o fornecedor?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953E484-10FB-881E-84AA-B50A165B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17032"/>
            <a:ext cx="4076371" cy="273315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5FCE53-8642-3A91-A5BF-7640B0636ED2}"/>
              </a:ext>
            </a:extLst>
          </p:cNvPr>
          <p:cNvSpPr txBox="1"/>
          <p:nvPr/>
        </p:nvSpPr>
        <p:spPr>
          <a:xfrm>
            <a:off x="5146022" y="3931896"/>
            <a:ext cx="341987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Será que olhar apenas o custo unitário é suficiente para tomar essa decisão?</a:t>
            </a:r>
          </a:p>
        </p:txBody>
      </p:sp>
    </p:spTree>
    <p:extLst>
      <p:ext uri="{BB962C8B-B14F-4D97-AF65-F5344CB8AC3E}">
        <p14:creationId xmlns:p14="http://schemas.microsoft.com/office/powerpoint/2010/main" val="14323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 build="allAtOnce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C3576B-F57E-8465-5CF2-1C3BF7A0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452469"/>
            <a:ext cx="7232484" cy="324036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38AA418-04EA-2C38-933F-2D6DBE9BA56A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1 – Download da planilha Custo-</a:t>
            </a:r>
            <a:r>
              <a:rPr lang="pt-BR" sz="1600" dirty="0" err="1"/>
              <a:t>Prod</a:t>
            </a:r>
            <a:r>
              <a:rPr lang="pt-BR" sz="1600" dirty="0"/>
              <a:t>-Caneta que está no cronograma no AVA</a:t>
            </a:r>
          </a:p>
        </p:txBody>
      </p:sp>
    </p:spTree>
    <p:extLst>
      <p:ext uri="{BB962C8B-B14F-4D97-AF65-F5344CB8AC3E}">
        <p14:creationId xmlns:p14="http://schemas.microsoft.com/office/powerpoint/2010/main" val="2596769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B80DC9-A9E9-4917-DAF2-E2B97C9E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204864"/>
            <a:ext cx="7331721" cy="33123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2 – Calcular o Valor Total = Consumo Anual X Custo Unitário</a:t>
            </a:r>
          </a:p>
        </p:txBody>
      </p:sp>
    </p:spTree>
    <p:extLst>
      <p:ext uri="{BB962C8B-B14F-4D97-AF65-F5344CB8AC3E}">
        <p14:creationId xmlns:p14="http://schemas.microsoft.com/office/powerpoint/2010/main" val="1264865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1031282" y="1412776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3 – Classificar a tabela em ordem decrescente pela coluna Valor Total (R$)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3B7892-061D-54E5-C2DE-D2BE404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2" y="2265428"/>
            <a:ext cx="7180410" cy="27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8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4 – Calcular o % individual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%Individual = (Valor Total (R$) / Total Geral) * 100</a:t>
            </a:r>
          </a:p>
          <a:p>
            <a:endParaRPr lang="pt-BR" sz="1600" dirty="0"/>
          </a:p>
          <a:p>
            <a:r>
              <a:rPr lang="pt-BR" sz="1600" dirty="0" err="1"/>
              <a:t>Ex</a:t>
            </a:r>
            <a:r>
              <a:rPr lang="pt-BR" sz="1600" dirty="0"/>
              <a:t>: %Individual = (12000,00 / 24900,00) * 100</a:t>
            </a:r>
          </a:p>
          <a:p>
            <a:r>
              <a:rPr lang="pt-BR" sz="1600" dirty="0"/>
              <a:t>      %Individual = 48,2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83D729-5561-8849-BF81-9F614EB9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9" y="3356992"/>
            <a:ext cx="8495622" cy="28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035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5 – Calcular o Valor Total Acumulado (R$)</a:t>
            </a:r>
          </a:p>
          <a:p>
            <a:endParaRPr lang="pt-BR" sz="1600" dirty="0"/>
          </a:p>
          <a:p>
            <a:r>
              <a:rPr lang="pt-BR" sz="1600" dirty="0"/>
              <a:t>Exemplo do cálculo para acumular </a:t>
            </a:r>
          </a:p>
          <a:p>
            <a:endParaRPr lang="pt-BR" sz="1600" dirty="0"/>
          </a:p>
          <a:p>
            <a:r>
              <a:rPr lang="pt-BR" sz="1600" dirty="0"/>
              <a:t>Carga de tinta = 12.000,00</a:t>
            </a:r>
          </a:p>
          <a:p>
            <a:r>
              <a:rPr lang="pt-BR" sz="1600" dirty="0"/>
              <a:t>Carga de tinta + ponta metálica = 12.000 + 7.200 = 19.200</a:t>
            </a:r>
          </a:p>
          <a:p>
            <a:r>
              <a:rPr lang="pt-BR" sz="1600" dirty="0"/>
              <a:t>Carga de tinta + ponta metálica + tampa = 12.000 + 7.200 + 1.500 = 20.700,00</a:t>
            </a:r>
          </a:p>
          <a:p>
            <a:endParaRPr lang="pt-BR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F932BF-99BC-87EC-EB72-99EF8366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0" y="3717032"/>
            <a:ext cx="8705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3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83568" y="980728"/>
            <a:ext cx="7776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6 – Calcular o % acumulado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Exemplo do cálculo</a:t>
            </a:r>
          </a:p>
          <a:p>
            <a:endParaRPr lang="pt-BR" sz="1600" dirty="0"/>
          </a:p>
          <a:p>
            <a:r>
              <a:rPr lang="pt-BR" sz="1600" dirty="0"/>
              <a:t>% Acumulado = (12.000 / 24.900) * 100 = 48,2</a:t>
            </a:r>
          </a:p>
          <a:p>
            <a:r>
              <a:rPr lang="pt-BR" sz="1600" dirty="0"/>
              <a:t>% Acumulado = (19.200 / 24.900) * 100 = 77,1</a:t>
            </a:r>
          </a:p>
          <a:p>
            <a:endParaRPr lang="pt-BR" sz="1600" dirty="0"/>
          </a:p>
          <a:p>
            <a:r>
              <a:rPr lang="pt-BR" sz="1600" dirty="0"/>
              <a:t>Outra forma: acumular o %individual</a:t>
            </a:r>
          </a:p>
          <a:p>
            <a:r>
              <a:rPr lang="pt-BR" sz="1600" dirty="0"/>
              <a:t>% Acumulado = 48,2%</a:t>
            </a:r>
          </a:p>
          <a:p>
            <a:r>
              <a:rPr lang="pt-BR" sz="1600" dirty="0"/>
              <a:t>% Acumulado = 48,2% + 28,9% = 77,1%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B16222-93C2-F0F0-15A1-15210FE1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" y="3717032"/>
            <a:ext cx="9036496" cy="22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6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50380C-1E8D-2814-697A-C511B936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3" y="837954"/>
            <a:ext cx="5724023" cy="574540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4067B7-0D94-1A31-4B24-7C02616D3E21}"/>
              </a:ext>
            </a:extLst>
          </p:cNvPr>
          <p:cNvSpPr txBox="1"/>
          <p:nvPr/>
        </p:nvSpPr>
        <p:spPr>
          <a:xfrm>
            <a:off x="6019628" y="1059186"/>
            <a:ext cx="2694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pequena quantidade de causas é responsável pela maior parte dos efeitos.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4EB36A-093C-4487-A5B2-82FA56E95D7E}"/>
              </a:ext>
            </a:extLst>
          </p:cNvPr>
          <p:cNvSpPr txBox="1"/>
          <p:nvPr/>
        </p:nvSpPr>
        <p:spPr>
          <a:xfrm>
            <a:off x="6038369" y="1975823"/>
            <a:ext cx="2694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80% dos resultados vêm de 20% das causas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6A8FFE-09D7-1EC2-BAA0-2252BDAC298A}"/>
              </a:ext>
            </a:extLst>
          </p:cNvPr>
          <p:cNvSpPr txBox="1"/>
          <p:nvPr/>
        </p:nvSpPr>
        <p:spPr>
          <a:xfrm>
            <a:off x="6001032" y="2677016"/>
            <a:ext cx="301715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Após calcular:</a:t>
            </a:r>
          </a:p>
          <a:p>
            <a:endParaRPr lang="pt-BR" dirty="0"/>
          </a:p>
          <a:p>
            <a:r>
              <a:rPr lang="pt-BR" dirty="0"/>
              <a:t>Você descobre que: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2 ou 3 itens concentram ~80% do custo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o restante tem impacto muito menor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👉 Ou seja: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não faz sentido gastar o mesmo esforço em todos os itens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88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1C7E57-6D1F-36ED-BBB0-BC00971F2636}"/>
              </a:ext>
            </a:extLst>
          </p:cNvPr>
          <p:cNvSpPr txBox="1"/>
          <p:nvPr/>
        </p:nvSpPr>
        <p:spPr>
          <a:xfrm>
            <a:off x="433116" y="1052736"/>
            <a:ext cx="76672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📈 Como é um Gráfico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Um gráfico de Pareto combina: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📊 </a:t>
            </a:r>
            <a:r>
              <a:rPr lang="pt-BR" b="1" dirty="0"/>
              <a:t>Barras (colunas)</a:t>
            </a:r>
            <a:r>
              <a:rPr lang="pt-BR" dirty="0"/>
              <a:t> → valor de cada item (ordenado do maior para o menor)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📈 </a:t>
            </a:r>
            <a:r>
              <a:rPr lang="pt-BR" b="1" dirty="0"/>
              <a:t>Linha acumulada (%)</a:t>
            </a:r>
            <a:r>
              <a:rPr lang="pt-BR" dirty="0"/>
              <a:t> → mostra o impacto total acumulado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7D5CB5-2659-2A25-114B-5D025F49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724106"/>
            <a:ext cx="59340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05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10B6BB-9E77-61CA-6325-A016A9E4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8262664" cy="2024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7D92F5D-FE62-988D-6DD6-B625792B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68960"/>
            <a:ext cx="6281260" cy="3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36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1E5CFE-9242-3150-90CC-F57F764F74D0}"/>
              </a:ext>
            </a:extLst>
          </p:cNvPr>
          <p:cNvSpPr txBox="1"/>
          <p:nvPr/>
        </p:nvSpPr>
        <p:spPr>
          <a:xfrm>
            <a:off x="683568" y="980728"/>
            <a:ext cx="7848872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🎯 Curva ABC – Conceito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b="1" dirty="0"/>
              <a:t>Curva ABC</a:t>
            </a:r>
            <a:r>
              <a:rPr lang="pt-BR" dirty="0"/>
              <a:t> é uma técnica de classificação que utiliza o princípio de Pareto para separar os itens de acordo com sua </a:t>
            </a:r>
            <a:r>
              <a:rPr lang="pt-BR" b="1" dirty="0"/>
              <a:t>importância relativa (geralmente financeira)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315A63-6AE7-1957-0B31-713BC1364C77}"/>
              </a:ext>
            </a:extLst>
          </p:cNvPr>
          <p:cNvSpPr txBox="1"/>
          <p:nvPr/>
        </p:nvSpPr>
        <p:spPr>
          <a:xfrm>
            <a:off x="683568" y="2276872"/>
            <a:ext cx="756084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🧠 Ideia central</a:t>
            </a:r>
          </a:p>
          <a:p>
            <a:pPr>
              <a:buNone/>
            </a:pPr>
            <a:r>
              <a:rPr lang="pt-BR" dirty="0"/>
              <a:t>Nem todos os itens têm a mesma relevância — alguns merecem muito mais atenção.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C9B1DC-D12D-D064-FFA9-91EC29C8E909}"/>
              </a:ext>
            </a:extLst>
          </p:cNvPr>
          <p:cNvSpPr txBox="1"/>
          <p:nvPr/>
        </p:nvSpPr>
        <p:spPr>
          <a:xfrm>
            <a:off x="683568" y="3429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📊 </a:t>
            </a:r>
            <a:r>
              <a:rPr lang="pt-BR" b="1" dirty="0"/>
              <a:t>Classificação ABC</a:t>
            </a:r>
            <a:endParaRPr lang="pt-BR" dirty="0"/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91634FF4-F794-AA8E-C599-A6235B9C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03916"/>
              </p:ext>
            </p:extLst>
          </p:nvPr>
        </p:nvGraphicFramePr>
        <p:xfrm>
          <a:off x="1475656" y="4077072"/>
          <a:ext cx="6480720" cy="1219200"/>
        </p:xfrm>
        <a:graphic>
          <a:graphicData uri="http://schemas.openxmlformats.org/drawingml/2006/table">
            <a:tbl>
              <a:tblPr/>
              <a:tblGrid>
                <a:gridCol w="1065077">
                  <a:extLst>
                    <a:ext uri="{9D8B030D-6E8A-4147-A177-3AD203B41FA5}">
                      <a16:colId xmlns:a16="http://schemas.microsoft.com/office/drawing/2014/main" val="3998015459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746449316"/>
                    </a:ext>
                  </a:extLst>
                </a:gridCol>
                <a:gridCol w="3463001">
                  <a:extLst>
                    <a:ext uri="{9D8B030D-6E8A-4147-A177-3AD203B41FA5}">
                      <a16:colId xmlns:a16="http://schemas.microsoft.com/office/drawing/2014/main" val="74999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Representatividade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0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~70% a 80% do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Poucos itens, alto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5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~15% a 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Impacto intermediário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48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~5% a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Muitos itens, baixo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8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984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3B9680-EAAF-20D2-BC3C-3AC40D1E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144323"/>
            <a:ext cx="6584974" cy="54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6F0200-B3EF-377C-DCA1-1FFBD568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2125"/>
            <a:ext cx="4724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738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FF26FC-A45C-75C3-063B-B972F11C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5" y="908720"/>
            <a:ext cx="8786930" cy="31524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7B6B10-6E91-9E73-0EE7-38025D42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356992"/>
            <a:ext cx="5526536" cy="34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92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C4BFAC-4DDE-E840-6255-BB12028760A0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4932040" y="1340768"/>
            <a:ext cx="32403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Princípio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Classificação ABC</a:t>
            </a:r>
          </a:p>
        </p:txBody>
      </p:sp>
    </p:spTree>
    <p:extLst>
      <p:ext uri="{BB962C8B-B14F-4D97-AF65-F5344CB8AC3E}">
        <p14:creationId xmlns:p14="http://schemas.microsoft.com/office/powerpoint/2010/main" val="25215559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Até agora vocês levantaram </a:t>
            </a:r>
            <a:r>
              <a:rPr lang="pt-BR" sz="2000" b="1" dirty="0"/>
              <a:t>dados, transformaram em informação e geraram conhecimento</a:t>
            </a:r>
            <a:r>
              <a:rPr lang="pt-BR" sz="2000" dirty="0"/>
              <a:t> sobre o processo produtivo da pizza.</a:t>
            </a:r>
            <a:br>
              <a:rPr lang="pt-BR" sz="2000" dirty="0"/>
            </a:b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Agora vamos dar o próximo passo: </a:t>
            </a:r>
            <a:r>
              <a:rPr lang="pt-BR" sz="2000" b="1" dirty="0"/>
              <a:t>transformar isso em dinheiro</a:t>
            </a:r>
            <a:r>
              <a:rPr lang="pt-BR" sz="2000" dirty="0"/>
              <a:t>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5334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O que significa CUSTO no processo de produção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Custo = tudo aquilo que é gasto para produzir o produto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0947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E82B0D-2227-14C7-9EA9-F8020E69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74482"/>
            <a:ext cx="8263320" cy="55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502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5B60540-9B42-D72D-23DB-79E677CC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544484"/>
              </p:ext>
            </p:extLst>
          </p:nvPr>
        </p:nvGraphicFramePr>
        <p:xfrm>
          <a:off x="1691680" y="2204864"/>
          <a:ext cx="4735438" cy="15240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927126">
                  <a:extLst>
                    <a:ext uri="{9D8B030D-6E8A-4147-A177-3AD203B41FA5}">
                      <a16:colId xmlns:a16="http://schemas.microsoft.com/office/drawing/2014/main" val="38852402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916987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Tipo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Exemplo no caso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7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preço do queijo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73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custo do queijo por pizza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325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queijo é o item mais caro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68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Decisão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negociar fornecedor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67906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683568" y="1340768"/>
            <a:ext cx="756084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Qual a relação com Sistemas de Informação?</a:t>
            </a:r>
          </a:p>
        </p:txBody>
      </p:sp>
    </p:spTree>
    <p:extLst>
      <p:ext uri="{BB962C8B-B14F-4D97-AF65-F5344CB8AC3E}">
        <p14:creationId xmlns:p14="http://schemas.microsoft.com/office/powerpoint/2010/main" val="14117573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1691680" y="1340768"/>
            <a:ext cx="4896544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👉 </a:t>
            </a:r>
            <a:r>
              <a:rPr lang="pt-BR" sz="2000" b="1" dirty="0"/>
              <a:t>Preço de Venda = Custo + Lucro</a:t>
            </a:r>
            <a:endParaRPr lang="pt-BR" sz="2000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3F5BDA2-33AE-CBF9-9796-AF6B4D59F120}"/>
              </a:ext>
            </a:extLst>
          </p:cNvPr>
          <p:cNvSpPr/>
          <p:nvPr/>
        </p:nvSpPr>
        <p:spPr>
          <a:xfrm>
            <a:off x="3635896" y="2049826"/>
            <a:ext cx="1008112" cy="12241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5D726A-7BE8-2FAB-DD78-AD28D86F8565}"/>
              </a:ext>
            </a:extLst>
          </p:cNvPr>
          <p:cNvSpPr txBox="1"/>
          <p:nvPr/>
        </p:nvSpPr>
        <p:spPr>
          <a:xfrm>
            <a:off x="2005760" y="36163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Lucro = Preço de Venda – Custo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F74A2A-9DBD-C3F5-4A84-FFBDCF135828}"/>
              </a:ext>
            </a:extLst>
          </p:cNvPr>
          <p:cNvSpPr txBox="1"/>
          <p:nvPr/>
        </p:nvSpPr>
        <p:spPr>
          <a:xfrm>
            <a:off x="899592" y="435882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Se o mercado define o preço… onde está o nosso controle?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DEE97E-1BBE-7B35-FE3C-31B62471654F}"/>
              </a:ext>
            </a:extLst>
          </p:cNvPr>
          <p:cNvSpPr txBox="1"/>
          <p:nvPr/>
        </p:nvSpPr>
        <p:spPr>
          <a:xfrm>
            <a:off x="2779592" y="5407011"/>
            <a:ext cx="2720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👉 </a:t>
            </a:r>
            <a:r>
              <a:rPr lang="pt-BR" sz="2800" b="1" dirty="0"/>
              <a:t>NO CUSTO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646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  <p:bldP spid="1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Vocês NÃO controlam o preço (mercado define).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Vocês NÃO controlam o cliente.</a:t>
            </a:r>
          </a:p>
          <a:p>
            <a:br>
              <a:rPr lang="pt-BR" sz="2800" dirty="0"/>
            </a:br>
            <a:r>
              <a:rPr lang="pt-BR" sz="2800" dirty="0"/>
              <a:t>👉 Mas vocês controlam o custo.</a:t>
            </a:r>
          </a:p>
        </p:txBody>
      </p:sp>
    </p:spTree>
    <p:extLst>
      <p:ext uri="{BB962C8B-B14F-4D97-AF65-F5344CB8AC3E}">
        <p14:creationId xmlns:p14="http://schemas.microsoft.com/office/powerpoint/2010/main" val="348106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B2BB76-A263-A436-5780-A15EB13A852F}"/>
              </a:ext>
            </a:extLst>
          </p:cNvPr>
          <p:cNvSpPr txBox="1"/>
          <p:nvPr/>
        </p:nvSpPr>
        <p:spPr>
          <a:xfrm>
            <a:off x="452004" y="2051034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✅ Custos Diretos</a:t>
            </a:r>
          </a:p>
          <a:p>
            <a:pPr>
              <a:buNone/>
            </a:pPr>
            <a:r>
              <a:rPr lang="pt-BR" dirty="0"/>
              <a:t>São os custos que podem ser </a:t>
            </a:r>
            <a:r>
              <a:rPr lang="pt-BR" b="1" dirty="0"/>
              <a:t>identificados e medidos diretamente no produto</a:t>
            </a:r>
            <a:r>
              <a:rPr lang="pt-BR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4895A4-FEE3-4DB2-3EFF-12A4AD77AA80}"/>
              </a:ext>
            </a:extLst>
          </p:cNvPr>
          <p:cNvSpPr txBox="1"/>
          <p:nvPr/>
        </p:nvSpPr>
        <p:spPr>
          <a:xfrm>
            <a:off x="452004" y="3561640"/>
            <a:ext cx="7643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⚙️ Custos Indiretos</a:t>
            </a:r>
          </a:p>
          <a:p>
            <a:pPr>
              <a:buNone/>
            </a:pPr>
            <a:r>
              <a:rPr lang="pt-BR" dirty="0"/>
              <a:t>São os custos necessários para produzir, mas que </a:t>
            </a:r>
            <a:r>
              <a:rPr lang="pt-BR" b="1" dirty="0"/>
              <a:t>não podem ser atribuídos diretamente a uma unidade do produto</a:t>
            </a:r>
            <a:r>
              <a:rPr lang="pt-BR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BE6768-3ADA-C2FC-A75E-889E4D707C58}"/>
              </a:ext>
            </a:extLst>
          </p:cNvPr>
          <p:cNvSpPr txBox="1"/>
          <p:nvPr/>
        </p:nvSpPr>
        <p:spPr>
          <a:xfrm>
            <a:off x="452004" y="2574254"/>
            <a:ext cx="74323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Farinha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Queijo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0AD45E-F4A3-7375-E9E8-134FFACC6C87}"/>
              </a:ext>
            </a:extLst>
          </p:cNvPr>
          <p:cNvSpPr txBox="1"/>
          <p:nvPr/>
        </p:nvSpPr>
        <p:spPr>
          <a:xfrm>
            <a:off x="452004" y="441968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/ lenha do forno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 do pizzaiolo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Manutenção</a:t>
            </a:r>
          </a:p>
        </p:txBody>
      </p:sp>
    </p:spTree>
    <p:extLst>
      <p:ext uri="{BB962C8B-B14F-4D97-AF65-F5344CB8AC3E}">
        <p14:creationId xmlns:p14="http://schemas.microsoft.com/office/powerpoint/2010/main" val="35678688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873B6F-A126-0D27-6AF6-8853F8BAD68B}"/>
              </a:ext>
            </a:extLst>
          </p:cNvPr>
          <p:cNvSpPr txBox="1"/>
          <p:nvPr/>
        </p:nvSpPr>
        <p:spPr>
          <a:xfrm>
            <a:off x="323528" y="1848082"/>
            <a:ext cx="799288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🔵 Custos Fixos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São os custos que </a:t>
            </a:r>
            <a:r>
              <a:rPr lang="pt-BR" b="1" dirty="0"/>
              <a:t>não variam com a quantidade produzida</a:t>
            </a:r>
            <a:r>
              <a:rPr lang="pt-BR" dirty="0"/>
              <a:t> (no curto prazo).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fixos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Internet 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👉 Produzindo 10 ou 100 pizzas → continuam os mesmos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218425-F2B5-79FA-5B58-7D10AF86451C}"/>
              </a:ext>
            </a:extLst>
          </p:cNvPr>
          <p:cNvSpPr txBox="1"/>
          <p:nvPr/>
        </p:nvSpPr>
        <p:spPr>
          <a:xfrm>
            <a:off x="323528" y="4293096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🔴 Custos Variáveis</a:t>
            </a:r>
          </a:p>
          <a:p>
            <a:pPr>
              <a:buNone/>
            </a:pPr>
            <a:r>
              <a:rPr lang="pt-BR" dirty="0"/>
              <a:t>São os custos que </a:t>
            </a:r>
            <a:r>
              <a:rPr lang="pt-BR" b="1" dirty="0"/>
              <a:t>variam conforme a produção</a:t>
            </a:r>
            <a:r>
              <a:rPr lang="pt-BR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Embalagens </a:t>
            </a:r>
          </a:p>
          <a:p>
            <a:pPr>
              <a:buNone/>
            </a:pPr>
            <a:r>
              <a:rPr lang="pt-BR" dirty="0"/>
              <a:t>👉 Quanto mais produz → maior o custo</a:t>
            </a:r>
          </a:p>
        </p:txBody>
      </p:sp>
    </p:spTree>
    <p:extLst>
      <p:ext uri="{BB962C8B-B14F-4D97-AF65-F5344CB8AC3E}">
        <p14:creationId xmlns:p14="http://schemas.microsoft.com/office/powerpoint/2010/main" val="12390696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C334286-251A-419B-4906-3D6FEBF6E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99315"/>
              </p:ext>
            </p:extLst>
          </p:nvPr>
        </p:nvGraphicFramePr>
        <p:xfrm>
          <a:off x="971600" y="1340768"/>
          <a:ext cx="6851104" cy="914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10672">
                  <a:extLst>
                    <a:ext uri="{9D8B030D-6E8A-4147-A177-3AD203B41FA5}">
                      <a16:colId xmlns:a16="http://schemas.microsoft.com/office/drawing/2014/main" val="4061670112"/>
                    </a:ext>
                  </a:extLst>
                </a:gridCol>
                <a:gridCol w="4840432">
                  <a:extLst>
                    <a:ext uri="{9D8B030D-6E8A-4147-A177-3AD203B41FA5}">
                      <a16:colId xmlns:a16="http://schemas.microsoft.com/office/drawing/2014/main" val="59742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Tipo de Custo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ser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58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Geralmente variável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01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Geralmente fixo (mas pode ser variável também)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32036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941D5B6E-EFDC-0068-FFB8-97A098E861B9}"/>
              </a:ext>
            </a:extLst>
          </p:cNvPr>
          <p:cNvSpPr txBox="1"/>
          <p:nvPr/>
        </p:nvSpPr>
        <p:spPr>
          <a:xfrm>
            <a:off x="539552" y="2564904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Estrutura do custo total:</a:t>
            </a:r>
          </a:p>
          <a:p>
            <a:pPr>
              <a:spcBef>
                <a:spcPts val="1200"/>
              </a:spcBef>
              <a:buNone/>
            </a:pPr>
            <a:r>
              <a:rPr lang="pt-BR" b="1" dirty="0"/>
              <a:t>Custo Total = Custos Diretos + Custos Indiretos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0A6674-6989-8B0E-FB32-78A341965EAB}"/>
              </a:ext>
            </a:extLst>
          </p:cNvPr>
          <p:cNvSpPr txBox="1"/>
          <p:nvPr/>
        </p:nvSpPr>
        <p:spPr>
          <a:xfrm>
            <a:off x="611560" y="3606909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🍕 Aplicando na pizza: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Diretos (por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Indiretos (rateados 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÷ nº de pizzas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÷ produção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÷ uso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873C56A-9AB8-7DE6-DFA7-6141CEBDC964}"/>
              </a:ext>
            </a:extLst>
          </p:cNvPr>
          <p:cNvSpPr txBox="1"/>
          <p:nvPr/>
        </p:nvSpPr>
        <p:spPr>
          <a:xfrm>
            <a:off x="5004048" y="4134125"/>
            <a:ext cx="3384376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O cliente paga pela pizza inteira, mas o gestor precisa entender cada pedaço do custo.</a:t>
            </a:r>
          </a:p>
        </p:txBody>
      </p:sp>
    </p:spTree>
    <p:extLst>
      <p:ext uri="{BB962C8B-B14F-4D97-AF65-F5344CB8AC3E}">
        <p14:creationId xmlns:p14="http://schemas.microsoft.com/office/powerpoint/2010/main" val="356916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8F2D79-2BFF-E2CD-51CB-AE7265629713}"/>
              </a:ext>
            </a:extLst>
          </p:cNvPr>
          <p:cNvSpPr txBox="1"/>
          <p:nvPr/>
        </p:nvSpPr>
        <p:spPr>
          <a:xfrm>
            <a:off x="755576" y="1657148"/>
            <a:ext cx="777686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1. Margem de Contribuição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dirty="0"/>
              <a:t>💡 Conceito simples para sala:</a:t>
            </a:r>
          </a:p>
          <a:p>
            <a:pPr>
              <a:buNone/>
            </a:pPr>
            <a:r>
              <a:rPr lang="pt-BR" dirty="0"/>
              <a:t>É quanto sobra da venda depois de pagar os custos variáveis (diretos).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Margem de Contribuição = Preço de Venda – Custos Variáveis</a:t>
            </a:r>
            <a:r>
              <a:rPr lang="pt-BR" dirty="0"/>
              <a:t>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👉 No caso da pizza:</a:t>
            </a:r>
          </a:p>
          <a:p>
            <a:pPr>
              <a:buNone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Preço: R$ 35,00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diretos (variáveis): (</a:t>
            </a:r>
            <a:r>
              <a:rPr lang="pt-BR" dirty="0" err="1"/>
              <a:t>ex</a:t>
            </a:r>
            <a:r>
              <a:rPr lang="pt-BR" dirty="0"/>
              <a:t>: R$ 18,00)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➡️ Margem = R$ 17,00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Cada pizza vendida contribui com R$ 17 para pagar os custos fixos e gerar lucro.</a:t>
            </a:r>
          </a:p>
        </p:txBody>
      </p:sp>
    </p:spTree>
    <p:extLst>
      <p:ext uri="{BB962C8B-B14F-4D97-AF65-F5344CB8AC3E}">
        <p14:creationId xmlns:p14="http://schemas.microsoft.com/office/powerpoint/2010/main" val="260403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DA534C-19FB-3F88-D035-9B413228D41D}"/>
              </a:ext>
            </a:extLst>
          </p:cNvPr>
          <p:cNvSpPr txBox="1"/>
          <p:nvPr/>
        </p:nvSpPr>
        <p:spPr>
          <a:xfrm>
            <a:off x="457200" y="1484784"/>
            <a:ext cx="8075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2. Ponto de Equilíbrio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💡 Conceito: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Quantas pizzas preciso vender para não ter prejuízo.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Ponto de Equilíbrio = Custos Fixos / Margem de Contribuição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📊 Exemplo:</a:t>
            </a:r>
          </a:p>
          <a:p>
            <a:pPr>
              <a:buNone/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fixos: R$ 1.700/mês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Margem: R$ 17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➡️ PE = 1.700 / 17 = </a:t>
            </a:r>
            <a:r>
              <a:rPr lang="pt-BR" b="1" dirty="0"/>
              <a:t>100 pizzas</a:t>
            </a:r>
            <a:endParaRPr lang="pt-BR" dirty="0"/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A partir da pizza 101, começa o lucro.</a:t>
            </a:r>
          </a:p>
        </p:txBody>
      </p:sp>
    </p:spTree>
    <p:extLst>
      <p:ext uri="{BB962C8B-B14F-4D97-AF65-F5344CB8AC3E}">
        <p14:creationId xmlns:p14="http://schemas.microsoft.com/office/powerpoint/2010/main" val="22110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5FA0289-25A7-CA3F-DB7C-39B124DFCA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470756"/>
              </p:ext>
            </p:extLst>
          </p:nvPr>
        </p:nvGraphicFramePr>
        <p:xfrm>
          <a:off x="611560" y="1370385"/>
          <a:ext cx="7667625" cy="37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496ABBF2-F32C-3118-100F-F0E631E3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5373216"/>
            <a:ext cx="847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783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5992</Words>
  <Application>Microsoft Office PowerPoint</Application>
  <PresentationFormat>Apresentação na tela (4:3)</PresentationFormat>
  <Paragraphs>1067</Paragraphs>
  <Slides>89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89</vt:i4>
      </vt:variant>
    </vt:vector>
  </HeadingPairs>
  <TitlesOfParts>
    <vt:vector size="97" baseType="lpstr">
      <vt:lpstr>Arial</vt:lpstr>
      <vt:lpstr>Calibri</vt:lpstr>
      <vt:lpstr>Google Sans</vt:lpstr>
      <vt:lpstr>Segoe UI Emoji</vt:lpstr>
      <vt:lpstr>Symbol</vt:lpstr>
      <vt:lpstr>Times New Roman</vt:lpstr>
      <vt:lpstr>Wingdings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Revisão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PARETO </vt:lpstr>
      <vt:lpstr>PARETO </vt:lpstr>
      <vt:lpstr>PARETO </vt:lpstr>
      <vt:lpstr>Classificação ABC </vt:lpstr>
      <vt:lpstr>Classificação ABC </vt:lpstr>
      <vt:lpstr>Classificação ABC </vt:lpstr>
      <vt:lpstr>Classificação ABC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59</cp:revision>
  <dcterms:modified xsi:type="dcterms:W3CDTF">2026-03-23T19:34:16Z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