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259" r:id="rId21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73D18F-B680-489F-8BA8-ED8FDAB73F0E}" v="290" dt="2026-02-24T18:27:40.560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7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modMainMaster modNotesMaster">
      <pc:chgData name="Rosalvo Medeiros" userId="52f93e62-72bc-4d5d-8e07-af043120901b" providerId="ADAL" clId="{40095463-1CA9-41B2-94DA-1CD85C949CC9}" dt="2026-02-24T18:28:16.808" v="1207" actId="1076"/>
      <pc:docMkLst>
        <pc:docMk/>
      </pc:docMkLst>
      <pc:sldChg chg="modSp mod modClrScheme chgLayout">
        <pc:chgData name="Rosalvo Medeiros" userId="52f93e62-72bc-4d5d-8e07-af043120901b" providerId="ADAL" clId="{40095463-1CA9-41B2-94DA-1CD85C949CC9}" dt="2026-02-24T12:18:13.074" v="100" actId="1076"/>
        <pc:sldMkLst>
          <pc:docMk/>
          <pc:sldMk cId="0" sldId="256"/>
        </pc:sldMkLst>
        <pc:spChg chg="mod ord">
          <ac:chgData name="Rosalvo Medeiros" userId="52f93e62-72bc-4d5d-8e07-af043120901b" providerId="ADAL" clId="{40095463-1CA9-41B2-94DA-1CD85C949CC9}" dt="2026-02-24T12:17:39.090" v="94" actId="1076"/>
          <ac:spMkLst>
            <pc:docMk/>
            <pc:sldMk cId="0" sldId="256"/>
            <ac:spMk id="31" creationId="{00000000-0000-0000-0000-000000000000}"/>
          </ac:spMkLst>
        </pc:spChg>
        <pc:spChg chg="mod ord">
          <ac:chgData name="Rosalvo Medeiros" userId="52f93e62-72bc-4d5d-8e07-af043120901b" providerId="ADAL" clId="{40095463-1CA9-41B2-94DA-1CD85C949CC9}" dt="2026-02-24T12:18:13.074" v="100" actId="1076"/>
          <ac:spMkLst>
            <pc:docMk/>
            <pc:sldMk cId="0" sldId="256"/>
            <ac:spMk id="32" creationId="{00000000-0000-0000-0000-000000000000}"/>
          </ac:spMkLst>
        </pc:spChg>
      </pc:sldChg>
      <pc:sldChg chg="addSp delSp modSp mod">
        <pc:chgData name="Rosalvo Medeiros" userId="52f93e62-72bc-4d5d-8e07-af043120901b" providerId="ADAL" clId="{40095463-1CA9-41B2-94DA-1CD85C949CC9}" dt="2026-02-24T14:06:26.046" v="493" actId="14100"/>
        <pc:sldMkLst>
          <pc:docMk/>
          <pc:sldMk cId="1652147480" sldId="269"/>
        </pc:sldMkLst>
        <pc:spChg chg="add">
          <ac:chgData name="Rosalvo Medeiros" userId="52f93e62-72bc-4d5d-8e07-af043120901b" providerId="ADAL" clId="{40095463-1CA9-41B2-94DA-1CD85C949CC9}" dt="2026-02-24T14:05:17.877" v="482"/>
          <ac:spMkLst>
            <pc:docMk/>
            <pc:sldMk cId="1652147480" sldId="269"/>
            <ac:spMk id="2" creationId="{1FF16E5E-0798-328F-2BC0-D8AC7922C7E1}"/>
          </ac:spMkLst>
        </pc:spChg>
        <pc:spChg chg="mod">
          <ac:chgData name="Rosalvo Medeiros" userId="52f93e62-72bc-4d5d-8e07-af043120901b" providerId="ADAL" clId="{40095463-1CA9-41B2-94DA-1CD85C949CC9}" dt="2026-02-24T14:06:26.046" v="493" actId="14100"/>
          <ac:spMkLst>
            <pc:docMk/>
            <pc:sldMk cId="1652147480" sldId="269"/>
            <ac:spMk id="3" creationId="{00000000-0000-0000-0000-000000000000}"/>
          </ac:spMkLst>
        </pc:spChg>
        <pc:spChg chg="add">
          <ac:chgData name="Rosalvo Medeiros" userId="52f93e62-72bc-4d5d-8e07-af043120901b" providerId="ADAL" clId="{40095463-1CA9-41B2-94DA-1CD85C949CC9}" dt="2026-02-24T14:05:23.959" v="483"/>
          <ac:spMkLst>
            <pc:docMk/>
            <pc:sldMk cId="1652147480" sldId="269"/>
            <ac:spMk id="4" creationId="{3F2A36E3-5A41-45BD-9997-0A7806786D0D}"/>
          </ac:spMkLst>
        </pc:spChg>
        <pc:spChg chg="add del mod">
          <ac:chgData name="Rosalvo Medeiros" userId="52f93e62-72bc-4d5d-8e07-af043120901b" providerId="ADAL" clId="{40095463-1CA9-41B2-94DA-1CD85C949CC9}" dt="2026-02-24T14:06:22.118" v="491" actId="478"/>
          <ac:spMkLst>
            <pc:docMk/>
            <pc:sldMk cId="1652147480" sldId="269"/>
            <ac:spMk id="6" creationId="{4AEC6742-5BAB-6E1D-049E-5D0E48C7B124}"/>
          </ac:spMkLst>
        </pc:spChg>
      </pc:sldChg>
      <pc:sldChg chg="modSp del">
        <pc:chgData name="Rosalvo Medeiros" userId="52f93e62-72bc-4d5d-8e07-af043120901b" providerId="ADAL" clId="{40095463-1CA9-41B2-94DA-1CD85C949CC9}" dt="2026-02-24T18:03:48.683" v="1118" actId="47"/>
        <pc:sldMkLst>
          <pc:docMk/>
          <pc:sldMk cId="1715856827" sldId="296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715856827" sldId="296"/>
            <ac:spMk id="14338" creationId="{00000000-0000-0000-0000-000000000000}"/>
          </ac:spMkLst>
        </pc:spChg>
      </pc:sldChg>
      <pc:sldChg chg="modSp del">
        <pc:chgData name="Rosalvo Medeiros" userId="52f93e62-72bc-4d5d-8e07-af043120901b" providerId="ADAL" clId="{40095463-1CA9-41B2-94DA-1CD85C949CC9}" dt="2026-02-24T18:03:10.196" v="1114" actId="47"/>
        <pc:sldMkLst>
          <pc:docMk/>
          <pc:sldMk cId="3156485563" sldId="297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3156485563" sldId="297"/>
            <ac:spMk id="14338" creationId="{00000000-0000-0000-0000-000000000000}"/>
          </ac:spMkLst>
        </pc:spChg>
      </pc:sldChg>
      <pc:sldChg chg="modSp del">
        <pc:chgData name="Rosalvo Medeiros" userId="52f93e62-72bc-4d5d-8e07-af043120901b" providerId="ADAL" clId="{40095463-1CA9-41B2-94DA-1CD85C949CC9}" dt="2026-02-24T18:03:40.889" v="1117" actId="47"/>
        <pc:sldMkLst>
          <pc:docMk/>
          <pc:sldMk cId="541297880" sldId="298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541297880" sldId="298"/>
            <ac:spMk id="14338" creationId="{00000000-0000-0000-0000-000000000000}"/>
          </ac:spMkLst>
        </pc:spChg>
      </pc:sldChg>
      <pc:sldChg chg="modSp">
        <pc:chgData name="Rosalvo Medeiros" userId="52f93e62-72bc-4d5d-8e07-af043120901b" providerId="ADAL" clId="{40095463-1CA9-41B2-94DA-1CD85C949CC9}" dt="2026-02-24T12:08:34.688" v="18"/>
        <pc:sldMkLst>
          <pc:docMk/>
          <pc:sldMk cId="1802180162" sldId="299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802180162" sldId="299"/>
            <ac:spMk id="14338" creationId="{00000000-0000-0000-0000-000000000000}"/>
          </ac:spMkLst>
        </pc:spChg>
      </pc:sldChg>
      <pc:sldChg chg="addSp delSp modSp mod modAnim">
        <pc:chgData name="Rosalvo Medeiros" userId="52f93e62-72bc-4d5d-8e07-af043120901b" providerId="ADAL" clId="{40095463-1CA9-41B2-94DA-1CD85C949CC9}" dt="2026-02-24T18:08:02.052" v="1153"/>
        <pc:sldMkLst>
          <pc:docMk/>
          <pc:sldMk cId="4143733504" sldId="300"/>
        </pc:sldMkLst>
        <pc:spChg chg="mod">
          <ac:chgData name="Rosalvo Medeiros" userId="52f93e62-72bc-4d5d-8e07-af043120901b" providerId="ADAL" clId="{40095463-1CA9-41B2-94DA-1CD85C949CC9}" dt="2026-02-24T18:04:44.613" v="1120" actId="20577"/>
          <ac:spMkLst>
            <pc:docMk/>
            <pc:sldMk cId="4143733504" sldId="30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2-24T18:06:43.292" v="1141" actId="1076"/>
          <ac:spMkLst>
            <pc:docMk/>
            <pc:sldMk cId="4143733504" sldId="300"/>
            <ac:spMk id="6" creationId="{7CC1F771-3369-B761-4618-4EB3344C0FBE}"/>
          </ac:spMkLst>
        </pc:spChg>
        <pc:spChg chg="add mod">
          <ac:chgData name="Rosalvo Medeiros" userId="52f93e62-72bc-4d5d-8e07-af043120901b" providerId="ADAL" clId="{40095463-1CA9-41B2-94DA-1CD85C949CC9}" dt="2026-02-24T18:07:41.737" v="1152" actId="1076"/>
          <ac:spMkLst>
            <pc:docMk/>
            <pc:sldMk cId="4143733504" sldId="300"/>
            <ac:spMk id="7" creationId="{48B71A7C-3C04-C03C-3311-A826E8421667}"/>
          </ac:spMkLst>
        </pc:spChg>
        <pc:graphicFrameChg chg="add mod modGraphic">
          <ac:chgData name="Rosalvo Medeiros" userId="52f93e62-72bc-4d5d-8e07-af043120901b" providerId="ADAL" clId="{40095463-1CA9-41B2-94DA-1CD85C949CC9}" dt="2026-02-24T18:06:23.658" v="1135" actId="1076"/>
          <ac:graphicFrameMkLst>
            <pc:docMk/>
            <pc:sldMk cId="4143733504" sldId="300"/>
            <ac:graphicFrameMk id="2" creationId="{E22D3DB9-2260-2694-A540-63EBCE9ADB57}"/>
          </ac:graphicFrameMkLst>
        </pc:graphicFrameChg>
        <pc:picChg chg="del">
          <ac:chgData name="Rosalvo Medeiros" userId="52f93e62-72bc-4d5d-8e07-af043120901b" providerId="ADAL" clId="{40095463-1CA9-41B2-94DA-1CD85C949CC9}" dt="2026-02-24T18:04:40.178" v="1119" actId="478"/>
          <ac:picMkLst>
            <pc:docMk/>
            <pc:sldMk cId="4143733504" sldId="300"/>
            <ac:picMk id="5" creationId="{8D60C667-EF71-47A5-8BEB-E1CC92A4129D}"/>
          </ac:picMkLst>
        </pc:picChg>
      </pc:sldChg>
      <pc:sldChg chg="modSp del">
        <pc:chgData name="Rosalvo Medeiros" userId="52f93e62-72bc-4d5d-8e07-af043120901b" providerId="ADAL" clId="{40095463-1CA9-41B2-94DA-1CD85C949CC9}" dt="2026-02-24T18:03:39.230" v="1116" actId="47"/>
        <pc:sldMkLst>
          <pc:docMk/>
          <pc:sldMk cId="1706114672" sldId="301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706114672" sldId="301"/>
            <ac:spMk id="14338" creationId="{00000000-0000-0000-0000-000000000000}"/>
          </ac:spMkLst>
        </pc:spChg>
      </pc:sldChg>
      <pc:sldChg chg="modSp del">
        <pc:chgData name="Rosalvo Medeiros" userId="52f93e62-72bc-4d5d-8e07-af043120901b" providerId="ADAL" clId="{40095463-1CA9-41B2-94DA-1CD85C949CC9}" dt="2026-02-24T18:03:11.053" v="1115" actId="47"/>
        <pc:sldMkLst>
          <pc:docMk/>
          <pc:sldMk cId="152731101" sldId="302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152731101" sldId="302"/>
            <ac:spMk id="14338" creationId="{00000000-0000-0000-0000-000000000000}"/>
          </ac:spMkLst>
        </pc:spChg>
      </pc:sldChg>
      <pc:sldChg chg="modSp del">
        <pc:chgData name="Rosalvo Medeiros" userId="52f93e62-72bc-4d5d-8e07-af043120901b" providerId="ADAL" clId="{40095463-1CA9-41B2-94DA-1CD85C949CC9}" dt="2026-02-24T18:09:36.578" v="1154" actId="47"/>
        <pc:sldMkLst>
          <pc:docMk/>
          <pc:sldMk cId="2260341105" sldId="303"/>
        </pc:sldMkLst>
        <pc:spChg chg="mod">
          <ac:chgData name="Rosalvo Medeiros" userId="52f93e62-72bc-4d5d-8e07-af043120901b" providerId="ADAL" clId="{40095463-1CA9-41B2-94DA-1CD85C949CC9}" dt="2026-02-24T12:08:34.688" v="18"/>
          <ac:spMkLst>
            <pc:docMk/>
            <pc:sldMk cId="2260341105" sldId="303"/>
            <ac:spMk id="14338" creationId="{00000000-0000-0000-0000-000000000000}"/>
          </ac:spMkLst>
        </pc:spChg>
      </pc:sldChg>
      <pc:sldChg chg="add del">
        <pc:chgData name="Rosalvo Medeiros" userId="52f93e62-72bc-4d5d-8e07-af043120901b" providerId="ADAL" clId="{40095463-1CA9-41B2-94DA-1CD85C949CC9}" dt="2026-02-24T12:07:06.177" v="1"/>
        <pc:sldMkLst>
          <pc:docMk/>
          <pc:sldMk cId="181735795" sldId="304"/>
        </pc:sldMkLst>
      </pc:sldChg>
      <pc:sldChg chg="addSp delSp modSp add mod modAnim">
        <pc:chgData name="Rosalvo Medeiros" userId="52f93e62-72bc-4d5d-8e07-af043120901b" providerId="ADAL" clId="{40095463-1CA9-41B2-94DA-1CD85C949CC9}" dt="2026-02-24T12:40:23.208" v="438"/>
        <pc:sldMkLst>
          <pc:docMk/>
          <pc:sldMk cId="1620569640" sldId="304"/>
        </pc:sldMkLst>
        <pc:spChg chg="add mod">
          <ac:chgData name="Rosalvo Medeiros" userId="52f93e62-72bc-4d5d-8e07-af043120901b" providerId="ADAL" clId="{40095463-1CA9-41B2-94DA-1CD85C949CC9}" dt="2026-02-24T12:30:45.469" v="234" actId="255"/>
          <ac:spMkLst>
            <pc:docMk/>
            <pc:sldMk cId="1620569640" sldId="304"/>
            <ac:spMk id="3" creationId="{31F8ECF2-EDAB-60D4-9983-DAD1081CA538}"/>
          </ac:spMkLst>
        </pc:spChg>
        <pc:spChg chg="add mod">
          <ac:chgData name="Rosalvo Medeiros" userId="52f93e62-72bc-4d5d-8e07-af043120901b" providerId="ADAL" clId="{40095463-1CA9-41B2-94DA-1CD85C949CC9}" dt="2026-02-24T12:31:29.971" v="257" actId="20577"/>
          <ac:spMkLst>
            <pc:docMk/>
            <pc:sldMk cId="1620569640" sldId="304"/>
            <ac:spMk id="4" creationId="{BF038074-5186-FE7F-DA49-568A845AECA6}"/>
          </ac:spMkLst>
        </pc:spChg>
        <pc:spChg chg="add mod">
          <ac:chgData name="Rosalvo Medeiros" userId="52f93e62-72bc-4d5d-8e07-af043120901b" providerId="ADAL" clId="{40095463-1CA9-41B2-94DA-1CD85C949CC9}" dt="2026-02-24T12:32:07.203" v="272" actId="20577"/>
          <ac:spMkLst>
            <pc:docMk/>
            <pc:sldMk cId="1620569640" sldId="304"/>
            <ac:spMk id="5" creationId="{501F3D05-B805-C998-11EA-324F32D20B92}"/>
          </ac:spMkLst>
        </pc:spChg>
        <pc:spChg chg="add mod">
          <ac:chgData name="Rosalvo Medeiros" userId="52f93e62-72bc-4d5d-8e07-af043120901b" providerId="ADAL" clId="{40095463-1CA9-41B2-94DA-1CD85C949CC9}" dt="2026-02-24T12:33:09.970" v="297" actId="20577"/>
          <ac:spMkLst>
            <pc:docMk/>
            <pc:sldMk cId="1620569640" sldId="304"/>
            <ac:spMk id="6" creationId="{2CA20D22-A267-53CC-67C7-EF74F2950536}"/>
          </ac:spMkLst>
        </pc:spChg>
        <pc:spChg chg="add del mod">
          <ac:chgData name="Rosalvo Medeiros" userId="52f93e62-72bc-4d5d-8e07-af043120901b" providerId="ADAL" clId="{40095463-1CA9-41B2-94DA-1CD85C949CC9}" dt="2026-02-24T12:29:35.436" v="188" actId="478"/>
          <ac:spMkLst>
            <pc:docMk/>
            <pc:sldMk cId="1620569640" sldId="304"/>
            <ac:spMk id="8" creationId="{90E3A87B-DAA3-4E9D-A92D-7CAEB21CCBA6}"/>
          </ac:spMkLst>
        </pc:spChg>
        <pc:spChg chg="add del mod">
          <ac:chgData name="Rosalvo Medeiros" userId="52f93e62-72bc-4d5d-8e07-af043120901b" providerId="ADAL" clId="{40095463-1CA9-41B2-94DA-1CD85C949CC9}" dt="2026-02-24T12:29:37.581" v="189" actId="478"/>
          <ac:spMkLst>
            <pc:docMk/>
            <pc:sldMk cId="1620569640" sldId="304"/>
            <ac:spMk id="9" creationId="{6C5B46F1-86E2-60B3-7A3E-B3096DF01C4C}"/>
          </ac:spMkLst>
        </pc:spChg>
        <pc:spChg chg="add mod">
          <ac:chgData name="Rosalvo Medeiros" userId="52f93e62-72bc-4d5d-8e07-af043120901b" providerId="ADAL" clId="{40095463-1CA9-41B2-94DA-1CD85C949CC9}" dt="2026-02-24T12:37:23.044" v="396" actId="14100"/>
          <ac:spMkLst>
            <pc:docMk/>
            <pc:sldMk cId="1620569640" sldId="304"/>
            <ac:spMk id="10" creationId="{AE023DA9-D047-E97E-999A-821C0DE2A10D}"/>
          </ac:spMkLst>
        </pc:spChg>
        <pc:spChg chg="add mod">
          <ac:chgData name="Rosalvo Medeiros" userId="52f93e62-72bc-4d5d-8e07-af043120901b" providerId="ADAL" clId="{40095463-1CA9-41B2-94DA-1CD85C949CC9}" dt="2026-02-24T12:37:54.377" v="423" actId="1076"/>
          <ac:spMkLst>
            <pc:docMk/>
            <pc:sldMk cId="1620569640" sldId="304"/>
            <ac:spMk id="11" creationId="{F3427474-C70D-2A78-F72B-C5A0B9AAEDC4}"/>
          </ac:spMkLst>
        </pc:spChg>
        <pc:spChg chg="mod">
          <ac:chgData name="Rosalvo Medeiros" userId="52f93e62-72bc-4d5d-8e07-af043120901b" providerId="ADAL" clId="{40095463-1CA9-41B2-94DA-1CD85C949CC9}" dt="2026-02-24T12:07:36.969" v="14" actId="14100"/>
          <ac:spMkLst>
            <pc:docMk/>
            <pc:sldMk cId="1620569640" sldId="304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2:40:03.195" v="436" actId="14100"/>
          <ac:spMkLst>
            <pc:docMk/>
            <pc:sldMk cId="1620569640" sldId="304"/>
            <ac:spMk id="35843" creationId="{1065AF43-AB31-4106-A9A1-45F974BD61FF}"/>
          </ac:spMkLst>
        </pc:spChg>
      </pc:sldChg>
      <pc:sldChg chg="modSp add mod">
        <pc:chgData name="Rosalvo Medeiros" userId="52f93e62-72bc-4d5d-8e07-af043120901b" providerId="ADAL" clId="{40095463-1CA9-41B2-94DA-1CD85C949CC9}" dt="2026-02-24T12:35:58.848" v="377" actId="1076"/>
        <pc:sldMkLst>
          <pc:docMk/>
          <pc:sldMk cId="2436249082" sldId="305"/>
        </pc:sldMkLst>
        <pc:spChg chg="mod">
          <ac:chgData name="Rosalvo Medeiros" userId="52f93e62-72bc-4d5d-8e07-af043120901b" providerId="ADAL" clId="{40095463-1CA9-41B2-94DA-1CD85C949CC9}" dt="2026-02-24T12:33:49.072" v="315" actId="20577"/>
          <ac:spMkLst>
            <pc:docMk/>
            <pc:sldMk cId="2436249082" sldId="305"/>
            <ac:spMk id="3" creationId="{31F8ECF2-EDAB-60D4-9983-DAD1081CA538}"/>
          </ac:spMkLst>
        </pc:spChg>
        <pc:spChg chg="mod">
          <ac:chgData name="Rosalvo Medeiros" userId="52f93e62-72bc-4d5d-8e07-af043120901b" providerId="ADAL" clId="{40095463-1CA9-41B2-94DA-1CD85C949CC9}" dt="2026-02-24T12:35:58.848" v="377" actId="1076"/>
          <ac:spMkLst>
            <pc:docMk/>
            <pc:sldMk cId="2436249082" sldId="305"/>
            <ac:spMk id="4" creationId="{BF038074-5186-FE7F-DA49-568A845AECA6}"/>
          </ac:spMkLst>
        </pc:spChg>
        <pc:spChg chg="mod">
          <ac:chgData name="Rosalvo Medeiros" userId="52f93e62-72bc-4d5d-8e07-af043120901b" providerId="ADAL" clId="{40095463-1CA9-41B2-94DA-1CD85C949CC9}" dt="2026-02-24T12:35:50.323" v="375" actId="1076"/>
          <ac:spMkLst>
            <pc:docMk/>
            <pc:sldMk cId="2436249082" sldId="305"/>
            <ac:spMk id="5" creationId="{501F3D05-B805-C998-11EA-324F32D20B92}"/>
          </ac:spMkLst>
        </pc:spChg>
        <pc:spChg chg="mod">
          <ac:chgData name="Rosalvo Medeiros" userId="52f93e62-72bc-4d5d-8e07-af043120901b" providerId="ADAL" clId="{40095463-1CA9-41B2-94DA-1CD85C949CC9}" dt="2026-02-24T12:35:54.347" v="376" actId="1076"/>
          <ac:spMkLst>
            <pc:docMk/>
            <pc:sldMk cId="2436249082" sldId="305"/>
            <ac:spMk id="6" creationId="{2CA20D22-A267-53CC-67C7-EF74F2950536}"/>
          </ac:spMkLst>
        </pc:spChg>
        <pc:spChg chg="mod">
          <ac:chgData name="Rosalvo Medeiros" userId="52f93e62-72bc-4d5d-8e07-af043120901b" providerId="ADAL" clId="{40095463-1CA9-41B2-94DA-1CD85C949CC9}" dt="2026-02-24T12:28:24.908" v="179" actId="14100"/>
          <ac:spMkLst>
            <pc:docMk/>
            <pc:sldMk cId="2436249082" sldId="305"/>
            <ac:spMk id="35843" creationId="{1065AF43-AB31-4106-A9A1-45F974BD61FF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2:51:00.283" v="481" actId="113"/>
        <pc:sldMkLst>
          <pc:docMk/>
          <pc:sldMk cId="650240911" sldId="306"/>
        </pc:sldMkLst>
        <pc:spChg chg="del">
          <ac:chgData name="Rosalvo Medeiros" userId="52f93e62-72bc-4d5d-8e07-af043120901b" providerId="ADAL" clId="{40095463-1CA9-41B2-94DA-1CD85C949CC9}" dt="2026-02-24T12:44:51.318" v="440" actId="478"/>
          <ac:spMkLst>
            <pc:docMk/>
            <pc:sldMk cId="650240911" sldId="306"/>
            <ac:spMk id="3" creationId="{31F8ECF2-EDAB-60D4-9983-DAD1081CA538}"/>
          </ac:spMkLst>
        </pc:spChg>
        <pc:spChg chg="del">
          <ac:chgData name="Rosalvo Medeiros" userId="52f93e62-72bc-4d5d-8e07-af043120901b" providerId="ADAL" clId="{40095463-1CA9-41B2-94DA-1CD85C949CC9}" dt="2026-02-24T12:44:52.907" v="441" actId="478"/>
          <ac:spMkLst>
            <pc:docMk/>
            <pc:sldMk cId="650240911" sldId="306"/>
            <ac:spMk id="4" creationId="{BF038074-5186-FE7F-DA49-568A845AECA6}"/>
          </ac:spMkLst>
        </pc:spChg>
        <pc:spChg chg="del">
          <ac:chgData name="Rosalvo Medeiros" userId="52f93e62-72bc-4d5d-8e07-af043120901b" providerId="ADAL" clId="{40095463-1CA9-41B2-94DA-1CD85C949CC9}" dt="2026-02-24T12:44:54.745" v="442" actId="478"/>
          <ac:spMkLst>
            <pc:docMk/>
            <pc:sldMk cId="650240911" sldId="306"/>
            <ac:spMk id="5" creationId="{501F3D05-B805-C998-11EA-324F32D20B92}"/>
          </ac:spMkLst>
        </pc:spChg>
        <pc:spChg chg="del">
          <ac:chgData name="Rosalvo Medeiros" userId="52f93e62-72bc-4d5d-8e07-af043120901b" providerId="ADAL" clId="{40095463-1CA9-41B2-94DA-1CD85C949CC9}" dt="2026-02-24T12:44:56.419" v="443" actId="478"/>
          <ac:spMkLst>
            <pc:docMk/>
            <pc:sldMk cId="650240911" sldId="306"/>
            <ac:spMk id="6" creationId="{2CA20D22-A267-53CC-67C7-EF74F2950536}"/>
          </ac:spMkLst>
        </pc:spChg>
        <pc:spChg chg="add del mod">
          <ac:chgData name="Rosalvo Medeiros" userId="52f93e62-72bc-4d5d-8e07-af043120901b" providerId="ADAL" clId="{40095463-1CA9-41B2-94DA-1CD85C949CC9}" dt="2026-02-24T12:45:36.838" v="459" actId="478"/>
          <ac:spMkLst>
            <pc:docMk/>
            <pc:sldMk cId="650240911" sldId="306"/>
            <ac:spMk id="7" creationId="{F4210CE0-E4F7-1FCE-D869-5AE57DC00CB2}"/>
          </ac:spMkLst>
        </pc:spChg>
        <pc:spChg chg="add mod">
          <ac:chgData name="Rosalvo Medeiros" userId="52f93e62-72bc-4d5d-8e07-af043120901b" providerId="ADAL" clId="{40095463-1CA9-41B2-94DA-1CD85C949CC9}" dt="2026-02-24T12:48:59.580" v="471" actId="1076"/>
          <ac:spMkLst>
            <pc:docMk/>
            <pc:sldMk cId="650240911" sldId="306"/>
            <ac:spMk id="10" creationId="{CBD12C47-DD89-903B-7838-AABD29A0C46C}"/>
          </ac:spMkLst>
        </pc:spChg>
        <pc:spChg chg="mod">
          <ac:chgData name="Rosalvo Medeiros" userId="52f93e62-72bc-4d5d-8e07-af043120901b" providerId="ADAL" clId="{40095463-1CA9-41B2-94DA-1CD85C949CC9}" dt="2026-02-24T12:45:33.039" v="458" actId="20577"/>
          <ac:spMkLst>
            <pc:docMk/>
            <pc:sldMk cId="650240911" sldId="306"/>
            <ac:spMk id="14338" creationId="{33398789-1F2E-D137-849D-3217D453F81E}"/>
          </ac:spMkLst>
        </pc:spChg>
        <pc:spChg chg="del mod">
          <ac:chgData name="Rosalvo Medeiros" userId="52f93e62-72bc-4d5d-8e07-af043120901b" providerId="ADAL" clId="{40095463-1CA9-41B2-94DA-1CD85C949CC9}" dt="2026-02-24T12:45:11.835" v="447" actId="478"/>
          <ac:spMkLst>
            <pc:docMk/>
            <pc:sldMk cId="650240911" sldId="306"/>
            <ac:spMk id="35843" creationId="{1065AF43-AB31-4106-A9A1-45F974BD61FF}"/>
          </ac:spMkLst>
        </pc:spChg>
        <pc:graphicFrameChg chg="add mod modGraphic">
          <ac:chgData name="Rosalvo Medeiros" userId="52f93e62-72bc-4d5d-8e07-af043120901b" providerId="ADAL" clId="{40095463-1CA9-41B2-94DA-1CD85C949CC9}" dt="2026-02-24T12:51:00.283" v="481" actId="113"/>
          <ac:graphicFrameMkLst>
            <pc:docMk/>
            <pc:sldMk cId="650240911" sldId="306"/>
            <ac:graphicFrameMk id="8" creationId="{54D6F57D-0834-8435-05D6-61283583EEF8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2-24T14:18:26.681" v="565"/>
        <pc:sldMkLst>
          <pc:docMk/>
          <pc:sldMk cId="2290673271" sldId="307"/>
        </pc:sldMkLst>
        <pc:spChg chg="add mod">
          <ac:chgData name="Rosalvo Medeiros" userId="52f93e62-72bc-4d5d-8e07-af043120901b" providerId="ADAL" clId="{40095463-1CA9-41B2-94DA-1CD85C949CC9}" dt="2026-02-24T14:15:20.802" v="553" actId="1076"/>
          <ac:spMkLst>
            <pc:docMk/>
            <pc:sldMk cId="2290673271" sldId="307"/>
            <ac:spMk id="4" creationId="{B118B071-19C4-A40E-5C3C-3BAC42D0703A}"/>
          </ac:spMkLst>
        </pc:spChg>
        <pc:spChg chg="add del mod">
          <ac:chgData name="Rosalvo Medeiros" userId="52f93e62-72bc-4d5d-8e07-af043120901b" providerId="ADAL" clId="{40095463-1CA9-41B2-94DA-1CD85C949CC9}" dt="2026-02-24T14:13:17.905" v="542" actId="478"/>
          <ac:spMkLst>
            <pc:docMk/>
            <pc:sldMk cId="2290673271" sldId="307"/>
            <ac:spMk id="6" creationId="{46D5C2A0-0421-4CE8-8CA8-E3F1AEBA7912}"/>
          </ac:spMkLst>
        </pc:spChg>
        <pc:spChg chg="add mod">
          <ac:chgData name="Rosalvo Medeiros" userId="52f93e62-72bc-4d5d-8e07-af043120901b" providerId="ADAL" clId="{40095463-1CA9-41B2-94DA-1CD85C949CC9}" dt="2026-02-24T14:15:24.044" v="554" actId="1076"/>
          <ac:spMkLst>
            <pc:docMk/>
            <pc:sldMk cId="2290673271" sldId="307"/>
            <ac:spMk id="8" creationId="{6764B7D1-67F4-CC06-DD60-63A4AE85A0AE}"/>
          </ac:spMkLst>
        </pc:spChg>
        <pc:spChg chg="add mod">
          <ac:chgData name="Rosalvo Medeiros" userId="52f93e62-72bc-4d5d-8e07-af043120901b" providerId="ADAL" clId="{40095463-1CA9-41B2-94DA-1CD85C949CC9}" dt="2026-02-24T14:15:39.216" v="558" actId="108"/>
          <ac:spMkLst>
            <pc:docMk/>
            <pc:sldMk cId="2290673271" sldId="307"/>
            <ac:spMk id="10" creationId="{756C12CE-012E-ADF0-7D95-AE1CD7F38EB4}"/>
          </ac:spMkLst>
        </pc:spChg>
        <pc:spChg chg="add mod">
          <ac:chgData name="Rosalvo Medeiros" userId="52f93e62-72bc-4d5d-8e07-af043120901b" providerId="ADAL" clId="{40095463-1CA9-41B2-94DA-1CD85C949CC9}" dt="2026-02-24T14:17:49.011" v="561" actId="1076"/>
          <ac:spMkLst>
            <pc:docMk/>
            <pc:sldMk cId="2290673271" sldId="307"/>
            <ac:spMk id="12" creationId="{30939B17-5C84-8706-9074-974F8C028E25}"/>
          </ac:spMkLst>
        </pc:spChg>
        <pc:spChg chg="add del mod">
          <ac:chgData name="Rosalvo Medeiros" userId="52f93e62-72bc-4d5d-8e07-af043120901b" providerId="ADAL" clId="{40095463-1CA9-41B2-94DA-1CD85C949CC9}" dt="2026-02-24T14:15:12.675" v="551" actId="14100"/>
          <ac:spMkLst>
            <pc:docMk/>
            <pc:sldMk cId="2290673271" sldId="307"/>
            <ac:spMk id="35843" creationId="{00000000-0000-0000-0000-000000000000}"/>
          </ac:spMkLst>
        </pc:spChg>
        <pc:graphicFrameChg chg="add mod modGraphic">
          <ac:chgData name="Rosalvo Medeiros" userId="52f93e62-72bc-4d5d-8e07-af043120901b" providerId="ADAL" clId="{40095463-1CA9-41B2-94DA-1CD85C949CC9}" dt="2026-02-24T14:15:16.241" v="552" actId="1076"/>
          <ac:graphicFrameMkLst>
            <pc:docMk/>
            <pc:sldMk cId="2290673271" sldId="307"/>
            <ac:graphicFrameMk id="2" creationId="{6810A836-26A4-EE26-E766-B9AD27E2B12F}"/>
          </ac:graphicFrameMkLst>
        </pc:graphicFrameChg>
      </pc:sldChg>
      <pc:sldChg chg="addSp delSp modSp add mod modAnim">
        <pc:chgData name="Rosalvo Medeiros" userId="52f93e62-72bc-4d5d-8e07-af043120901b" providerId="ADAL" clId="{40095463-1CA9-41B2-94DA-1CD85C949CC9}" dt="2026-02-24T14:25:55.876" v="617"/>
        <pc:sldMkLst>
          <pc:docMk/>
          <pc:sldMk cId="873148110" sldId="308"/>
        </pc:sldMkLst>
        <pc:spChg chg="del">
          <ac:chgData name="Rosalvo Medeiros" userId="52f93e62-72bc-4d5d-8e07-af043120901b" providerId="ADAL" clId="{40095463-1CA9-41B2-94DA-1CD85C949CC9}" dt="2026-02-24T14:21:44.995" v="597" actId="478"/>
          <ac:spMkLst>
            <pc:docMk/>
            <pc:sldMk cId="873148110" sldId="308"/>
            <ac:spMk id="3" creationId="{31F8ECF2-EDAB-60D4-9983-DAD1081CA538}"/>
          </ac:spMkLst>
        </pc:spChg>
        <pc:spChg chg="del">
          <ac:chgData name="Rosalvo Medeiros" userId="52f93e62-72bc-4d5d-8e07-af043120901b" providerId="ADAL" clId="{40095463-1CA9-41B2-94DA-1CD85C949CC9}" dt="2026-02-24T14:21:46.585" v="598" actId="478"/>
          <ac:spMkLst>
            <pc:docMk/>
            <pc:sldMk cId="873148110" sldId="308"/>
            <ac:spMk id="4" creationId="{BF038074-5186-FE7F-DA49-568A845AECA6}"/>
          </ac:spMkLst>
        </pc:spChg>
        <pc:spChg chg="del">
          <ac:chgData name="Rosalvo Medeiros" userId="52f93e62-72bc-4d5d-8e07-af043120901b" providerId="ADAL" clId="{40095463-1CA9-41B2-94DA-1CD85C949CC9}" dt="2026-02-24T14:21:48.545" v="599" actId="478"/>
          <ac:spMkLst>
            <pc:docMk/>
            <pc:sldMk cId="873148110" sldId="308"/>
            <ac:spMk id="5" creationId="{501F3D05-B805-C998-11EA-324F32D20B92}"/>
          </ac:spMkLst>
        </pc:spChg>
        <pc:spChg chg="del">
          <ac:chgData name="Rosalvo Medeiros" userId="52f93e62-72bc-4d5d-8e07-af043120901b" providerId="ADAL" clId="{40095463-1CA9-41B2-94DA-1CD85C949CC9}" dt="2026-02-24T14:21:49.695" v="600" actId="478"/>
          <ac:spMkLst>
            <pc:docMk/>
            <pc:sldMk cId="873148110" sldId="308"/>
            <ac:spMk id="6" creationId="{2CA20D22-A267-53CC-67C7-EF74F2950536}"/>
          </ac:spMkLst>
        </pc:spChg>
        <pc:spChg chg="add del">
          <ac:chgData name="Rosalvo Medeiros" userId="52f93e62-72bc-4d5d-8e07-af043120901b" providerId="ADAL" clId="{40095463-1CA9-41B2-94DA-1CD85C949CC9}" dt="2026-02-24T14:25:04.047" v="611" actId="22"/>
          <ac:spMkLst>
            <pc:docMk/>
            <pc:sldMk cId="873148110" sldId="308"/>
            <ac:spMk id="7" creationId="{B7AEA244-213E-F2B8-97CB-2031D61CAB74}"/>
          </ac:spMkLst>
        </pc:spChg>
        <pc:spChg chg="add mod">
          <ac:chgData name="Rosalvo Medeiros" userId="52f93e62-72bc-4d5d-8e07-af043120901b" providerId="ADAL" clId="{40095463-1CA9-41B2-94DA-1CD85C949CC9}" dt="2026-02-24T14:25:27.719" v="615" actId="108"/>
          <ac:spMkLst>
            <pc:docMk/>
            <pc:sldMk cId="873148110" sldId="308"/>
            <ac:spMk id="9" creationId="{FCDB5326-395E-6020-6C6A-E7BF8ABEA5DD}"/>
          </ac:spMkLst>
        </pc:spChg>
        <pc:spChg chg="mod">
          <ac:chgData name="Rosalvo Medeiros" userId="52f93e62-72bc-4d5d-8e07-af043120901b" providerId="ADAL" clId="{40095463-1CA9-41B2-94DA-1CD85C949CC9}" dt="2026-02-24T14:21:39.948" v="596" actId="20577"/>
          <ac:spMkLst>
            <pc:docMk/>
            <pc:sldMk cId="873148110" sldId="308"/>
            <ac:spMk id="14338" creationId="{33398789-1F2E-D137-849D-3217D453F81E}"/>
          </ac:spMkLst>
        </pc:spChg>
        <pc:spChg chg="mod">
          <ac:chgData name="Rosalvo Medeiros" userId="52f93e62-72bc-4d5d-8e07-af043120901b" providerId="ADAL" clId="{40095463-1CA9-41B2-94DA-1CD85C949CC9}" dt="2026-02-24T14:24:47.564" v="609"/>
          <ac:spMkLst>
            <pc:docMk/>
            <pc:sldMk cId="873148110" sldId="308"/>
            <ac:spMk id="35843" creationId="{1065AF43-AB31-4106-A9A1-45F974BD61FF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2-24T14:35:24.541" v="733" actId="1076"/>
        <pc:sldMkLst>
          <pc:docMk/>
          <pc:sldMk cId="1021563305" sldId="309"/>
        </pc:sldMkLst>
        <pc:spChg chg="add del mod">
          <ac:chgData name="Rosalvo Medeiros" userId="52f93e62-72bc-4d5d-8e07-af043120901b" providerId="ADAL" clId="{40095463-1CA9-41B2-94DA-1CD85C949CC9}" dt="2026-02-24T14:26:35.405" v="621" actId="478"/>
          <ac:spMkLst>
            <pc:docMk/>
            <pc:sldMk cId="1021563305" sldId="309"/>
            <ac:spMk id="3" creationId="{EAEE0ACC-93F6-F914-3346-FDF3B207DA4E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5" creationId="{BD208377-EB6F-6DC6-2DB9-2438C7F5D710}"/>
          </ac:spMkLst>
        </pc:spChg>
        <pc:spChg chg="add">
          <ac:chgData name="Rosalvo Medeiros" userId="52f93e62-72bc-4d5d-8e07-af043120901b" providerId="ADAL" clId="{40095463-1CA9-41B2-94DA-1CD85C949CC9}" dt="2026-02-24T14:27:25.981" v="638"/>
          <ac:spMkLst>
            <pc:docMk/>
            <pc:sldMk cId="1021563305" sldId="309"/>
            <ac:spMk id="6" creationId="{C36AD462-6894-366C-F8ED-A340F66ED74C}"/>
          </ac:spMkLst>
        </pc:spChg>
        <pc:spChg chg="add">
          <ac:chgData name="Rosalvo Medeiros" userId="52f93e62-72bc-4d5d-8e07-af043120901b" providerId="ADAL" clId="{40095463-1CA9-41B2-94DA-1CD85C949CC9}" dt="2026-02-24T14:27:29.840" v="639"/>
          <ac:spMkLst>
            <pc:docMk/>
            <pc:sldMk cId="1021563305" sldId="309"/>
            <ac:spMk id="7" creationId="{06A1001E-5B46-6AAB-5874-BAB524D802CB}"/>
          </ac:spMkLst>
        </pc:spChg>
        <pc:spChg chg="add">
          <ac:chgData name="Rosalvo Medeiros" userId="52f93e62-72bc-4d5d-8e07-af043120901b" providerId="ADAL" clId="{40095463-1CA9-41B2-94DA-1CD85C949CC9}" dt="2026-02-24T14:27:32.919" v="640"/>
          <ac:spMkLst>
            <pc:docMk/>
            <pc:sldMk cId="1021563305" sldId="309"/>
            <ac:spMk id="8" creationId="{30503137-6E95-C66F-15BA-8BEA27E13BAE}"/>
          </ac:spMkLst>
        </pc:spChg>
        <pc:spChg chg="del">
          <ac:chgData name="Rosalvo Medeiros" userId="52f93e62-72bc-4d5d-8e07-af043120901b" providerId="ADAL" clId="{40095463-1CA9-41B2-94DA-1CD85C949CC9}" dt="2026-02-24T14:26:31.840" v="619" actId="478"/>
          <ac:spMkLst>
            <pc:docMk/>
            <pc:sldMk cId="1021563305" sldId="309"/>
            <ac:spMk id="9" creationId="{FCDB5326-395E-6020-6C6A-E7BF8ABEA5DD}"/>
          </ac:spMkLst>
        </pc:spChg>
        <pc:spChg chg="add mod">
          <ac:chgData name="Rosalvo Medeiros" userId="52f93e62-72bc-4d5d-8e07-af043120901b" providerId="ADAL" clId="{40095463-1CA9-41B2-94DA-1CD85C949CC9}" dt="2026-02-24T14:33:58.198" v="704" actId="1076"/>
          <ac:spMkLst>
            <pc:docMk/>
            <pc:sldMk cId="1021563305" sldId="309"/>
            <ac:spMk id="11" creationId="{B471ED1A-2186-CFBC-5D18-4D33458E7337}"/>
          </ac:spMkLst>
        </pc:spChg>
        <pc:spChg chg="add del mod">
          <ac:chgData name="Rosalvo Medeiros" userId="52f93e62-72bc-4d5d-8e07-af043120901b" providerId="ADAL" clId="{40095463-1CA9-41B2-94DA-1CD85C949CC9}" dt="2026-02-24T14:30:50.821" v="664" actId="478"/>
          <ac:spMkLst>
            <pc:docMk/>
            <pc:sldMk cId="1021563305" sldId="309"/>
            <ac:spMk id="13" creationId="{F9A0DB91-E262-5AD4-E194-1881A9E210D4}"/>
          </ac:spMkLst>
        </pc:spChg>
        <pc:spChg chg="add mod">
          <ac:chgData name="Rosalvo Medeiros" userId="52f93e62-72bc-4d5d-8e07-af043120901b" providerId="ADAL" clId="{40095463-1CA9-41B2-94DA-1CD85C949CC9}" dt="2026-02-24T14:34:47.456" v="728" actId="1076"/>
          <ac:spMkLst>
            <pc:docMk/>
            <pc:sldMk cId="1021563305" sldId="309"/>
            <ac:spMk id="15" creationId="{04A6DB49-CDFD-2B08-DF2B-222161DD90F7}"/>
          </ac:spMkLst>
        </pc:spChg>
        <pc:spChg chg="add">
          <ac:chgData name="Rosalvo Medeiros" userId="52f93e62-72bc-4d5d-8e07-af043120901b" providerId="ADAL" clId="{40095463-1CA9-41B2-94DA-1CD85C949CC9}" dt="2026-02-24T14:32:00.075" v="678"/>
          <ac:spMkLst>
            <pc:docMk/>
            <pc:sldMk cId="1021563305" sldId="309"/>
            <ac:spMk id="16" creationId="{A7260051-A17E-9FC8-3EA9-358E97901471}"/>
          </ac:spMkLst>
        </pc:spChg>
        <pc:spChg chg="add del mod">
          <ac:chgData name="Rosalvo Medeiros" userId="52f93e62-72bc-4d5d-8e07-af043120901b" providerId="ADAL" clId="{40095463-1CA9-41B2-94DA-1CD85C949CC9}" dt="2026-02-24T14:33:00.744" v="686" actId="478"/>
          <ac:spMkLst>
            <pc:docMk/>
            <pc:sldMk cId="1021563305" sldId="309"/>
            <ac:spMk id="18" creationId="{44ACB06B-8FA4-A4AC-AAE5-6189020CFE8F}"/>
          </ac:spMkLst>
        </pc:spChg>
        <pc:spChg chg="add">
          <ac:chgData name="Rosalvo Medeiros" userId="52f93e62-72bc-4d5d-8e07-af043120901b" providerId="ADAL" clId="{40095463-1CA9-41B2-94DA-1CD85C949CC9}" dt="2026-02-24T14:32:50.930" v="685"/>
          <ac:spMkLst>
            <pc:docMk/>
            <pc:sldMk cId="1021563305" sldId="309"/>
            <ac:spMk id="19" creationId="{D023EA4F-919E-08D2-378A-4FA7C0AC1331}"/>
          </ac:spMkLst>
        </pc:spChg>
        <pc:spChg chg="add mod">
          <ac:chgData name="Rosalvo Medeiros" userId="52f93e62-72bc-4d5d-8e07-af043120901b" providerId="ADAL" clId="{40095463-1CA9-41B2-94DA-1CD85C949CC9}" dt="2026-02-24T14:34:41.288" v="727" actId="1076"/>
          <ac:spMkLst>
            <pc:docMk/>
            <pc:sldMk cId="1021563305" sldId="309"/>
            <ac:spMk id="21" creationId="{AE67E4B2-A636-F058-2B8D-19A6B2914724}"/>
          </ac:spMkLst>
        </pc:spChg>
        <pc:spChg chg="add mod">
          <ac:chgData name="Rosalvo Medeiros" userId="52f93e62-72bc-4d5d-8e07-af043120901b" providerId="ADAL" clId="{40095463-1CA9-41B2-94DA-1CD85C949CC9}" dt="2026-02-24T14:34:22.075" v="711" actId="113"/>
          <ac:spMkLst>
            <pc:docMk/>
            <pc:sldMk cId="1021563305" sldId="309"/>
            <ac:spMk id="23" creationId="{A47ECA98-607A-1DC1-7536-0669DCA25484}"/>
          </ac:spMkLst>
        </pc:spChg>
        <pc:spChg chg="add mod">
          <ac:chgData name="Rosalvo Medeiros" userId="52f93e62-72bc-4d5d-8e07-af043120901b" providerId="ADAL" clId="{40095463-1CA9-41B2-94DA-1CD85C949CC9}" dt="2026-02-24T14:35:24.541" v="733" actId="1076"/>
          <ac:spMkLst>
            <pc:docMk/>
            <pc:sldMk cId="1021563305" sldId="309"/>
            <ac:spMk id="24" creationId="{91191174-EC35-8472-E144-D1B2F4C23E82}"/>
          </ac:spMkLst>
        </pc:spChg>
        <pc:spChg chg="del">
          <ac:chgData name="Rosalvo Medeiros" userId="52f93e62-72bc-4d5d-8e07-af043120901b" providerId="ADAL" clId="{40095463-1CA9-41B2-94DA-1CD85C949CC9}" dt="2026-02-24T14:26:33.778" v="620" actId="478"/>
          <ac:spMkLst>
            <pc:docMk/>
            <pc:sldMk cId="1021563305" sldId="309"/>
            <ac:spMk id="35843" creationId="{1065AF43-AB31-4106-A9A1-45F974BD61FF}"/>
          </ac:spMkLst>
        </pc:spChg>
      </pc:sldChg>
      <pc:sldChg chg="delSp modSp add mod delAnim">
        <pc:chgData name="Rosalvo Medeiros" userId="52f93e62-72bc-4d5d-8e07-af043120901b" providerId="ADAL" clId="{40095463-1CA9-41B2-94DA-1CD85C949CC9}" dt="2026-02-24T14:37:41.142" v="837" actId="20577"/>
        <pc:sldMkLst>
          <pc:docMk/>
          <pc:sldMk cId="1417358966" sldId="310"/>
        </pc:sldMkLst>
        <pc:spChg chg="mod">
          <ac:chgData name="Rosalvo Medeiros" userId="52f93e62-72bc-4d5d-8e07-af043120901b" providerId="ADAL" clId="{40095463-1CA9-41B2-94DA-1CD85C949CC9}" dt="2026-02-24T14:37:41.142" v="837" actId="20577"/>
          <ac:spMkLst>
            <pc:docMk/>
            <pc:sldMk cId="1417358966" sldId="310"/>
            <ac:spMk id="5" creationId="{BD208377-EB6F-6DC6-2DB9-2438C7F5D710}"/>
          </ac:spMkLst>
        </pc:spChg>
        <pc:spChg chg="del mod">
          <ac:chgData name="Rosalvo Medeiros" userId="52f93e62-72bc-4d5d-8e07-af043120901b" providerId="ADAL" clId="{40095463-1CA9-41B2-94DA-1CD85C949CC9}" dt="2026-02-24T14:36:36.895" v="736" actId="478"/>
          <ac:spMkLst>
            <pc:docMk/>
            <pc:sldMk cId="1417358966" sldId="310"/>
            <ac:spMk id="11" creationId="{B471ED1A-2186-CFBC-5D18-4D33458E7337}"/>
          </ac:spMkLst>
        </pc:spChg>
        <pc:spChg chg="del">
          <ac:chgData name="Rosalvo Medeiros" userId="52f93e62-72bc-4d5d-8e07-af043120901b" providerId="ADAL" clId="{40095463-1CA9-41B2-94DA-1CD85C949CC9}" dt="2026-02-24T14:36:33.543" v="734" actId="478"/>
          <ac:spMkLst>
            <pc:docMk/>
            <pc:sldMk cId="1417358966" sldId="310"/>
            <ac:spMk id="13" creationId="{F9A0DB91-E262-5AD4-E194-1881A9E210D4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2-24T17:08:09.661" v="941"/>
        <pc:sldMkLst>
          <pc:docMk/>
          <pc:sldMk cId="1548436164" sldId="311"/>
        </pc:sldMkLst>
        <pc:spChg chg="add mod">
          <ac:chgData name="Rosalvo Medeiros" userId="52f93e62-72bc-4d5d-8e07-af043120901b" providerId="ADAL" clId="{40095463-1CA9-41B2-94DA-1CD85C949CC9}" dt="2026-02-24T14:47:50.911" v="875" actId="255"/>
          <ac:spMkLst>
            <pc:docMk/>
            <pc:sldMk cId="1548436164" sldId="311"/>
            <ac:spMk id="3" creationId="{9839F3A3-4C9A-B9F2-B259-6F1F480AE92B}"/>
          </ac:spMkLst>
        </pc:spChg>
        <pc:spChg chg="mod">
          <ac:chgData name="Rosalvo Medeiros" userId="52f93e62-72bc-4d5d-8e07-af043120901b" providerId="ADAL" clId="{40095463-1CA9-41B2-94DA-1CD85C949CC9}" dt="2026-02-24T14:47:44.860" v="874" actId="1076"/>
          <ac:spMkLst>
            <pc:docMk/>
            <pc:sldMk cId="1548436164" sldId="311"/>
            <ac:spMk id="5" creationId="{BD208377-EB6F-6DC6-2DB9-2438C7F5D710}"/>
          </ac:spMkLst>
        </pc:spChg>
        <pc:spChg chg="add mod">
          <ac:chgData name="Rosalvo Medeiros" userId="52f93e62-72bc-4d5d-8e07-af043120901b" providerId="ADAL" clId="{40095463-1CA9-41B2-94DA-1CD85C949CC9}" dt="2026-02-24T14:51:34.166" v="915" actId="20577"/>
          <ac:spMkLst>
            <pc:docMk/>
            <pc:sldMk cId="1548436164" sldId="311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05:08.601" v="929" actId="113"/>
          <ac:spMkLst>
            <pc:docMk/>
            <pc:sldMk cId="1548436164" sldId="311"/>
            <ac:spMk id="8" creationId="{978F37A3-38D3-990A-B4A1-27C0E937FB60}"/>
          </ac:spMkLst>
        </pc:spChg>
        <pc:spChg chg="mod">
          <ac:chgData name="Rosalvo Medeiros" userId="52f93e62-72bc-4d5d-8e07-af043120901b" providerId="ADAL" clId="{40095463-1CA9-41B2-94DA-1CD85C949CC9}" dt="2026-02-24T14:47:07.299" v="846" actId="20577"/>
          <ac:spMkLst>
            <pc:docMk/>
            <pc:sldMk cId="1548436164" sldId="311"/>
            <ac:spMk id="14338" creationId="{33398789-1F2E-D137-849D-3217D453F81E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7:08:25.986" v="942" actId="14100"/>
        <pc:sldMkLst>
          <pc:docMk/>
          <pc:sldMk cId="2364333060" sldId="312"/>
        </pc:sldMkLst>
        <pc:spChg chg="del">
          <ac:chgData name="Rosalvo Medeiros" userId="52f93e62-72bc-4d5d-8e07-af043120901b" providerId="ADAL" clId="{40095463-1CA9-41B2-94DA-1CD85C949CC9}" dt="2026-02-24T17:05:51.607" v="933" actId="478"/>
          <ac:spMkLst>
            <pc:docMk/>
            <pc:sldMk cId="2364333060" sldId="312"/>
            <ac:spMk id="3" creationId="{9839F3A3-4C9A-B9F2-B259-6F1F480AE92B}"/>
          </ac:spMkLst>
        </pc:spChg>
        <pc:spChg chg="del">
          <ac:chgData name="Rosalvo Medeiros" userId="52f93e62-72bc-4d5d-8e07-af043120901b" providerId="ADAL" clId="{40095463-1CA9-41B2-94DA-1CD85C949CC9}" dt="2026-02-24T17:05:50.086" v="932" actId="478"/>
          <ac:spMkLst>
            <pc:docMk/>
            <pc:sldMk cId="2364333060" sldId="312"/>
            <ac:spMk id="6" creationId="{29AF9775-8786-68F3-089F-214494123744}"/>
          </ac:spMkLst>
        </pc:spChg>
        <pc:spChg chg="del">
          <ac:chgData name="Rosalvo Medeiros" userId="52f93e62-72bc-4d5d-8e07-af043120901b" providerId="ADAL" clId="{40095463-1CA9-41B2-94DA-1CD85C949CC9}" dt="2026-02-24T17:05:48.181" v="931" actId="478"/>
          <ac:spMkLst>
            <pc:docMk/>
            <pc:sldMk cId="2364333060" sldId="312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07:23.337" v="939" actId="1076"/>
          <ac:spMkLst>
            <pc:docMk/>
            <pc:sldMk cId="2364333060" sldId="312"/>
            <ac:spMk id="9" creationId="{03B29778-98C7-89B1-00E6-0BC76B99D030}"/>
          </ac:spMkLst>
        </pc:spChg>
        <pc:picChg chg="add mod">
          <ac:chgData name="Rosalvo Medeiros" userId="52f93e62-72bc-4d5d-8e07-af043120901b" providerId="ADAL" clId="{40095463-1CA9-41B2-94DA-1CD85C949CC9}" dt="2026-02-24T17:08:25.986" v="942" actId="14100"/>
          <ac:picMkLst>
            <pc:docMk/>
            <pc:sldMk cId="2364333060" sldId="312"/>
            <ac:picMk id="4" creationId="{0212B500-946B-59DC-EF09-66A07631D56D}"/>
          </ac:picMkLst>
        </pc:picChg>
      </pc:sldChg>
      <pc:sldChg chg="addSp modSp add mod addAnim delAnim modAnim">
        <pc:chgData name="Rosalvo Medeiros" userId="52f93e62-72bc-4d5d-8e07-af043120901b" providerId="ADAL" clId="{40095463-1CA9-41B2-94DA-1CD85C949CC9}" dt="2026-02-24T17:15:27.461" v="1044"/>
        <pc:sldMkLst>
          <pc:docMk/>
          <pc:sldMk cId="1989657404" sldId="313"/>
        </pc:sldMkLst>
        <pc:spChg chg="mod">
          <ac:chgData name="Rosalvo Medeiros" userId="52f93e62-72bc-4d5d-8e07-af043120901b" providerId="ADAL" clId="{40095463-1CA9-41B2-94DA-1CD85C949CC9}" dt="2026-02-24T17:09:43.407" v="987" actId="20577"/>
          <ac:spMkLst>
            <pc:docMk/>
            <pc:sldMk cId="1989657404" sldId="313"/>
            <ac:spMk id="3" creationId="{9839F3A3-4C9A-B9F2-B259-6F1F480AE92B}"/>
          </ac:spMkLst>
        </pc:spChg>
        <pc:spChg chg="add mod">
          <ac:chgData name="Rosalvo Medeiros" userId="52f93e62-72bc-4d5d-8e07-af043120901b" providerId="ADAL" clId="{40095463-1CA9-41B2-94DA-1CD85C949CC9}" dt="2026-02-24T17:15:03.636" v="1042" actId="113"/>
          <ac:spMkLst>
            <pc:docMk/>
            <pc:sldMk cId="1989657404" sldId="313"/>
            <ac:spMk id="4" creationId="{1AD71DF4-D295-FE23-2993-63A46D4B5CF6}"/>
          </ac:spMkLst>
        </pc:spChg>
        <pc:spChg chg="mod">
          <ac:chgData name="Rosalvo Medeiros" userId="52f93e62-72bc-4d5d-8e07-af043120901b" providerId="ADAL" clId="{40095463-1CA9-41B2-94DA-1CD85C949CC9}" dt="2026-02-24T17:12:18.291" v="1006" actId="20577"/>
          <ac:spMkLst>
            <pc:docMk/>
            <pc:sldMk cId="1989657404" sldId="313"/>
            <ac:spMk id="6" creationId="{29AF9775-8786-68F3-089F-214494123744}"/>
          </ac:spMkLst>
        </pc:spChg>
        <pc:spChg chg="mod">
          <ac:chgData name="Rosalvo Medeiros" userId="52f93e62-72bc-4d5d-8e07-af043120901b" providerId="ADAL" clId="{40095463-1CA9-41B2-94DA-1CD85C949CC9}" dt="2026-02-24T17:13:01.736" v="1027"/>
          <ac:spMkLst>
            <pc:docMk/>
            <pc:sldMk cId="1989657404" sldId="313"/>
            <ac:spMk id="8" creationId="{978F37A3-38D3-990A-B4A1-27C0E937FB60}"/>
          </ac:spMkLst>
        </pc:spChg>
        <pc:spChg chg="add mod">
          <ac:chgData name="Rosalvo Medeiros" userId="52f93e62-72bc-4d5d-8e07-af043120901b" providerId="ADAL" clId="{40095463-1CA9-41B2-94DA-1CD85C949CC9}" dt="2026-02-24T17:14:09.766" v="1035" actId="1076"/>
          <ac:spMkLst>
            <pc:docMk/>
            <pc:sldMk cId="1989657404" sldId="313"/>
            <ac:spMk id="9" creationId="{7EEF0800-35A7-5503-ED67-D5715F405D5B}"/>
          </ac:spMkLst>
        </pc:spChg>
        <pc:spChg chg="mod">
          <ac:chgData name="Rosalvo Medeiros" userId="52f93e62-72bc-4d5d-8e07-af043120901b" providerId="ADAL" clId="{40095463-1CA9-41B2-94DA-1CD85C949CC9}" dt="2026-02-24T17:09:13.597" v="971" actId="14100"/>
          <ac:spMkLst>
            <pc:docMk/>
            <pc:sldMk cId="1989657404" sldId="313"/>
            <ac:spMk id="14338" creationId="{33398789-1F2E-D137-849D-3217D453F81E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2-24T17:22:24.246" v="1053" actId="1076"/>
        <pc:sldMkLst>
          <pc:docMk/>
          <pc:sldMk cId="4029841299" sldId="314"/>
        </pc:sldMkLst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3" creationId="{9839F3A3-4C9A-B9F2-B259-6F1F480AE92B}"/>
          </ac:spMkLst>
        </pc:spChg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4" creationId="{1AD71DF4-D295-FE23-2993-63A46D4B5CF6}"/>
          </ac:spMkLst>
        </pc:spChg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5" creationId="{BD208377-EB6F-6DC6-2DB9-2438C7F5D710}"/>
          </ac:spMkLst>
        </pc:spChg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6" creationId="{29AF9775-8786-68F3-089F-214494123744}"/>
          </ac:spMkLst>
        </pc:spChg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8" creationId="{978F37A3-38D3-990A-B4A1-27C0E937FB60}"/>
          </ac:spMkLst>
        </pc:spChg>
        <pc:spChg chg="del">
          <ac:chgData name="Rosalvo Medeiros" userId="52f93e62-72bc-4d5d-8e07-af043120901b" providerId="ADAL" clId="{40095463-1CA9-41B2-94DA-1CD85C949CC9}" dt="2026-02-24T17:20:00.522" v="1046" actId="478"/>
          <ac:spMkLst>
            <pc:docMk/>
            <pc:sldMk cId="4029841299" sldId="314"/>
            <ac:spMk id="9" creationId="{7EEF0800-35A7-5503-ED67-D5715F405D5B}"/>
          </ac:spMkLst>
        </pc:spChg>
        <pc:spChg chg="add mod">
          <ac:chgData name="Rosalvo Medeiros" userId="52f93e62-72bc-4d5d-8e07-af043120901b" providerId="ADAL" clId="{40095463-1CA9-41B2-94DA-1CD85C949CC9}" dt="2026-02-24T17:22:24.246" v="1053" actId="1076"/>
          <ac:spMkLst>
            <pc:docMk/>
            <pc:sldMk cId="4029841299" sldId="314"/>
            <ac:spMk id="11" creationId="{80319764-29E9-89A4-7A46-778A15850342}"/>
          </ac:spMkLst>
        </pc:spChg>
        <pc:picChg chg="add mod">
          <ac:chgData name="Rosalvo Medeiros" userId="52f93e62-72bc-4d5d-8e07-af043120901b" providerId="ADAL" clId="{40095463-1CA9-41B2-94DA-1CD85C949CC9}" dt="2026-02-24T17:20:08.116" v="1050" actId="14100"/>
          <ac:picMkLst>
            <pc:docMk/>
            <pc:sldMk cId="4029841299" sldId="314"/>
            <ac:picMk id="7" creationId="{8E76E2BA-89FC-7795-6C94-C6A4E3900387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2-24T17:29:15.093" v="1067"/>
        <pc:sldMkLst>
          <pc:docMk/>
          <pc:sldMk cId="316159094" sldId="315"/>
        </pc:sldMkLst>
        <pc:spChg chg="add mod">
          <ac:chgData name="Rosalvo Medeiros" userId="52f93e62-72bc-4d5d-8e07-af043120901b" providerId="ADAL" clId="{40095463-1CA9-41B2-94DA-1CD85C949CC9}" dt="2026-02-24T17:29:15.093" v="1067"/>
          <ac:spMkLst>
            <pc:docMk/>
            <pc:sldMk cId="316159094" sldId="315"/>
            <ac:spMk id="6" creationId="{F52D4885-4021-1E57-2E8F-142FA670ED15}"/>
          </ac:spMkLst>
        </pc:spChg>
        <pc:spChg chg="del">
          <ac:chgData name="Rosalvo Medeiros" userId="52f93e62-72bc-4d5d-8e07-af043120901b" providerId="ADAL" clId="{40095463-1CA9-41B2-94DA-1CD85C949CC9}" dt="2026-02-24T17:27:34.068" v="1062" actId="478"/>
          <ac:spMkLst>
            <pc:docMk/>
            <pc:sldMk cId="316159094" sldId="315"/>
            <ac:spMk id="9" creationId="{03B29778-98C7-89B1-00E6-0BC76B99D030}"/>
          </ac:spMkLst>
        </pc:spChg>
        <pc:spChg chg="mod">
          <ac:chgData name="Rosalvo Medeiros" userId="52f93e62-72bc-4d5d-8e07-af043120901b" providerId="ADAL" clId="{40095463-1CA9-41B2-94DA-1CD85C949CC9}" dt="2026-02-24T17:27:30.170" v="1061" actId="20577"/>
          <ac:spMkLst>
            <pc:docMk/>
            <pc:sldMk cId="316159094" sldId="315"/>
            <ac:spMk id="14338" creationId="{33398789-1F2E-D137-849D-3217D453F81E}"/>
          </ac:spMkLst>
        </pc:spChg>
        <pc:picChg chg="add mod">
          <ac:chgData name="Rosalvo Medeiros" userId="52f93e62-72bc-4d5d-8e07-af043120901b" providerId="ADAL" clId="{40095463-1CA9-41B2-94DA-1CD85C949CC9}" dt="2026-02-24T17:27:39.702" v="1066" actId="14100"/>
          <ac:picMkLst>
            <pc:docMk/>
            <pc:sldMk cId="316159094" sldId="315"/>
            <ac:picMk id="3" creationId="{E77F62D6-A3B7-6310-2FA1-D12FE80545A8}"/>
          </ac:picMkLst>
        </pc:picChg>
        <pc:picChg chg="del">
          <ac:chgData name="Rosalvo Medeiros" userId="52f93e62-72bc-4d5d-8e07-af043120901b" providerId="ADAL" clId="{40095463-1CA9-41B2-94DA-1CD85C949CC9}" dt="2026-02-24T17:27:24.519" v="1055" actId="478"/>
          <ac:picMkLst>
            <pc:docMk/>
            <pc:sldMk cId="316159094" sldId="315"/>
            <ac:picMk id="4" creationId="{0212B500-946B-59DC-EF09-66A07631D56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2-24T17:32:41.816" v="1087"/>
        <pc:sldMkLst>
          <pc:docMk/>
          <pc:sldMk cId="1458589871" sldId="316"/>
        </pc:sldMkLst>
        <pc:spChg chg="mod">
          <ac:chgData name="Rosalvo Medeiros" userId="52f93e62-72bc-4d5d-8e07-af043120901b" providerId="ADAL" clId="{40095463-1CA9-41B2-94DA-1CD85C949CC9}" dt="2026-02-24T17:31:35.525" v="1071"/>
          <ac:spMkLst>
            <pc:docMk/>
            <pc:sldMk cId="1458589871" sldId="316"/>
            <ac:spMk id="3" creationId="{9839F3A3-4C9A-B9F2-B259-6F1F480AE92B}"/>
          </ac:spMkLst>
        </pc:spChg>
        <pc:spChg chg="del">
          <ac:chgData name="Rosalvo Medeiros" userId="52f93e62-72bc-4d5d-8e07-af043120901b" providerId="ADAL" clId="{40095463-1CA9-41B2-94DA-1CD85C949CC9}" dt="2026-02-24T17:31:24.071" v="1069" actId="478"/>
          <ac:spMkLst>
            <pc:docMk/>
            <pc:sldMk cId="1458589871" sldId="316"/>
            <ac:spMk id="4" creationId="{1AD71DF4-D295-FE23-2993-63A46D4B5CF6}"/>
          </ac:spMkLst>
        </pc:spChg>
        <pc:spChg chg="del">
          <ac:chgData name="Rosalvo Medeiros" userId="52f93e62-72bc-4d5d-8e07-af043120901b" providerId="ADAL" clId="{40095463-1CA9-41B2-94DA-1CD85C949CC9}" dt="2026-02-24T17:31:24.071" v="1069" actId="478"/>
          <ac:spMkLst>
            <pc:docMk/>
            <pc:sldMk cId="1458589871" sldId="316"/>
            <ac:spMk id="6" creationId="{29AF9775-8786-68F3-089F-214494123744}"/>
          </ac:spMkLst>
        </pc:spChg>
        <pc:spChg chg="add mod">
          <ac:chgData name="Rosalvo Medeiros" userId="52f93e62-72bc-4d5d-8e07-af043120901b" providerId="ADAL" clId="{40095463-1CA9-41B2-94DA-1CD85C949CC9}" dt="2026-02-24T17:32:28.485" v="1086" actId="20577"/>
          <ac:spMkLst>
            <pc:docMk/>
            <pc:sldMk cId="1458589871" sldId="316"/>
            <ac:spMk id="7" creationId="{2D0E4D09-5492-66D4-8620-6D9877AC5F8D}"/>
          </ac:spMkLst>
        </pc:spChg>
        <pc:spChg chg="del">
          <ac:chgData name="Rosalvo Medeiros" userId="52f93e62-72bc-4d5d-8e07-af043120901b" providerId="ADAL" clId="{40095463-1CA9-41B2-94DA-1CD85C949CC9}" dt="2026-02-24T17:31:24.071" v="1069" actId="478"/>
          <ac:spMkLst>
            <pc:docMk/>
            <pc:sldMk cId="1458589871" sldId="316"/>
            <ac:spMk id="8" creationId="{978F37A3-38D3-990A-B4A1-27C0E937FB60}"/>
          </ac:spMkLst>
        </pc:spChg>
        <pc:spChg chg="del">
          <ac:chgData name="Rosalvo Medeiros" userId="52f93e62-72bc-4d5d-8e07-af043120901b" providerId="ADAL" clId="{40095463-1CA9-41B2-94DA-1CD85C949CC9}" dt="2026-02-24T17:31:24.071" v="1069" actId="478"/>
          <ac:spMkLst>
            <pc:docMk/>
            <pc:sldMk cId="1458589871" sldId="316"/>
            <ac:spMk id="9" creationId="{7EEF0800-35A7-5503-ED67-D5715F405D5B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2-24T18:23:55.651" v="1164" actId="14100"/>
        <pc:sldMkLst>
          <pc:docMk/>
          <pc:sldMk cId="243823491" sldId="317"/>
        </pc:sldMkLst>
        <pc:spChg chg="del">
          <ac:chgData name="Rosalvo Medeiros" userId="52f93e62-72bc-4d5d-8e07-af043120901b" providerId="ADAL" clId="{40095463-1CA9-41B2-94DA-1CD85C949CC9}" dt="2026-02-24T17:37:34.931" v="1103" actId="478"/>
          <ac:spMkLst>
            <pc:docMk/>
            <pc:sldMk cId="243823491" sldId="317"/>
            <ac:spMk id="11" creationId="{80319764-29E9-89A4-7A46-778A15850342}"/>
          </ac:spMkLst>
        </pc:spChg>
        <pc:spChg chg="mod">
          <ac:chgData name="Rosalvo Medeiros" userId="52f93e62-72bc-4d5d-8e07-af043120901b" providerId="ADAL" clId="{40095463-1CA9-41B2-94DA-1CD85C949CC9}" dt="2026-02-24T17:36:42.436" v="1098" actId="20577"/>
          <ac:spMkLst>
            <pc:docMk/>
            <pc:sldMk cId="243823491" sldId="317"/>
            <ac:spMk id="14338" creationId="{33398789-1F2E-D137-849D-3217D453F81E}"/>
          </ac:spMkLst>
        </pc:spChg>
        <pc:picChg chg="add del mod">
          <ac:chgData name="Rosalvo Medeiros" userId="52f93e62-72bc-4d5d-8e07-af043120901b" providerId="ADAL" clId="{40095463-1CA9-41B2-94DA-1CD85C949CC9}" dt="2026-02-24T17:52:07.811" v="1104" actId="478"/>
          <ac:picMkLst>
            <pc:docMk/>
            <pc:sldMk cId="243823491" sldId="317"/>
            <ac:picMk id="3" creationId="{BA17AC09-4860-E275-92C8-D642A16FE206}"/>
          </ac:picMkLst>
        </pc:picChg>
        <pc:picChg chg="add del mod">
          <ac:chgData name="Rosalvo Medeiros" userId="52f93e62-72bc-4d5d-8e07-af043120901b" providerId="ADAL" clId="{40095463-1CA9-41B2-94DA-1CD85C949CC9}" dt="2026-02-24T17:54:59.300" v="1109" actId="478"/>
          <ac:picMkLst>
            <pc:docMk/>
            <pc:sldMk cId="243823491" sldId="317"/>
            <ac:picMk id="5" creationId="{807DE09F-D34C-D00D-E9A2-E3C5E24093AF}"/>
          </ac:picMkLst>
        </pc:picChg>
        <pc:picChg chg="del">
          <ac:chgData name="Rosalvo Medeiros" userId="52f93e62-72bc-4d5d-8e07-af043120901b" providerId="ADAL" clId="{40095463-1CA9-41B2-94DA-1CD85C949CC9}" dt="2026-02-24T17:36:28.064" v="1089" actId="478"/>
          <ac:picMkLst>
            <pc:docMk/>
            <pc:sldMk cId="243823491" sldId="317"/>
            <ac:picMk id="7" creationId="{8E76E2BA-89FC-7795-6C94-C6A4E3900387}"/>
          </ac:picMkLst>
        </pc:picChg>
        <pc:picChg chg="add del mod">
          <ac:chgData name="Rosalvo Medeiros" userId="52f93e62-72bc-4d5d-8e07-af043120901b" providerId="ADAL" clId="{40095463-1CA9-41B2-94DA-1CD85C949CC9}" dt="2026-02-24T18:11:01.515" v="1155" actId="478"/>
          <ac:picMkLst>
            <pc:docMk/>
            <pc:sldMk cId="243823491" sldId="317"/>
            <ac:picMk id="8" creationId="{73E71B09-CE60-17CD-51DD-02695C05C627}"/>
          </ac:picMkLst>
        </pc:picChg>
        <pc:picChg chg="add del mod">
          <ac:chgData name="Rosalvo Medeiros" userId="52f93e62-72bc-4d5d-8e07-af043120901b" providerId="ADAL" clId="{40095463-1CA9-41B2-94DA-1CD85C949CC9}" dt="2026-02-24T18:23:33.135" v="1160" actId="478"/>
          <ac:picMkLst>
            <pc:docMk/>
            <pc:sldMk cId="243823491" sldId="317"/>
            <ac:picMk id="10" creationId="{D096BCAD-DD42-16F9-6816-B523C92B57ED}"/>
          </ac:picMkLst>
        </pc:picChg>
        <pc:picChg chg="add mod">
          <ac:chgData name="Rosalvo Medeiros" userId="52f93e62-72bc-4d5d-8e07-af043120901b" providerId="ADAL" clId="{40095463-1CA9-41B2-94DA-1CD85C949CC9}" dt="2026-02-24T18:23:55.651" v="1164" actId="14100"/>
          <ac:picMkLst>
            <pc:docMk/>
            <pc:sldMk cId="243823491" sldId="317"/>
            <ac:picMk id="13" creationId="{8E4C787E-C199-C2EA-D9DD-E571ED3BF6BA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2-24T18:28:16.808" v="1207" actId="1076"/>
        <pc:sldMkLst>
          <pc:docMk/>
          <pc:sldMk cId="521094035" sldId="318"/>
        </pc:sldMkLst>
        <pc:spChg chg="add del mod">
          <ac:chgData name="Rosalvo Medeiros" userId="52f93e62-72bc-4d5d-8e07-af043120901b" providerId="ADAL" clId="{40095463-1CA9-41B2-94DA-1CD85C949CC9}" dt="2026-02-24T18:28:16.808" v="1207" actId="1076"/>
          <ac:spMkLst>
            <pc:docMk/>
            <pc:sldMk cId="521094035" sldId="318"/>
            <ac:spMk id="3" creationId="{9839F3A3-4C9A-B9F2-B259-6F1F480AE92B}"/>
          </ac:spMkLst>
        </pc:spChg>
        <pc:spChg chg="del">
          <ac:chgData name="Rosalvo Medeiros" userId="52f93e62-72bc-4d5d-8e07-af043120901b" providerId="ADAL" clId="{40095463-1CA9-41B2-94DA-1CD85C949CC9}" dt="2026-02-24T18:27:59.982" v="1177" actId="478"/>
          <ac:spMkLst>
            <pc:docMk/>
            <pc:sldMk cId="521094035" sldId="318"/>
            <ac:spMk id="7" creationId="{2D0E4D09-5492-66D4-8620-6D9877AC5F8D}"/>
          </ac:spMkLst>
        </pc:spChg>
        <pc:spChg chg="mod">
          <ac:chgData name="Rosalvo Medeiros" userId="52f93e62-72bc-4d5d-8e07-af043120901b" providerId="ADAL" clId="{40095463-1CA9-41B2-94DA-1CD85C949CC9}" dt="2026-02-24T18:27:50.504" v="1174" actId="20577"/>
          <ac:spMkLst>
            <pc:docMk/>
            <pc:sldMk cId="521094035" sldId="318"/>
            <ac:spMk id="14338" creationId="{33398789-1F2E-D137-849D-3217D453F81E}"/>
          </ac:spMkLst>
        </pc:spChg>
      </pc:sldChg>
      <pc:sldMasterChg chg="delSp modSp mod modSldLayout">
        <pc:chgData name="Rosalvo Medeiros" userId="52f93e62-72bc-4d5d-8e07-af043120901b" providerId="ADAL" clId="{40095463-1CA9-41B2-94DA-1CD85C949CC9}" dt="2026-02-24T12:18:03.543" v="99" actId="1076"/>
        <pc:sldMasterMkLst>
          <pc:docMk/>
          <pc:sldMasterMk cId="0" sldId="2147483652"/>
        </pc:sldMasterMkLst>
        <pc:spChg chg="del">
          <ac:chgData name="Rosalvo Medeiros" userId="52f93e62-72bc-4d5d-8e07-af043120901b" providerId="ADAL" clId="{40095463-1CA9-41B2-94DA-1CD85C949CC9}" dt="2026-02-24T12:15:15.275" v="39" actId="478"/>
          <ac:spMkLst>
            <pc:docMk/>
            <pc:sldMasterMk cId="0" sldId="2147483652"/>
            <ac:spMk id="2" creationId="{60A51010-44EC-4E40-9E5E-4D3AC49FB8E1}"/>
          </ac:spMkLst>
        </pc:spChg>
        <pc:spChg chg="mod">
          <ac:chgData name="Rosalvo Medeiros" userId="52f93e62-72bc-4d5d-8e07-af043120901b" providerId="ADAL" clId="{40095463-1CA9-41B2-94DA-1CD85C949CC9}" dt="2026-02-24T12:16:10.994" v="43" actId="14100"/>
          <ac:spMkLst>
            <pc:docMk/>
            <pc:sldMasterMk cId="0" sldId="2147483652"/>
            <ac:spMk id="9" creationId="{00000000-0000-0000-0000-000000000000}"/>
          </ac:spMkLst>
        </pc:spChg>
        <pc:sldLayoutChg chg="addSp delSp modSp mod">
          <pc:chgData name="Rosalvo Medeiros" userId="52f93e62-72bc-4d5d-8e07-af043120901b" providerId="ADAL" clId="{40095463-1CA9-41B2-94DA-1CD85C949CC9}" dt="2026-02-24T12:18:03.543" v="99" actId="1076"/>
          <pc:sldLayoutMkLst>
            <pc:docMk/>
            <pc:sldMasterMk cId="0" sldId="2147483652"/>
            <pc:sldLayoutMk cId="0" sldId="2147483648"/>
          </pc:sldLayoutMkLst>
          <pc:spChg chg="add del mod">
            <ac:chgData name="Rosalvo Medeiros" userId="52f93e62-72bc-4d5d-8e07-af043120901b" providerId="ADAL" clId="{40095463-1CA9-41B2-94DA-1CD85C949CC9}" dt="2026-02-24T12:10:21.101" v="36"/>
            <ac:spMkLst>
              <pc:docMk/>
              <pc:sldMasterMk cId="0" sldId="2147483652"/>
              <pc:sldLayoutMk cId="0" sldId="2147483648"/>
              <ac:spMk id="2" creationId="{F2E7A960-A835-96EE-1134-9007B268D020}"/>
            </ac:spMkLst>
          </pc:spChg>
          <pc:spChg chg="add del mod">
            <ac:chgData name="Rosalvo Medeiros" userId="52f93e62-72bc-4d5d-8e07-af043120901b" providerId="ADAL" clId="{40095463-1CA9-41B2-94DA-1CD85C949CC9}" dt="2026-02-24T12:10:17.071" v="35"/>
            <ac:spMkLst>
              <pc:docMk/>
              <pc:sldMasterMk cId="0" sldId="2147483652"/>
              <pc:sldLayoutMk cId="0" sldId="2147483648"/>
              <ac:spMk id="3" creationId="{49500979-1B5B-CCC1-D6C0-5B0F597884D6}"/>
            </ac:spMkLst>
          </pc:spChg>
          <pc:spChg chg="mod">
            <ac:chgData name="Rosalvo Medeiros" userId="52f93e62-72bc-4d5d-8e07-af043120901b" providerId="ADAL" clId="{40095463-1CA9-41B2-94DA-1CD85C949CC9}" dt="2026-02-24T12:17:51.756" v="96" actId="1076"/>
            <ac:spMkLst>
              <pc:docMk/>
              <pc:sldMasterMk cId="0" sldId="2147483652"/>
              <pc:sldLayoutMk cId="0" sldId="2147483648"/>
              <ac:spMk id="14" creationId="{00000000-0000-0000-0000-000000000000}"/>
            </ac:spMkLst>
          </pc:spChg>
          <pc:spChg chg="add del mod">
            <ac:chgData name="Rosalvo Medeiros" userId="52f93e62-72bc-4d5d-8e07-af043120901b" providerId="ADAL" clId="{40095463-1CA9-41B2-94DA-1CD85C949CC9}" dt="2026-02-24T12:17:56.858" v="97" actId="1076"/>
            <ac:spMkLst>
              <pc:docMk/>
              <pc:sldMasterMk cId="0" sldId="2147483652"/>
              <pc:sldLayoutMk cId="0" sldId="2147483648"/>
              <ac:spMk id="16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18:03.543" v="99" actId="1076"/>
            <ac:spMkLst>
              <pc:docMk/>
              <pc:sldMasterMk cId="0" sldId="2147483652"/>
              <pc:sldLayoutMk cId="0" sldId="2147483648"/>
              <ac:spMk id="17" creationId="{00000000-0000-0000-0000-000000000000}"/>
            </ac:spMkLst>
          </pc:spChg>
          <pc:picChg chg="mod">
            <ac:chgData name="Rosalvo Medeiros" userId="52f93e62-72bc-4d5d-8e07-af043120901b" providerId="ADAL" clId="{40095463-1CA9-41B2-94DA-1CD85C949CC9}" dt="2026-02-24T12:16:29.278" v="47" actId="14100"/>
            <ac:picMkLst>
              <pc:docMk/>
              <pc:sldMasterMk cId="0" sldId="2147483652"/>
              <pc:sldLayoutMk cId="0" sldId="2147483648"/>
              <ac:picMk id="12" creationId="{00000000-0000-0000-0000-000000000000}"/>
            </ac:picMkLst>
          </pc:picChg>
          <pc:picChg chg="mod">
            <ac:chgData name="Rosalvo Medeiros" userId="52f93e62-72bc-4d5d-8e07-af043120901b" providerId="ADAL" clId="{40095463-1CA9-41B2-94DA-1CD85C949CC9}" dt="2026-02-24T12:09:55.713" v="27" actId="1076"/>
            <ac:picMkLst>
              <pc:docMk/>
              <pc:sldMasterMk cId="0" sldId="2147483652"/>
              <pc:sldLayoutMk cId="0" sldId="2147483648"/>
              <ac:picMk id="13" creationId="{00000000-0000-0000-0000-000000000000}"/>
            </ac:picMkLst>
          </pc:picChg>
          <pc:cxnChg chg="mod">
            <ac:chgData name="Rosalvo Medeiros" userId="52f93e62-72bc-4d5d-8e07-af043120901b" providerId="ADAL" clId="{40095463-1CA9-41B2-94DA-1CD85C949CC9}" dt="2026-02-24T12:17:59.715" v="98" actId="1076"/>
            <ac:cxnSpMkLst>
              <pc:docMk/>
              <pc:sldMasterMk cId="0" sldId="2147483652"/>
              <pc:sldLayoutMk cId="0" sldId="2147483648"/>
              <ac:cxnSpMk id="15" creationId="{00000000-0000-0000-0000-000000000000}"/>
            </ac:cxnSpMkLst>
          </pc:cxnChg>
        </pc:sldLayoutChg>
        <pc:sldLayoutChg chg="addSp modSp">
          <pc:chgData name="Rosalvo Medeiros" userId="52f93e62-72bc-4d5d-8e07-af043120901b" providerId="ADAL" clId="{40095463-1CA9-41B2-94DA-1CD85C949CC9}" dt="2026-02-24T12:09:39.077" v="24"/>
          <pc:sldLayoutMkLst>
            <pc:docMk/>
            <pc:sldMasterMk cId="0" sldId="2147483652"/>
            <pc:sldLayoutMk cId="0" sldId="2147483651"/>
          </pc:sldLayoutMkLst>
          <pc:spChg chg="add mod">
            <ac:chgData name="Rosalvo Medeiros" userId="52f93e62-72bc-4d5d-8e07-af043120901b" providerId="ADAL" clId="{40095463-1CA9-41B2-94DA-1CD85C949CC9}" dt="2026-02-24T12:09:39.077" v="24"/>
            <ac:spMkLst>
              <pc:docMk/>
              <pc:sldMasterMk cId="0" sldId="2147483652"/>
              <pc:sldLayoutMk cId="0" sldId="2147483651"/>
              <ac:spMk id="2" creationId="{7F13BADC-3AAC-0B97-2AAC-26D86D76060B}"/>
            </ac:spMkLst>
          </pc:spChg>
        </pc:sldLayoutChg>
        <pc:sldLayoutChg chg="modSp mod">
          <pc:chgData name="Rosalvo Medeiros" userId="52f93e62-72bc-4d5d-8e07-af043120901b" providerId="ADAL" clId="{40095463-1CA9-41B2-94DA-1CD85C949CC9}" dt="2026-02-24T12:08:58.074" v="21" actId="14100"/>
          <pc:sldLayoutMkLst>
            <pc:docMk/>
            <pc:sldMasterMk cId="0" sldId="2147483652"/>
            <pc:sldLayoutMk cId="2784126168" sldId="2147483653"/>
          </pc:sldLayoutMkLst>
          <pc:spChg chg="mod">
            <ac:chgData name="Rosalvo Medeiros" userId="52f93e62-72bc-4d5d-8e07-af043120901b" providerId="ADAL" clId="{40095463-1CA9-41B2-94DA-1CD85C949CC9}" dt="2026-02-24T12:08:50.959" v="20" actId="14100"/>
            <ac:spMkLst>
              <pc:docMk/>
              <pc:sldMasterMk cId="0" sldId="2147483652"/>
              <pc:sldLayoutMk cId="2784126168" sldId="2147483653"/>
              <ac:spMk id="27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58.074" v="21" actId="14100"/>
            <ac:spMkLst>
              <pc:docMk/>
              <pc:sldMasterMk cId="0" sldId="2147483652"/>
              <pc:sldLayoutMk cId="2784126168" sldId="2147483653"/>
              <ac:spMk id="30" creationId="{00000000-0000-0000-0000-000000000000}"/>
            </ac:spMkLst>
          </pc:spChg>
        </pc:sldLayoutChg>
        <pc:sldLayoutChg chg="addSp delSp modSp mod">
          <pc:chgData name="Rosalvo Medeiros" userId="52f93e62-72bc-4d5d-8e07-af043120901b" providerId="ADAL" clId="{40095463-1CA9-41B2-94DA-1CD85C949CC9}" dt="2026-02-24T12:09:22.637" v="23" actId="14100"/>
          <pc:sldLayoutMkLst>
            <pc:docMk/>
            <pc:sldMasterMk cId="0" sldId="2147483652"/>
            <pc:sldLayoutMk cId="1684073690" sldId="2147483654"/>
          </pc:sldLayoutMkLst>
          <pc:spChg chg="add mod">
            <ac:chgData name="Rosalvo Medeiros" userId="52f93e62-72bc-4d5d-8e07-af043120901b" providerId="ADAL" clId="{40095463-1CA9-41B2-94DA-1CD85C949CC9}" dt="2026-02-24T12:09:12.926" v="22" actId="14100"/>
            <ac:spMkLst>
              <pc:docMk/>
              <pc:sldMasterMk cId="0" sldId="2147483652"/>
              <pc:sldLayoutMk cId="1684073690" sldId="2147483654"/>
              <ac:spMk id="2" creationId="{3252CA6B-935C-2001-2FE6-5D714B74D466}"/>
            </ac:spMkLst>
          </pc:spChg>
          <pc:spChg chg="mod">
            <ac:chgData name="Rosalvo Medeiros" userId="52f93e62-72bc-4d5d-8e07-af043120901b" providerId="ADAL" clId="{40095463-1CA9-41B2-94DA-1CD85C949CC9}" dt="2026-02-24T12:08:13.997" v="16" actId="1076"/>
            <ac:spMkLst>
              <pc:docMk/>
              <pc:sldMasterMk cId="0" sldId="2147483652"/>
              <pc:sldLayoutMk cId="1684073690" sldId="2147483654"/>
              <ac:spMk id="3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9:22.637" v="23" actId="14100"/>
            <ac:spMkLst>
              <pc:docMk/>
              <pc:sldMasterMk cId="0" sldId="2147483652"/>
              <pc:sldLayoutMk cId="1684073690" sldId="2147483654"/>
              <ac:spMk id="4" creationId="{00000000-0000-0000-0000-000000000000}"/>
            </ac:spMkLst>
          </pc:spChg>
          <pc:spChg chg="mod">
            <ac:chgData name="Rosalvo Medeiros" userId="52f93e62-72bc-4d5d-8e07-af043120901b" providerId="ADAL" clId="{40095463-1CA9-41B2-94DA-1CD85C949CC9}" dt="2026-02-24T12:08:26.240" v="17" actId="14100"/>
            <ac:spMkLst>
              <pc:docMk/>
              <pc:sldMasterMk cId="0" sldId="2147483652"/>
              <pc:sldLayoutMk cId="1684073690" sldId="2147483654"/>
              <ac:spMk id="6" creationId="{00000000-0000-0000-0000-000000000000}"/>
            </ac:spMkLst>
          </pc:spChg>
          <pc:spChg chg="del mod">
            <ac:chgData name="Rosalvo Medeiros" userId="52f93e62-72bc-4d5d-8e07-af043120901b" providerId="ADAL" clId="{40095463-1CA9-41B2-94DA-1CD85C949CC9}" dt="2026-02-24T12:08:34.688" v="18"/>
            <ac:spMkLst>
              <pc:docMk/>
              <pc:sldMasterMk cId="0" sldId="2147483652"/>
              <pc:sldLayoutMk cId="1684073690" sldId="2147483654"/>
              <ac:spMk id="7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1521</Words>
  <Application>Microsoft Office PowerPoint</Application>
  <PresentationFormat>Apresentação na tela (4:3)</PresentationFormat>
  <Paragraphs>207</Paragraphs>
  <Slides>20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Symbol</vt:lpstr>
      <vt:lpstr>Times New Roman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40</cp:revision>
  <dcterms:modified xsi:type="dcterms:W3CDTF">2026-02-24T18:52:05Z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