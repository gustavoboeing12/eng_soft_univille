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36F07E-2082-EC4D-9C51-DADFAAFA3F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8DFE24D-A157-7804-BD5A-29F99C2DE5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9379380-264E-7056-0E6D-D2C447D40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FB97-34A6-411F-A71B-3152FE540DDD}" type="datetimeFigureOut">
              <a:rPr lang="pt-BR" smtClean="0"/>
              <a:t>13/03/2026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41A5732-8454-BA19-5330-059F4A877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440FB49-4796-0C37-887C-01526B5BE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031E5-2B08-405D-8D43-6945C20FF3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5552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8B71AD-457A-4A11-B30A-40BCA1271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69D6340-C919-DD1C-F80F-89A9976FFD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194AE48-CE97-DCE0-379A-D1D1F327D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FB97-34A6-411F-A71B-3152FE540DDD}" type="datetimeFigureOut">
              <a:rPr lang="pt-BR" smtClean="0"/>
              <a:t>13/03/2026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8DA1CB-F18B-0A26-81EA-A0A06A5DD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92AAB86-B748-F9C5-6FF8-83E1BB4D8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031E5-2B08-405D-8D43-6945C20FF3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4034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503C29-683B-CEF5-2D0B-254C28C2B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E0607D3-A94C-FFFB-E7BA-E7CBA186D4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B84F415-5C80-A4B4-B9CF-73368AAEC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FB97-34A6-411F-A71B-3152FE540DDD}" type="datetimeFigureOut">
              <a:rPr lang="pt-BR" smtClean="0"/>
              <a:t>13/03/2026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9845FED-A1C8-87C2-E93B-1886F7815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AAC31B6-9880-6BB0-9A05-4686BA17A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031E5-2B08-405D-8D43-6945C20FF3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772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A6A0CC-9DCC-4849-1540-6A099FEFE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4155EB3-28F2-04BC-6E85-8C6B90D66D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F24F2B9-F6E1-6210-4787-6531D897A9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86B810C-7909-45C6-B4AB-4D124218E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FB97-34A6-411F-A71B-3152FE540DDD}" type="datetimeFigureOut">
              <a:rPr lang="pt-BR" smtClean="0"/>
              <a:t>13/03/2026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B72D53D-2893-8491-48E3-C877FE7B2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183A4C8-0283-3DC1-4D25-A3BE9D918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031E5-2B08-405D-8D43-6945C20FF3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4158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8B5430-D6D1-617E-EC6B-9918EC0E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D2DAA72-808A-E529-FDDF-DDEB001713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AAE8640-E3C7-E888-1558-E78862E54C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60D4A3C-862C-83DB-D8B9-695460E8B0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DF9ECE0-EFA5-6120-9682-B6173082B2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430B0D7-7C50-524D-A76E-1D8703465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FB97-34A6-411F-A71B-3152FE540DDD}" type="datetimeFigureOut">
              <a:rPr lang="pt-BR" smtClean="0"/>
              <a:t>13/03/2026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B67C235-72E0-2AB3-01A4-6E433B932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208CDE9-E3A2-3CDF-C9A8-E2E407437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031E5-2B08-405D-8D43-6945C20FF3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5810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9D29B2-8172-FA9A-5FF5-388AD475F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5470BE5-F98C-3A3B-6747-2E1852E55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FB97-34A6-411F-A71B-3152FE540DDD}" type="datetimeFigureOut">
              <a:rPr lang="pt-BR" smtClean="0"/>
              <a:t>13/03/2026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7F0765C-C123-6D79-CE5C-78C852571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A0111A6-1FD4-819D-D58D-36F1A2515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031E5-2B08-405D-8D43-6945C20FF3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6865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14B2598-CE08-0113-7C23-3BFD68058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FB97-34A6-411F-A71B-3152FE540DDD}" type="datetimeFigureOut">
              <a:rPr lang="pt-BR" smtClean="0"/>
              <a:t>13/03/2026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832367D-340B-013C-B02E-136D80F69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335A31B-B927-A896-BB50-3900CA9B9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031E5-2B08-405D-8D43-6945C20FF3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4785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F3C583-7DEE-A857-35D3-D3E5600AC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9BD7B84-CE34-B0D4-4617-55A2D604E3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C86879B-45A7-FC1A-F175-88A7315F0E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E89BFCA-941E-960D-1F63-0FD793B56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FB97-34A6-411F-A71B-3152FE540DDD}" type="datetimeFigureOut">
              <a:rPr lang="pt-BR" smtClean="0"/>
              <a:t>13/03/2026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AE74FFA-9452-AEE9-F7D2-6B158AB63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AA2FDF3-5ACC-0F3C-FFE8-8F5F32379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031E5-2B08-405D-8D43-6945C20FF3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3443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E21CAA-40BA-06B6-185C-67BFD37DC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34A812C-A6B7-0684-6150-35177DD61A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34F76AE-17F9-C858-D376-2C12430A98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17C6806-3148-5A42-90E8-7CBD69589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FB97-34A6-411F-A71B-3152FE540DDD}" type="datetimeFigureOut">
              <a:rPr lang="pt-BR" smtClean="0"/>
              <a:t>13/03/2026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2192648-163E-CC5F-64E6-455C69A78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9342678-336E-35DB-74D6-3D5DA1CB8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031E5-2B08-405D-8D43-6945C20FF3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68399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D84BCA-1B34-8B01-B703-C6BC3A633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636CDB5-CD55-3A6C-2639-8BA9606A95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4281137-5759-43B6-18F0-D6AB0A7ED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FB97-34A6-411F-A71B-3152FE540DDD}" type="datetimeFigureOut">
              <a:rPr lang="pt-BR" smtClean="0"/>
              <a:t>13/03/2026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44A8A60-43C1-D82C-6F85-4DA93DC3F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FB9435-1324-5DCE-7F23-8914FB1B1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031E5-2B08-405D-8D43-6945C20FF3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8453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ECB6E9A-A9F7-31F9-648A-8AC35BBC36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6A75517-9970-270E-8A49-F2F88ADCC1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2F85B19-867C-24D7-8E92-289F2D09A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FB97-34A6-411F-A71B-3152FE540DDD}" type="datetimeFigureOut">
              <a:rPr lang="pt-BR" smtClean="0"/>
              <a:t>13/03/2026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3D5FB34-A5EE-DCAF-1C90-E1F05EADF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BB02477-1346-61C6-7688-7A7CA8D5B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031E5-2B08-405D-8D43-6945C20FF3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5224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D624EA8-E21D-04E4-84AA-E68D5E41C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F1E7277-7F78-FFB2-EF5F-AB15C20871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F74377D-6874-E31A-8B78-C9C416AACE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F8FB97-34A6-411F-A71B-3152FE540DDD}" type="datetimeFigureOut">
              <a:rPr lang="pt-BR" smtClean="0"/>
              <a:t>13/03/2026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A8F9B6D-A891-C2C5-4D4F-F874529110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3BF123D-4EB9-964C-041B-09F6DA1CD4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0031E5-2B08-405D-8D43-6945C20FF3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5201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427BAF-5634-9CD5-CB0E-0E35D44562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/>
              <a:t>Atividade </a:t>
            </a:r>
            <a:r>
              <a:rPr lang="pt-BR" dirty="0"/>
              <a:t>02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99A100D-3CA9-0415-F799-6D360D20D2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Sistemas Críticos</a:t>
            </a:r>
          </a:p>
        </p:txBody>
      </p:sp>
    </p:spTree>
    <p:extLst>
      <p:ext uri="{BB962C8B-B14F-4D97-AF65-F5344CB8AC3E}">
        <p14:creationId xmlns:p14="http://schemas.microsoft.com/office/powerpoint/2010/main" val="18236079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3D5D2B-25FE-B82F-8232-5B9037920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ATV 02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485E566-8B75-C305-2BF0-31DEC95B01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611614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</a:pPr>
            <a:r>
              <a:rPr lang="pt-BR" dirty="0"/>
              <a:t>Dado a Falha, ou alguma situação nova que </a:t>
            </a:r>
            <a:r>
              <a:rPr lang="pt-BR"/>
              <a:t>você escolheu, </a:t>
            </a:r>
            <a:r>
              <a:rPr lang="pt-BR" dirty="0"/>
              <a:t>realize uma pesquisa e escreva um relatório descrevendo o caso, considerando o conceito de sistema crítico conforme </a:t>
            </a:r>
            <a:r>
              <a:rPr lang="pt-BR" dirty="0" err="1"/>
              <a:t>Sommerville</a:t>
            </a:r>
            <a:r>
              <a:rPr lang="pt-BR" dirty="0"/>
              <a:t> (2003).</a:t>
            </a:r>
          </a:p>
          <a:p>
            <a:endParaRPr lang="pt-BR" dirty="0"/>
          </a:p>
          <a:p>
            <a:r>
              <a:rPr lang="pt-BR" dirty="0"/>
              <a:t>Arquivo com temas: Falhas de Software.csv (Disco Virtual) </a:t>
            </a:r>
          </a:p>
          <a:p>
            <a:r>
              <a:rPr lang="pt-BR" dirty="0"/>
              <a:t>Arquivo modelo de escrita: ModeloRelatorioAtividade02CasoFalhaSoftware.docx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4363393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c481949d-5487-4397-853b-0f191069bf00}" enabled="1" method="Privileged" siteId="{57fe0ac9-f7f7-4580-8b30-5aa7f0ac8e3b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61</Words>
  <Application>Microsoft Office PowerPoint</Application>
  <PresentationFormat>Widescreen</PresentationFormat>
  <Paragraphs>7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do Office</vt:lpstr>
      <vt:lpstr>Atividade 02</vt:lpstr>
      <vt:lpstr>ATV 02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RAFAELA BOSSE SCHROEDER</dc:creator>
  <cp:lastModifiedBy>RAFAELA BOSSE SCHROEDER</cp:lastModifiedBy>
  <cp:revision>4</cp:revision>
  <dcterms:created xsi:type="dcterms:W3CDTF">2026-03-12T18:08:37Z</dcterms:created>
  <dcterms:modified xsi:type="dcterms:W3CDTF">2026-03-13T11:18:47Z</dcterms:modified>
</cp:coreProperties>
</file>