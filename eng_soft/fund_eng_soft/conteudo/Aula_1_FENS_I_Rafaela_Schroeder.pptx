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10BA876-8FA3-900A-6685-6AC1194B6D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15005" r="17642" b="1"/>
          <a:stretch>
            <a:fillRect/>
          </a:stretch>
        </p:blipFill>
        <p:spPr>
          <a:xfrm>
            <a:off x="3410952" y="-5"/>
            <a:ext cx="5733047" cy="3681406"/>
          </a:xfrm>
          <a:prstGeom prst="rect">
            <a:avLst/>
          </a:prstGeom>
        </p:spPr>
      </p:pic>
      <p:pic>
        <p:nvPicPr>
          <p:cNvPr id="4" name="Imagem 3" descr="Placa vermelha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A79AAF6F-F043-C173-98B6-89B22BFA2E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0" r="19659"/>
          <a:stretch>
            <a:fillRect/>
          </a:stretch>
        </p:blipFill>
        <p:spPr>
          <a:xfrm>
            <a:off x="3410953" y="3681409"/>
            <a:ext cx="5733047" cy="3176595"/>
          </a:xfrm>
          <a:prstGeom prst="rect">
            <a:avLst/>
          </a:prstGeom>
        </p:spPr>
      </p:pic>
      <p:sp>
        <p:nvSpPr>
          <p:cNvPr id="16" name="Rectangle 1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1115219"/>
            <a:ext cx="4046934" cy="2387600"/>
          </a:xfrm>
        </p:spPr>
        <p:txBody>
          <a:bodyPr>
            <a:normAutofit/>
          </a:bodyPr>
          <a:lstStyle/>
          <a:p>
            <a:pPr algn="l"/>
            <a:r>
              <a:rPr lang="pt-BR">
                <a:solidFill>
                  <a:schemeClr val="bg1"/>
                </a:solidFill>
              </a:rPr>
              <a:t>Disciplina FENS_I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3902075"/>
            <a:ext cx="4046934" cy="1655762"/>
          </a:xfrm>
        </p:spPr>
        <p:txBody>
          <a:bodyPr>
            <a:normAutofit/>
          </a:bodyPr>
          <a:lstStyle/>
          <a:p>
            <a:pPr algn="l"/>
            <a:r>
              <a:rPr lang="pt-BR" sz="1700" dirty="0">
                <a:solidFill>
                  <a:schemeClr val="bg1"/>
                </a:solidFill>
              </a:rPr>
              <a:t>Rafaela Bosse Schroeder</a:t>
            </a:r>
          </a:p>
          <a:p>
            <a:pPr algn="l"/>
            <a:r>
              <a:rPr lang="pt-BR" sz="1700" dirty="0">
                <a:solidFill>
                  <a:schemeClr val="bg1"/>
                </a:solidFill>
              </a:rPr>
              <a:t>Fevereiro 2026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3681408"/>
            <a:ext cx="851534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Apresentação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Mestrado: Computação Aplicada – UDESC – 2017</a:t>
            </a:r>
          </a:p>
          <a:p>
            <a:pPr lvl="1"/>
            <a:r>
              <a:t>Prêmio 1º Lugar Expoinovação 2017 – Categoria Pós Graduação</a:t>
            </a:r>
          </a:p>
          <a:p>
            <a:pPr lvl="1"/>
            <a:r>
              <a:t>Pós-Graduação: Engenharia de Software – PUC Paraná – 2010</a:t>
            </a:r>
          </a:p>
          <a:p>
            <a:pPr lvl="1"/>
            <a:r>
              <a:t>Graduação: Tecnologia em Desenvolvimento de Sistemas para Internet – SOCIESC – 2007</a:t>
            </a:r>
          </a:p>
        </p:txBody>
      </p:sp>
      <p:pic>
        <p:nvPicPr>
          <p:cNvPr id="5" name="Espaço Reservado para Conteúdo 9" descr="Logotipo&#10;&#10;O conteúdo gerado por IA pode estar incorreto.">
            <a:extLst>
              <a:ext uri="{FF2B5EF4-FFF2-40B4-BE49-F238E27FC236}">
                <a16:creationId xmlns:a16="http://schemas.microsoft.com/office/drawing/2014/main" id="{A8F3683B-4E5C-3549-D1A7-817F74A35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173" y="5613116"/>
            <a:ext cx="2921666" cy="12448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Experiência Profissional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Consultoria (análise e desenvolvimento) de sistemas ERP – TOTVS</a:t>
            </a:r>
          </a:p>
          <a:p>
            <a:pPr lvl="1"/>
            <a:r>
              <a:t>Aplicação de cursos de programação (bootcamps)</a:t>
            </a:r>
          </a:p>
          <a:p>
            <a:pPr lvl="1"/>
            <a:r>
              <a:t>Agapys-Roboteasy (atual)</a:t>
            </a:r>
          </a:p>
          <a:p>
            <a:pPr lvl="1"/>
            <a:r>
              <a:t>Wetzel (2012)</a:t>
            </a:r>
          </a:p>
          <a:p>
            <a:pPr lvl="1"/>
            <a:r>
              <a:t>Britânia/Philco (2009–2012)</a:t>
            </a:r>
          </a:p>
          <a:p>
            <a:pPr lvl="1"/>
            <a:r>
              <a:t>TOTVS (2006–2009)</a:t>
            </a:r>
          </a:p>
          <a:p>
            <a:pPr lvl="1"/>
            <a:r>
              <a:t>Logocenter (2004–2006)</a:t>
            </a:r>
          </a:p>
        </p:txBody>
      </p:sp>
      <p:pic>
        <p:nvPicPr>
          <p:cNvPr id="4" name="Espaço Reservado para Conteúdo 9" descr="Logotipo&#10;&#10;O conteúdo gerado por IA pode estar incorreto.">
            <a:extLst>
              <a:ext uri="{FF2B5EF4-FFF2-40B4-BE49-F238E27FC236}">
                <a16:creationId xmlns:a16="http://schemas.microsoft.com/office/drawing/2014/main" id="{7A464CC4-C1E6-0ED2-2BF2-70203348A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173" y="5613116"/>
            <a:ext cx="2921666" cy="12448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Experiência Lecionando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Univille (2022 – atual)</a:t>
            </a:r>
          </a:p>
          <a:p>
            <a:pPr lvl="1"/>
            <a:r>
              <a:t>UDESC (2017–2021)</a:t>
            </a:r>
          </a:p>
        </p:txBody>
      </p:sp>
      <p:pic>
        <p:nvPicPr>
          <p:cNvPr id="4" name="Espaço Reservado para Conteúdo 9" descr="Logotipo&#10;&#10;O conteúdo gerado por IA pode estar incorreto.">
            <a:extLst>
              <a:ext uri="{FF2B5EF4-FFF2-40B4-BE49-F238E27FC236}">
                <a16:creationId xmlns:a16="http://schemas.microsoft.com/office/drawing/2014/main" id="{4D2E9277-C5CC-9BF1-7400-555C0349F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173" y="5613116"/>
            <a:ext cx="2921666" cy="12448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Organização da Disciplina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Plano de Ensino</a:t>
            </a:r>
          </a:p>
          <a:p>
            <a:pPr lvl="1"/>
            <a:r>
              <a:t>Calendário de Atividades</a:t>
            </a:r>
          </a:p>
          <a:p>
            <a:pPr lvl="1"/>
            <a:r>
              <a:t>Temas tratados na disciplina</a:t>
            </a:r>
          </a:p>
          <a:p>
            <a:pPr lvl="1"/>
            <a:r>
              <a:t>Plano de Aula</a:t>
            </a:r>
          </a:p>
          <a:p>
            <a:pPr lvl="1"/>
            <a:r>
              <a:t>Plataforma Enturma</a:t>
            </a:r>
          </a:p>
        </p:txBody>
      </p:sp>
      <p:pic>
        <p:nvPicPr>
          <p:cNvPr id="4" name="Espaço Reservado para Conteúdo 9" descr="Logotipo&#10;&#10;O conteúdo gerado por IA pode estar incorreto.">
            <a:extLst>
              <a:ext uri="{FF2B5EF4-FFF2-40B4-BE49-F238E27FC236}">
                <a16:creationId xmlns:a16="http://schemas.microsoft.com/office/drawing/2014/main" id="{DE4B19DF-13CB-EC27-290C-3D8F43662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173" y="5613116"/>
            <a:ext cx="2921666" cy="12448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Método de Avaliação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Atividades 1, 2 e 3 – Peso 2</a:t>
            </a:r>
          </a:p>
          <a:p>
            <a:pPr lvl="1"/>
            <a:r>
              <a:t>Prova Escrita – Peso 4</a:t>
            </a:r>
          </a:p>
        </p:txBody>
      </p:sp>
      <p:pic>
        <p:nvPicPr>
          <p:cNvPr id="4" name="Espaço Reservado para Conteúdo 9" descr="Logotipo&#10;&#10;O conteúdo gerado por IA pode estar incorreto.">
            <a:extLst>
              <a:ext uri="{FF2B5EF4-FFF2-40B4-BE49-F238E27FC236}">
                <a16:creationId xmlns:a16="http://schemas.microsoft.com/office/drawing/2014/main" id="{6D713018-FCD2-83FA-063A-8A3C34ECF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173" y="5613116"/>
            <a:ext cx="2921666" cy="12448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rafaelaschroeder@univille.br</a:t>
            </a:r>
          </a:p>
          <a:p>
            <a:pPr lvl="1"/>
            <a:r>
              <a:rPr dirty="0"/>
              <a:t>univille.edu.br</a:t>
            </a:r>
          </a:p>
        </p:txBody>
      </p:sp>
      <p:pic>
        <p:nvPicPr>
          <p:cNvPr id="4" name="Espaço Reservado para Conteúdo 9" descr="Logotipo&#10;&#10;O conteúdo gerado por IA pode estar incorreto.">
            <a:extLst>
              <a:ext uri="{FF2B5EF4-FFF2-40B4-BE49-F238E27FC236}">
                <a16:creationId xmlns:a16="http://schemas.microsoft.com/office/drawing/2014/main" id="{2C0E4DB2-A1C3-B4CF-6135-E31F8FE26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173" y="5613116"/>
            <a:ext cx="2921666" cy="12448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Obrigada!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Preencher o questionário disponibilizado!</a:t>
            </a:r>
          </a:p>
        </p:txBody>
      </p:sp>
      <p:pic>
        <p:nvPicPr>
          <p:cNvPr id="4" name="Espaço Reservado para Conteúdo 9" descr="Logotipo&#10;&#10;O conteúdo gerado por IA pode estar incorreto.">
            <a:extLst>
              <a:ext uri="{FF2B5EF4-FFF2-40B4-BE49-F238E27FC236}">
                <a16:creationId xmlns:a16="http://schemas.microsoft.com/office/drawing/2014/main" id="{C3CF81A9-2B8A-6062-5EEB-137562F1E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173" y="5613116"/>
            <a:ext cx="2921666" cy="1244884"/>
          </a:xfrm>
          <a:prstGeom prst="rect">
            <a:avLst/>
          </a:prstGeom>
        </p:spPr>
      </p:pic>
      <p:pic>
        <p:nvPicPr>
          <p:cNvPr id="6" name="Imagem 5" descr="Código QR&#10;&#10;O conteúdo gerado por IA pode estar incorreto.">
            <a:extLst>
              <a:ext uri="{FF2B5EF4-FFF2-40B4-BE49-F238E27FC236}">
                <a16:creationId xmlns:a16="http://schemas.microsoft.com/office/drawing/2014/main" id="{462341C5-4E05-EC6B-1501-93BA57256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901" y="2971602"/>
            <a:ext cx="2286198" cy="22861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481949d-5487-4397-853b-0f191069bf00}" enabled="1" method="Privileged" siteId="{57fe0ac9-f7f7-4580-8b30-5aa7f0ac8e3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158</Words>
  <Application>Microsoft Office PowerPoint</Application>
  <PresentationFormat>Apresentação na tela (4:3)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Disciplina FENS_I</vt:lpstr>
      <vt:lpstr>Apresentação</vt:lpstr>
      <vt:lpstr>Experiência Profissional</vt:lpstr>
      <vt:lpstr>Experiência Lecionando</vt:lpstr>
      <vt:lpstr>Organização da Disciplina</vt:lpstr>
      <vt:lpstr>Método de Avaliação</vt:lpstr>
      <vt:lpstr>Contato</vt:lpstr>
      <vt:lpstr>Obrigada!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Rafaela Bosse</dc:creator>
  <cp:keywords/>
  <dc:description>generated using python-pptx</dc:description>
  <cp:lastModifiedBy>RAFAELA BOSSE SCHROEDER</cp:lastModifiedBy>
  <cp:revision>3</cp:revision>
  <dcterms:created xsi:type="dcterms:W3CDTF">2013-01-27T09:14:16Z</dcterms:created>
  <dcterms:modified xsi:type="dcterms:W3CDTF">2026-02-23T18:13:41Z</dcterms:modified>
  <cp:category/>
</cp:coreProperties>
</file>