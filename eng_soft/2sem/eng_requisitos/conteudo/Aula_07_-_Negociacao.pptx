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99" r:id="rId6"/>
    <p:sldId id="366" r:id="rId7"/>
    <p:sldId id="367" r:id="rId8"/>
    <p:sldId id="368" r:id="rId9"/>
    <p:sldId id="369" r:id="rId10"/>
    <p:sldId id="370" r:id="rId11"/>
    <p:sldId id="371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294" r:id="rId24"/>
    <p:sldId id="318" r:id="rId25"/>
    <p:sldId id="363" r:id="rId26"/>
    <p:sldId id="258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4" d="100"/>
          <a:sy n="64" d="100"/>
        </p:scale>
        <p:origin x="5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llena Caroline Fronza" userId="S::myllena.caroline@univille.br::ce8444dc-d68b-41a4-9224-daa9f1fdf5ac" providerId="AD" clId="Web-{CFDD028F-AFA6-83F1-C16E-796750C10199}"/>
    <pc:docChg chg="addSld modSld">
      <pc:chgData name="Myllena Caroline Fronza" userId="S::myllena.caroline@univille.br::ce8444dc-d68b-41a4-9224-daa9f1fdf5ac" providerId="AD" clId="Web-{CFDD028F-AFA6-83F1-C16E-796750C10199}" dt="2024-02-21T19:11:18.345" v="198" actId="20577"/>
      <pc:docMkLst>
        <pc:docMk/>
      </pc:docMkLst>
      <pc:sldChg chg="addSp delSp modSp">
        <pc:chgData name="Myllena Caroline Fronza" userId="S::myllena.caroline@univille.br::ce8444dc-d68b-41a4-9224-daa9f1fdf5ac" providerId="AD" clId="Web-{CFDD028F-AFA6-83F1-C16E-796750C10199}" dt="2024-02-21T19:04:14.101" v="87" actId="20577"/>
        <pc:sldMkLst>
          <pc:docMk/>
          <pc:sldMk cId="2210866551" sldId="256"/>
        </pc:sldMkLst>
        <pc:spChg chg="del">
          <ac:chgData name="Myllena Caroline Fronza" userId="S::myllena.caroline@univille.br::ce8444dc-d68b-41a4-9224-daa9f1fdf5ac" providerId="AD" clId="Web-{CFDD028F-AFA6-83F1-C16E-796750C10199}" dt="2024-02-21T18:56:21.371" v="1"/>
          <ac:spMkLst>
            <pc:docMk/>
            <pc:sldMk cId="2210866551" sldId="256"/>
            <ac:spMk id="2" creationId="{00000000-0000-0000-0000-000000000000}"/>
          </ac:spMkLst>
        </pc:spChg>
        <pc:spChg chg="del">
          <ac:chgData name="Myllena Caroline Fronza" userId="S::myllena.caroline@univille.br::ce8444dc-d68b-41a4-9224-daa9f1fdf5ac" providerId="AD" clId="Web-{CFDD028F-AFA6-83F1-C16E-796750C10199}" dt="2024-02-21T18:56:21.371" v="0"/>
          <ac:spMkLst>
            <pc:docMk/>
            <pc:sldMk cId="2210866551" sldId="256"/>
            <ac:spMk id="3" creationId="{00000000-0000-0000-0000-000000000000}"/>
          </ac:spMkLst>
        </pc:spChg>
        <pc:spChg chg="add del">
          <ac:chgData name="Myllena Caroline Fronza" userId="S::myllena.caroline@univille.br::ce8444dc-d68b-41a4-9224-daa9f1fdf5ac" providerId="AD" clId="Web-{CFDD028F-AFA6-83F1-C16E-796750C10199}" dt="2024-02-21T18:58:41.077" v="18"/>
          <ac:spMkLst>
            <pc:docMk/>
            <pc:sldMk cId="2210866551" sldId="256"/>
            <ac:spMk id="5" creationId="{51D75EA3-D8BE-919B-C508-52C5D00D894D}"/>
          </ac:spMkLst>
        </pc:spChg>
        <pc:spChg chg="add mod">
          <ac:chgData name="Myllena Caroline Fronza" userId="S::myllena.caroline@univille.br::ce8444dc-d68b-41a4-9224-daa9f1fdf5ac" providerId="AD" clId="Web-{CFDD028F-AFA6-83F1-C16E-796750C10199}" dt="2024-02-21T19:04:14.101" v="87" actId="20577"/>
          <ac:spMkLst>
            <pc:docMk/>
            <pc:sldMk cId="2210866551" sldId="256"/>
            <ac:spMk id="7" creationId="{0E45FD73-4524-6DDC-9022-1AE8D1B31D56}"/>
          </ac:spMkLst>
        </pc:spChg>
        <pc:spChg chg="add mod">
          <ac:chgData name="Myllena Caroline Fronza" userId="S::myllena.caroline@univille.br::ce8444dc-d68b-41a4-9224-daa9f1fdf5ac" providerId="AD" clId="Web-{CFDD028F-AFA6-83F1-C16E-796750C10199}" dt="2024-02-21T19:02:33.926" v="63" actId="20577"/>
          <ac:spMkLst>
            <pc:docMk/>
            <pc:sldMk cId="2210866551" sldId="256"/>
            <ac:spMk id="8" creationId="{B8889E4C-4AA4-1FF5-58D9-B3FC5A215783}"/>
          </ac:spMkLst>
        </pc:spChg>
        <pc:spChg chg="add mod">
          <ac:chgData name="Myllena Caroline Fronza" userId="S::myllena.caroline@univille.br::ce8444dc-d68b-41a4-9224-daa9f1fdf5ac" providerId="AD" clId="Web-{CFDD028F-AFA6-83F1-C16E-796750C10199}" dt="2024-02-21T19:03:57.991" v="85" actId="1076"/>
          <ac:spMkLst>
            <pc:docMk/>
            <pc:sldMk cId="2210866551" sldId="256"/>
            <ac:spMk id="10" creationId="{F0B08757-A853-AEC5-7B90-B66967D948D2}"/>
          </ac:spMkLst>
        </pc:spChg>
        <pc:picChg chg="add mod modCrop">
          <ac:chgData name="Myllena Caroline Fronza" userId="S::myllena.caroline@univille.br::ce8444dc-d68b-41a4-9224-daa9f1fdf5ac" providerId="AD" clId="Web-{CFDD028F-AFA6-83F1-C16E-796750C10199}" dt="2024-02-21T19:01:33.738" v="37"/>
          <ac:picMkLst>
            <pc:docMk/>
            <pc:sldMk cId="2210866551" sldId="256"/>
            <ac:picMk id="4" creationId="{D9C21255-832C-0C97-CDB6-FEDA35FCEE6E}"/>
          </ac:picMkLst>
        </pc:picChg>
        <pc:picChg chg="add del mod">
          <ac:chgData name="Myllena Caroline Fronza" userId="S::myllena.caroline@univille.br::ce8444dc-d68b-41a4-9224-daa9f1fdf5ac" providerId="AD" clId="Web-{CFDD028F-AFA6-83F1-C16E-796750C10199}" dt="2024-02-21T18:58:38.561" v="17"/>
          <ac:picMkLst>
            <pc:docMk/>
            <pc:sldMk cId="2210866551" sldId="256"/>
            <ac:picMk id="6" creationId="{44495D75-CD40-DDF1-2989-8E386893498F}"/>
          </ac:picMkLst>
        </pc:picChg>
        <pc:picChg chg="add mod">
          <ac:chgData name="Myllena Caroline Fronza" userId="S::myllena.caroline@univille.br::ce8444dc-d68b-41a4-9224-daa9f1fdf5ac" providerId="AD" clId="Web-{CFDD028F-AFA6-83F1-C16E-796750C10199}" dt="2024-02-21T19:03:16.631" v="69" actId="14100"/>
          <ac:picMkLst>
            <pc:docMk/>
            <pc:sldMk cId="2210866551" sldId="256"/>
            <ac:picMk id="9" creationId="{1BE1C8A9-5FC8-F58D-EDE5-270C56DC7221}"/>
          </ac:picMkLst>
        </pc:picChg>
      </pc:sldChg>
      <pc:sldChg chg="addSp delSp modSp add replId">
        <pc:chgData name="Myllena Caroline Fronza" userId="S::myllena.caroline@univille.br::ce8444dc-d68b-41a4-9224-daa9f1fdf5ac" providerId="AD" clId="Web-{CFDD028F-AFA6-83F1-C16E-796750C10199}" dt="2024-02-21T19:09:10.420" v="136"/>
        <pc:sldMkLst>
          <pc:docMk/>
          <pc:sldMk cId="3404731957" sldId="257"/>
        </pc:sldMkLst>
        <pc:spChg chg="add mod">
          <ac:chgData name="Myllena Caroline Fronza" userId="S::myllena.caroline@univille.br::ce8444dc-d68b-41a4-9224-daa9f1fdf5ac" providerId="AD" clId="Web-{CFDD028F-AFA6-83F1-C16E-796750C10199}" dt="2024-02-21T19:09:08.999" v="135" actId="1076"/>
          <ac:spMkLst>
            <pc:docMk/>
            <pc:sldMk cId="3404731957" sldId="257"/>
            <ac:spMk id="7" creationId="{672694DF-947B-20A2-DEDC-3E9F8FBAFCD3}"/>
          </ac:spMkLst>
        </pc:spChg>
        <pc:picChg chg="add mod">
          <ac:chgData name="Myllena Caroline Fronza" userId="S::myllena.caroline@univille.br::ce8444dc-d68b-41a4-9224-daa9f1fdf5ac" providerId="AD" clId="Web-{CFDD028F-AFA6-83F1-C16E-796750C10199}" dt="2024-02-21T19:07:13.168" v="118" actId="1076"/>
          <ac:picMkLst>
            <pc:docMk/>
            <pc:sldMk cId="3404731957" sldId="257"/>
            <ac:picMk id="2" creationId="{DE02F974-BA35-6E86-DDF2-2384EACEE41D}"/>
          </ac:picMkLst>
        </pc:picChg>
        <pc:picChg chg="add mod">
          <ac:chgData name="Myllena Caroline Fronza" userId="S::myllena.caroline@univille.br::ce8444dc-d68b-41a4-9224-daa9f1fdf5ac" providerId="AD" clId="Web-{CFDD028F-AFA6-83F1-C16E-796750C10199}" dt="2024-02-21T19:08:19.622" v="128" actId="1076"/>
          <ac:picMkLst>
            <pc:docMk/>
            <pc:sldMk cId="3404731957" sldId="257"/>
            <ac:picMk id="3" creationId="{D000B7BB-867B-0025-723D-F502A2A33DB5}"/>
          </ac:picMkLst>
        </pc:picChg>
        <pc:picChg chg="del">
          <ac:chgData name="Myllena Caroline Fronza" userId="S::myllena.caroline@univille.br::ce8444dc-d68b-41a4-9224-daa9f1fdf5ac" providerId="AD" clId="Web-{CFDD028F-AFA6-83F1-C16E-796750C10199}" dt="2024-02-21T18:56:56.871" v="11"/>
          <ac:picMkLst>
            <pc:docMk/>
            <pc:sldMk cId="3404731957" sldId="257"/>
            <ac:picMk id="4" creationId="{D9C21255-832C-0C97-CDB6-FEDA35FCEE6E}"/>
          </ac:picMkLst>
        </pc:picChg>
        <pc:picChg chg="add mod">
          <ac:chgData name="Myllena Caroline Fronza" userId="S::myllena.caroline@univille.br::ce8444dc-d68b-41a4-9224-daa9f1fdf5ac" providerId="AD" clId="Web-{CFDD028F-AFA6-83F1-C16E-796750C10199}" dt="2024-02-21T19:08:24.888" v="130" actId="1076"/>
          <ac:picMkLst>
            <pc:docMk/>
            <pc:sldMk cId="3404731957" sldId="257"/>
            <ac:picMk id="5" creationId="{859125C9-25D2-EC77-0D42-5F56EA50C81C}"/>
          </ac:picMkLst>
        </pc:picChg>
        <pc:picChg chg="add mod">
          <ac:chgData name="Myllena Caroline Fronza" userId="S::myllena.caroline@univille.br::ce8444dc-d68b-41a4-9224-daa9f1fdf5ac" providerId="AD" clId="Web-{CFDD028F-AFA6-83F1-C16E-796750C10199}" dt="2024-02-21T19:07:35.012" v="122" actId="14100"/>
          <ac:picMkLst>
            <pc:docMk/>
            <pc:sldMk cId="3404731957" sldId="257"/>
            <ac:picMk id="8" creationId="{6E549AA1-40F1-A669-B010-1340D1FD3327}"/>
          </ac:picMkLst>
        </pc:picChg>
        <pc:picChg chg="add del mod ord">
          <ac:chgData name="Myllena Caroline Fronza" userId="S::myllena.caroline@univille.br::ce8444dc-d68b-41a4-9224-daa9f1fdf5ac" providerId="AD" clId="Web-{CFDD028F-AFA6-83F1-C16E-796750C10199}" dt="2024-02-21T19:09:10.420" v="136"/>
          <ac:picMkLst>
            <pc:docMk/>
            <pc:sldMk cId="3404731957" sldId="257"/>
            <ac:picMk id="9" creationId="{0D1DF783-901A-6ED5-8C0C-9A2784950F8A}"/>
          </ac:picMkLst>
        </pc:picChg>
      </pc:sldChg>
      <pc:sldChg chg="addSp delSp modSp add replId">
        <pc:chgData name="Myllena Caroline Fronza" userId="S::myllena.caroline@univille.br::ce8444dc-d68b-41a4-9224-daa9f1fdf5ac" providerId="AD" clId="Web-{CFDD028F-AFA6-83F1-C16E-796750C10199}" dt="2024-02-21T19:11:18.345" v="198" actId="20577"/>
        <pc:sldMkLst>
          <pc:docMk/>
          <pc:sldMk cId="198676375" sldId="258"/>
        </pc:sldMkLst>
        <pc:spChg chg="mod">
          <ac:chgData name="Myllena Caroline Fronza" userId="S::myllena.caroline@univille.br::ce8444dc-d68b-41a4-9224-daa9f1fdf5ac" providerId="AD" clId="Web-{CFDD028F-AFA6-83F1-C16E-796750C10199}" dt="2024-02-21T19:11:18.345" v="198" actId="20577"/>
          <ac:spMkLst>
            <pc:docMk/>
            <pc:sldMk cId="198676375" sldId="258"/>
            <ac:spMk id="7" creationId="{0E45FD73-4524-6DDC-9022-1AE8D1B31D56}"/>
          </ac:spMkLst>
        </pc:spChg>
        <pc:spChg chg="del">
          <ac:chgData name="Myllena Caroline Fronza" userId="S::myllena.caroline@univille.br::ce8444dc-d68b-41a4-9224-daa9f1fdf5ac" providerId="AD" clId="Web-{CFDD028F-AFA6-83F1-C16E-796750C10199}" dt="2024-02-21T19:09:19.702" v="139"/>
          <ac:spMkLst>
            <pc:docMk/>
            <pc:sldMk cId="198676375" sldId="258"/>
            <ac:spMk id="8" creationId="{B8889E4C-4AA4-1FF5-58D9-B3FC5A215783}"/>
          </ac:spMkLst>
        </pc:spChg>
        <pc:spChg chg="del">
          <ac:chgData name="Myllena Caroline Fronza" userId="S::myllena.caroline@univille.br::ce8444dc-d68b-41a4-9224-daa9f1fdf5ac" providerId="AD" clId="Web-{CFDD028F-AFA6-83F1-C16E-796750C10199}" dt="2024-02-21T19:09:19.702" v="138"/>
          <ac:spMkLst>
            <pc:docMk/>
            <pc:sldMk cId="198676375" sldId="258"/>
            <ac:spMk id="10" creationId="{F0B08757-A853-AEC5-7B90-B66967D948D2}"/>
          </ac:spMkLst>
        </pc:spChg>
        <pc:picChg chg="add del mod ord">
          <ac:chgData name="Myllena Caroline Fronza" userId="S::myllena.caroline@univille.br::ce8444dc-d68b-41a4-9224-daa9f1fdf5ac" providerId="AD" clId="Web-{CFDD028F-AFA6-83F1-C16E-796750C10199}" dt="2024-02-21T19:10:58.923" v="192"/>
          <ac:picMkLst>
            <pc:docMk/>
            <pc:sldMk cId="198676375" sldId="258"/>
            <ac:picMk id="2" creationId="{59208C9E-970D-A6C0-614F-530CD2E31CA2}"/>
          </ac:picMkLst>
        </pc:picChg>
      </pc:sldChg>
    </pc:docChg>
  </pc:docChgLst>
  <pc:docChgLst>
    <pc:chgData name="CHAIENE MERCEDES DA SILVA MINELLA" userId="03c40756-137a-4d89-92ad-627326a1a7b4" providerId="ADAL" clId="{0371D10D-19BC-4906-BDBA-E86A4D77EC5F}"/>
    <pc:docChg chg="undo custSel addSld delSld modSld sldOrd">
      <pc:chgData name="CHAIENE MERCEDES DA SILVA MINELLA" userId="03c40756-137a-4d89-92ad-627326a1a7b4" providerId="ADAL" clId="{0371D10D-19BC-4906-BDBA-E86A4D77EC5F}" dt="2024-08-19T14:37:43.110" v="632"/>
      <pc:docMkLst>
        <pc:docMk/>
      </pc:docMkLst>
      <pc:sldChg chg="modSp mod">
        <pc:chgData name="CHAIENE MERCEDES DA SILVA MINELLA" userId="03c40756-137a-4d89-92ad-627326a1a7b4" providerId="ADAL" clId="{0371D10D-19BC-4906-BDBA-E86A4D77EC5F}" dt="2024-08-19T13:27:45.094" v="5" actId="20577"/>
        <pc:sldMkLst>
          <pc:docMk/>
          <pc:sldMk cId="2210866551" sldId="256"/>
        </pc:sldMkLst>
        <pc:spChg chg="mod">
          <ac:chgData name="CHAIENE MERCEDES DA SILVA MINELLA" userId="03c40756-137a-4d89-92ad-627326a1a7b4" providerId="ADAL" clId="{0371D10D-19BC-4906-BDBA-E86A4D77EC5F}" dt="2024-08-19T13:27:45.094" v="5" actId="20577"/>
          <ac:spMkLst>
            <pc:docMk/>
            <pc:sldMk cId="2210866551" sldId="256"/>
            <ac:spMk id="8" creationId="{B8889E4C-4AA4-1FF5-58D9-B3FC5A215783}"/>
          </ac:spMkLst>
        </pc:spChg>
      </pc:sldChg>
      <pc:sldChg chg="addSp delSp modSp mod">
        <pc:chgData name="CHAIENE MERCEDES DA SILVA MINELLA" userId="03c40756-137a-4d89-92ad-627326a1a7b4" providerId="ADAL" clId="{0371D10D-19BC-4906-BDBA-E86A4D77EC5F}" dt="2024-08-19T13:28:19.341" v="31" actId="20577"/>
        <pc:sldMkLst>
          <pc:docMk/>
          <pc:sldMk cId="3404731957" sldId="257"/>
        </pc:sldMkLst>
        <pc:spChg chg="del">
          <ac:chgData name="CHAIENE MERCEDES DA SILVA MINELLA" userId="03c40756-137a-4d89-92ad-627326a1a7b4" providerId="ADAL" clId="{0371D10D-19BC-4906-BDBA-E86A4D77EC5F}" dt="2024-08-19T13:28:08.036" v="6" actId="478"/>
          <ac:spMkLst>
            <pc:docMk/>
            <pc:sldMk cId="3404731957" sldId="257"/>
            <ac:spMk id="6" creationId="{D4C6F014-7430-AD99-F162-927FE39748C8}"/>
          </ac:spMkLst>
        </pc:spChg>
        <pc:spChg chg="mod">
          <ac:chgData name="CHAIENE MERCEDES DA SILVA MINELLA" userId="03c40756-137a-4d89-92ad-627326a1a7b4" providerId="ADAL" clId="{0371D10D-19BC-4906-BDBA-E86A4D77EC5F}" dt="2024-08-19T13:28:19.341" v="31" actId="20577"/>
          <ac:spMkLst>
            <pc:docMk/>
            <pc:sldMk cId="3404731957" sldId="257"/>
            <ac:spMk id="7" creationId="{672694DF-947B-20A2-DEDC-3E9F8FBAFCD3}"/>
          </ac:spMkLst>
        </pc:spChg>
        <pc:picChg chg="add mod">
          <ac:chgData name="CHAIENE MERCEDES DA SILVA MINELLA" userId="03c40756-137a-4d89-92ad-627326a1a7b4" providerId="ADAL" clId="{0371D10D-19BC-4906-BDBA-E86A4D77EC5F}" dt="2024-08-19T13:28:13.187" v="9" actId="1076"/>
          <ac:picMkLst>
            <pc:docMk/>
            <pc:sldMk cId="3404731957" sldId="257"/>
            <ac:picMk id="4" creationId="{CC04DC54-A5DF-309F-E63E-6DA56DE41E23}"/>
          </ac:picMkLst>
        </pc:picChg>
      </pc:sldChg>
      <pc:sldChg chg="addSp delSp modSp mod">
        <pc:chgData name="CHAIENE MERCEDES DA SILVA MINELLA" userId="03c40756-137a-4d89-92ad-627326a1a7b4" providerId="ADAL" clId="{0371D10D-19BC-4906-BDBA-E86A4D77EC5F}" dt="2024-08-19T13:28:45.117" v="49" actId="20577"/>
        <pc:sldMkLst>
          <pc:docMk/>
          <pc:sldMk cId="3448072053" sldId="259"/>
        </pc:sldMkLst>
        <pc:spChg chg="mod">
          <ac:chgData name="CHAIENE MERCEDES DA SILVA MINELLA" userId="03c40756-137a-4d89-92ad-627326a1a7b4" providerId="ADAL" clId="{0371D10D-19BC-4906-BDBA-E86A4D77EC5F}" dt="2024-08-19T13:28:45.117" v="49" actId="20577"/>
          <ac:spMkLst>
            <pc:docMk/>
            <pc:sldMk cId="3448072053" sldId="259"/>
            <ac:spMk id="7" creationId="{672694DF-947B-20A2-DEDC-3E9F8FBAFCD3}"/>
          </ac:spMkLst>
        </pc:spChg>
        <pc:picChg chg="del">
          <ac:chgData name="CHAIENE MERCEDES DA SILVA MINELLA" userId="03c40756-137a-4d89-92ad-627326a1a7b4" providerId="ADAL" clId="{0371D10D-19BC-4906-BDBA-E86A4D77EC5F}" dt="2024-08-19T13:28:31.139" v="32" actId="478"/>
          <ac:picMkLst>
            <pc:docMk/>
            <pc:sldMk cId="3448072053" sldId="259"/>
            <ac:picMk id="4" creationId="{3AD717AE-9C0E-8F9B-81DC-2FD20B1714A7}"/>
          </ac:picMkLst>
        </pc:picChg>
        <pc:picChg chg="add mod">
          <ac:chgData name="CHAIENE MERCEDES DA SILVA MINELLA" userId="03c40756-137a-4d89-92ad-627326a1a7b4" providerId="ADAL" clId="{0371D10D-19BC-4906-BDBA-E86A4D77EC5F}" dt="2024-08-19T13:28:34.906" v="34" actId="1076"/>
          <ac:picMkLst>
            <pc:docMk/>
            <pc:sldMk cId="3448072053" sldId="259"/>
            <ac:picMk id="6" creationId="{3134764C-B138-45F4-E05F-22D8F50EEEE7}"/>
          </ac:picMkLst>
        </pc:picChg>
        <pc:picChg chg="ord">
          <ac:chgData name="CHAIENE MERCEDES DA SILVA MINELLA" userId="03c40756-137a-4d89-92ad-627326a1a7b4" providerId="ADAL" clId="{0371D10D-19BC-4906-BDBA-E86A4D77EC5F}" dt="2024-08-19T13:28:40.141" v="35" actId="166"/>
          <ac:picMkLst>
            <pc:docMk/>
            <pc:sldMk cId="3448072053" sldId="259"/>
            <ac:picMk id="8" creationId="{6E549AA1-40F1-A669-B010-1340D1FD3327}"/>
          </ac:picMkLst>
        </pc:picChg>
      </pc:sldChg>
      <pc:sldChg chg="addSp delSp modSp mod">
        <pc:chgData name="CHAIENE MERCEDES DA SILVA MINELLA" userId="03c40756-137a-4d89-92ad-627326a1a7b4" providerId="ADAL" clId="{0371D10D-19BC-4906-BDBA-E86A4D77EC5F}" dt="2024-08-19T13:29:46.713" v="69" actId="1076"/>
        <pc:sldMkLst>
          <pc:docMk/>
          <pc:sldMk cId="4280229060" sldId="260"/>
        </pc:sldMkLst>
        <pc:spChg chg="del">
          <ac:chgData name="CHAIENE MERCEDES DA SILVA MINELLA" userId="03c40756-137a-4d89-92ad-627326a1a7b4" providerId="ADAL" clId="{0371D10D-19BC-4906-BDBA-E86A4D77EC5F}" dt="2024-08-19T13:29:20.254" v="50" actId="478"/>
          <ac:spMkLst>
            <pc:docMk/>
            <pc:sldMk cId="4280229060" sldId="260"/>
            <ac:spMk id="6" creationId="{D4C6F014-7430-AD99-F162-927FE39748C8}"/>
          </ac:spMkLst>
        </pc:spChg>
        <pc:spChg chg="mod">
          <ac:chgData name="CHAIENE MERCEDES DA SILVA MINELLA" userId="03c40756-137a-4d89-92ad-627326a1a7b4" providerId="ADAL" clId="{0371D10D-19BC-4906-BDBA-E86A4D77EC5F}" dt="2024-08-19T13:29:39.504" v="68" actId="20577"/>
          <ac:spMkLst>
            <pc:docMk/>
            <pc:sldMk cId="4280229060" sldId="260"/>
            <ac:spMk id="7" creationId="{672694DF-947B-20A2-DEDC-3E9F8FBAFCD3}"/>
          </ac:spMkLst>
        </pc:spChg>
        <pc:picChg chg="add mod">
          <ac:chgData name="CHAIENE MERCEDES DA SILVA MINELLA" userId="03c40756-137a-4d89-92ad-627326a1a7b4" providerId="ADAL" clId="{0371D10D-19BC-4906-BDBA-E86A4D77EC5F}" dt="2024-08-19T13:29:31.669" v="54" actId="1076"/>
          <ac:picMkLst>
            <pc:docMk/>
            <pc:sldMk cId="4280229060" sldId="260"/>
            <ac:picMk id="4" creationId="{7A4DE9FC-D4EA-B796-2C74-115413FB4226}"/>
          </ac:picMkLst>
        </pc:picChg>
        <pc:picChg chg="add mod">
          <ac:chgData name="CHAIENE MERCEDES DA SILVA MINELLA" userId="03c40756-137a-4d89-92ad-627326a1a7b4" providerId="ADAL" clId="{0371D10D-19BC-4906-BDBA-E86A4D77EC5F}" dt="2024-08-19T13:29:46.713" v="69" actId="1076"/>
          <ac:picMkLst>
            <pc:docMk/>
            <pc:sldMk cId="4280229060" sldId="260"/>
            <ac:picMk id="9" creationId="{AF39A207-88CD-B0C5-88C5-ECFA23DD5097}"/>
          </ac:picMkLst>
        </pc:picChg>
      </pc:sldChg>
      <pc:sldChg chg="del">
        <pc:chgData name="CHAIENE MERCEDES DA SILVA MINELLA" userId="03c40756-137a-4d89-92ad-627326a1a7b4" providerId="ADAL" clId="{0371D10D-19BC-4906-BDBA-E86A4D77EC5F}" dt="2024-08-19T13:30:02.475" v="71" actId="47"/>
        <pc:sldMkLst>
          <pc:docMk/>
          <pc:sldMk cId="985616573" sldId="261"/>
        </pc:sldMkLst>
      </pc:sldChg>
      <pc:sldChg chg="del">
        <pc:chgData name="CHAIENE MERCEDES DA SILVA MINELLA" userId="03c40756-137a-4d89-92ad-627326a1a7b4" providerId="ADAL" clId="{0371D10D-19BC-4906-BDBA-E86A4D77EC5F}" dt="2024-08-19T13:30:02.475" v="71" actId="47"/>
        <pc:sldMkLst>
          <pc:docMk/>
          <pc:sldMk cId="3366235212" sldId="262"/>
        </pc:sldMkLst>
      </pc:sldChg>
      <pc:sldChg chg="del">
        <pc:chgData name="CHAIENE MERCEDES DA SILVA MINELLA" userId="03c40756-137a-4d89-92ad-627326a1a7b4" providerId="ADAL" clId="{0371D10D-19BC-4906-BDBA-E86A4D77EC5F}" dt="2024-08-19T13:30:02.475" v="71" actId="47"/>
        <pc:sldMkLst>
          <pc:docMk/>
          <pc:sldMk cId="1255360177" sldId="263"/>
        </pc:sldMkLst>
      </pc:sldChg>
      <pc:sldChg chg="del">
        <pc:chgData name="CHAIENE MERCEDES DA SILVA MINELLA" userId="03c40756-137a-4d89-92ad-627326a1a7b4" providerId="ADAL" clId="{0371D10D-19BC-4906-BDBA-E86A4D77EC5F}" dt="2024-08-19T13:30:02.475" v="71" actId="47"/>
        <pc:sldMkLst>
          <pc:docMk/>
          <pc:sldMk cId="1571558420" sldId="264"/>
        </pc:sldMkLst>
      </pc:sldChg>
      <pc:sldChg chg="del">
        <pc:chgData name="CHAIENE MERCEDES DA SILVA MINELLA" userId="03c40756-137a-4d89-92ad-627326a1a7b4" providerId="ADAL" clId="{0371D10D-19BC-4906-BDBA-E86A4D77EC5F}" dt="2024-08-19T13:30:02.475" v="71" actId="47"/>
        <pc:sldMkLst>
          <pc:docMk/>
          <pc:sldMk cId="3332508636" sldId="265"/>
        </pc:sldMkLst>
      </pc:sldChg>
      <pc:sldChg chg="del">
        <pc:chgData name="CHAIENE MERCEDES DA SILVA MINELLA" userId="03c40756-137a-4d89-92ad-627326a1a7b4" providerId="ADAL" clId="{0371D10D-19BC-4906-BDBA-E86A4D77EC5F}" dt="2024-08-19T13:30:02.475" v="71" actId="47"/>
        <pc:sldMkLst>
          <pc:docMk/>
          <pc:sldMk cId="4082885379" sldId="266"/>
        </pc:sldMkLst>
      </pc:sldChg>
      <pc:sldChg chg="del">
        <pc:chgData name="CHAIENE MERCEDES DA SILVA MINELLA" userId="03c40756-137a-4d89-92ad-627326a1a7b4" providerId="ADAL" clId="{0371D10D-19BC-4906-BDBA-E86A4D77EC5F}" dt="2024-08-19T13:30:02.475" v="71" actId="47"/>
        <pc:sldMkLst>
          <pc:docMk/>
          <pc:sldMk cId="3831654162" sldId="267"/>
        </pc:sldMkLst>
      </pc:sldChg>
      <pc:sldChg chg="del">
        <pc:chgData name="CHAIENE MERCEDES DA SILVA MINELLA" userId="03c40756-137a-4d89-92ad-627326a1a7b4" providerId="ADAL" clId="{0371D10D-19BC-4906-BDBA-E86A4D77EC5F}" dt="2024-08-19T13:30:02.475" v="71" actId="47"/>
        <pc:sldMkLst>
          <pc:docMk/>
          <pc:sldMk cId="3851736322" sldId="268"/>
        </pc:sldMkLst>
      </pc:sldChg>
      <pc:sldChg chg="del">
        <pc:chgData name="CHAIENE MERCEDES DA SILVA MINELLA" userId="03c40756-137a-4d89-92ad-627326a1a7b4" providerId="ADAL" clId="{0371D10D-19BC-4906-BDBA-E86A4D77EC5F}" dt="2024-08-19T13:30:02.475" v="71" actId="47"/>
        <pc:sldMkLst>
          <pc:docMk/>
          <pc:sldMk cId="1999996839" sldId="269"/>
        </pc:sldMkLst>
      </pc:sldChg>
      <pc:sldChg chg="del">
        <pc:chgData name="CHAIENE MERCEDES DA SILVA MINELLA" userId="03c40756-137a-4d89-92ad-627326a1a7b4" providerId="ADAL" clId="{0371D10D-19BC-4906-BDBA-E86A4D77EC5F}" dt="2024-08-19T13:30:02.475" v="71" actId="47"/>
        <pc:sldMkLst>
          <pc:docMk/>
          <pc:sldMk cId="3731175447" sldId="270"/>
        </pc:sldMkLst>
      </pc:sldChg>
      <pc:sldChg chg="del">
        <pc:chgData name="CHAIENE MERCEDES DA SILVA MINELLA" userId="03c40756-137a-4d89-92ad-627326a1a7b4" providerId="ADAL" clId="{0371D10D-19BC-4906-BDBA-E86A4D77EC5F}" dt="2024-08-19T13:30:02.475" v="71" actId="47"/>
        <pc:sldMkLst>
          <pc:docMk/>
          <pc:sldMk cId="410343329" sldId="271"/>
        </pc:sldMkLst>
      </pc:sldChg>
      <pc:sldChg chg="del">
        <pc:chgData name="CHAIENE MERCEDES DA SILVA MINELLA" userId="03c40756-137a-4d89-92ad-627326a1a7b4" providerId="ADAL" clId="{0371D10D-19BC-4906-BDBA-E86A4D77EC5F}" dt="2024-08-19T13:30:02.475" v="71" actId="47"/>
        <pc:sldMkLst>
          <pc:docMk/>
          <pc:sldMk cId="2759584680" sldId="272"/>
        </pc:sldMkLst>
      </pc:sldChg>
      <pc:sldChg chg="del">
        <pc:chgData name="CHAIENE MERCEDES DA SILVA MINELLA" userId="03c40756-137a-4d89-92ad-627326a1a7b4" providerId="ADAL" clId="{0371D10D-19BC-4906-BDBA-E86A4D77EC5F}" dt="2024-08-19T13:30:02.475" v="71" actId="47"/>
        <pc:sldMkLst>
          <pc:docMk/>
          <pc:sldMk cId="4290315138" sldId="273"/>
        </pc:sldMkLst>
      </pc:sldChg>
      <pc:sldChg chg="del">
        <pc:chgData name="CHAIENE MERCEDES DA SILVA MINELLA" userId="03c40756-137a-4d89-92ad-627326a1a7b4" providerId="ADAL" clId="{0371D10D-19BC-4906-BDBA-E86A4D77EC5F}" dt="2024-08-19T13:30:02.475" v="71" actId="47"/>
        <pc:sldMkLst>
          <pc:docMk/>
          <pc:sldMk cId="593286761" sldId="274"/>
        </pc:sldMkLst>
      </pc:sldChg>
      <pc:sldChg chg="addSp delSp modSp add mod">
        <pc:chgData name="CHAIENE MERCEDES DA SILVA MINELLA" userId="03c40756-137a-4d89-92ad-627326a1a7b4" providerId="ADAL" clId="{0371D10D-19BC-4906-BDBA-E86A4D77EC5F}" dt="2024-08-19T13:30:26.087" v="110" actId="1038"/>
        <pc:sldMkLst>
          <pc:docMk/>
          <pc:sldMk cId="2775486796" sldId="275"/>
        </pc:sldMkLst>
        <pc:picChg chg="del">
          <ac:chgData name="CHAIENE MERCEDES DA SILVA MINELLA" userId="03c40756-137a-4d89-92ad-627326a1a7b4" providerId="ADAL" clId="{0371D10D-19BC-4906-BDBA-E86A4D77EC5F}" dt="2024-08-19T13:30:12.281" v="72" actId="478"/>
          <ac:picMkLst>
            <pc:docMk/>
            <pc:sldMk cId="2775486796" sldId="275"/>
            <ac:picMk id="4" creationId="{7A4DE9FC-D4EA-B796-2C74-115413FB4226}"/>
          </ac:picMkLst>
        </pc:picChg>
        <pc:picChg chg="add mod">
          <ac:chgData name="CHAIENE MERCEDES DA SILVA MINELLA" userId="03c40756-137a-4d89-92ad-627326a1a7b4" providerId="ADAL" clId="{0371D10D-19BC-4906-BDBA-E86A4D77EC5F}" dt="2024-08-19T13:30:26.087" v="110" actId="1038"/>
          <ac:picMkLst>
            <pc:docMk/>
            <pc:sldMk cId="2775486796" sldId="275"/>
            <ac:picMk id="6" creationId="{8249E8D7-8D20-6E77-E502-8F6B789EF60C}"/>
          </ac:picMkLst>
        </pc:picChg>
        <pc:picChg chg="del">
          <ac:chgData name="CHAIENE MERCEDES DA SILVA MINELLA" userId="03c40756-137a-4d89-92ad-627326a1a7b4" providerId="ADAL" clId="{0371D10D-19BC-4906-BDBA-E86A4D77EC5F}" dt="2024-08-19T13:30:14" v="73" actId="478"/>
          <ac:picMkLst>
            <pc:docMk/>
            <pc:sldMk cId="2775486796" sldId="275"/>
            <ac:picMk id="9" creationId="{AF39A207-88CD-B0C5-88C5-ECFA23DD5097}"/>
          </ac:picMkLst>
        </pc:picChg>
      </pc:sldChg>
      <pc:sldChg chg="addSp delSp modSp add mod">
        <pc:chgData name="CHAIENE MERCEDES DA SILVA MINELLA" userId="03c40756-137a-4d89-92ad-627326a1a7b4" providerId="ADAL" clId="{0371D10D-19BC-4906-BDBA-E86A4D77EC5F}" dt="2024-08-19T13:30:58.446" v="117" actId="1076"/>
        <pc:sldMkLst>
          <pc:docMk/>
          <pc:sldMk cId="483292258" sldId="276"/>
        </pc:sldMkLst>
        <pc:picChg chg="add mod">
          <ac:chgData name="CHAIENE MERCEDES DA SILVA MINELLA" userId="03c40756-137a-4d89-92ad-627326a1a7b4" providerId="ADAL" clId="{0371D10D-19BC-4906-BDBA-E86A4D77EC5F}" dt="2024-08-19T13:30:58.446" v="117" actId="1076"/>
          <ac:picMkLst>
            <pc:docMk/>
            <pc:sldMk cId="483292258" sldId="276"/>
            <ac:picMk id="4" creationId="{C37C7963-B94C-C5EC-0663-205553F7E841}"/>
          </ac:picMkLst>
        </pc:picChg>
        <pc:picChg chg="del">
          <ac:chgData name="CHAIENE MERCEDES DA SILVA MINELLA" userId="03c40756-137a-4d89-92ad-627326a1a7b4" providerId="ADAL" clId="{0371D10D-19BC-4906-BDBA-E86A4D77EC5F}" dt="2024-08-19T13:30:41.269" v="112" actId="478"/>
          <ac:picMkLst>
            <pc:docMk/>
            <pc:sldMk cId="483292258" sldId="276"/>
            <ac:picMk id="6" creationId="{8249E8D7-8D20-6E77-E502-8F6B789EF60C}"/>
          </ac:picMkLst>
        </pc:picChg>
      </pc:sldChg>
      <pc:sldChg chg="addSp delSp modSp add mod">
        <pc:chgData name="CHAIENE MERCEDES DA SILVA MINELLA" userId="03c40756-137a-4d89-92ad-627326a1a7b4" providerId="ADAL" clId="{0371D10D-19BC-4906-BDBA-E86A4D77EC5F}" dt="2024-08-19T13:31:16.240" v="123" actId="1076"/>
        <pc:sldMkLst>
          <pc:docMk/>
          <pc:sldMk cId="724103821" sldId="277"/>
        </pc:sldMkLst>
        <pc:picChg chg="del">
          <ac:chgData name="CHAIENE MERCEDES DA SILVA MINELLA" userId="03c40756-137a-4d89-92ad-627326a1a7b4" providerId="ADAL" clId="{0371D10D-19BC-4906-BDBA-E86A4D77EC5F}" dt="2024-08-19T13:31:08.719" v="119" actId="478"/>
          <ac:picMkLst>
            <pc:docMk/>
            <pc:sldMk cId="724103821" sldId="277"/>
            <ac:picMk id="4" creationId="{C37C7963-B94C-C5EC-0663-205553F7E841}"/>
          </ac:picMkLst>
        </pc:picChg>
        <pc:picChg chg="add mod">
          <ac:chgData name="CHAIENE MERCEDES DA SILVA MINELLA" userId="03c40756-137a-4d89-92ad-627326a1a7b4" providerId="ADAL" clId="{0371D10D-19BC-4906-BDBA-E86A4D77EC5F}" dt="2024-08-19T13:31:16.240" v="123" actId="1076"/>
          <ac:picMkLst>
            <pc:docMk/>
            <pc:sldMk cId="724103821" sldId="277"/>
            <ac:picMk id="6" creationId="{5C099693-AA9F-2A06-DFDF-66B3174E6A5E}"/>
          </ac:picMkLst>
        </pc:picChg>
      </pc:sldChg>
      <pc:sldChg chg="addSp delSp modSp add mod">
        <pc:chgData name="CHAIENE MERCEDES DA SILVA MINELLA" userId="03c40756-137a-4d89-92ad-627326a1a7b4" providerId="ADAL" clId="{0371D10D-19BC-4906-BDBA-E86A4D77EC5F}" dt="2024-08-19T13:32:21.615" v="138" actId="20577"/>
        <pc:sldMkLst>
          <pc:docMk/>
          <pc:sldMk cId="1779731719" sldId="278"/>
        </pc:sldMkLst>
        <pc:spChg chg="mod">
          <ac:chgData name="CHAIENE MERCEDES DA SILVA MINELLA" userId="03c40756-137a-4d89-92ad-627326a1a7b4" providerId="ADAL" clId="{0371D10D-19BC-4906-BDBA-E86A4D77EC5F}" dt="2024-08-19T13:32:21.615" v="138" actId="20577"/>
          <ac:spMkLst>
            <pc:docMk/>
            <pc:sldMk cId="1779731719" sldId="278"/>
            <ac:spMk id="7" creationId="{672694DF-947B-20A2-DEDC-3E9F8FBAFCD3}"/>
          </ac:spMkLst>
        </pc:spChg>
        <pc:picChg chg="add mod">
          <ac:chgData name="CHAIENE MERCEDES DA SILVA MINELLA" userId="03c40756-137a-4d89-92ad-627326a1a7b4" providerId="ADAL" clId="{0371D10D-19BC-4906-BDBA-E86A4D77EC5F}" dt="2024-08-19T13:31:34.176" v="128" actId="1076"/>
          <ac:picMkLst>
            <pc:docMk/>
            <pc:sldMk cId="1779731719" sldId="278"/>
            <ac:picMk id="4" creationId="{475ADD68-CE76-6415-15EA-CED6AC779052}"/>
          </ac:picMkLst>
        </pc:picChg>
        <pc:picChg chg="del">
          <ac:chgData name="CHAIENE MERCEDES DA SILVA MINELLA" userId="03c40756-137a-4d89-92ad-627326a1a7b4" providerId="ADAL" clId="{0371D10D-19BC-4906-BDBA-E86A4D77EC5F}" dt="2024-08-19T13:31:29.822" v="125" actId="478"/>
          <ac:picMkLst>
            <pc:docMk/>
            <pc:sldMk cId="1779731719" sldId="278"/>
            <ac:picMk id="6" creationId="{5C099693-AA9F-2A06-DFDF-66B3174E6A5E}"/>
          </ac:picMkLst>
        </pc:picChg>
      </pc:sldChg>
      <pc:sldChg chg="addSp delSp modSp add mod ord">
        <pc:chgData name="CHAIENE MERCEDES DA SILVA MINELLA" userId="03c40756-137a-4d89-92ad-627326a1a7b4" providerId="ADAL" clId="{0371D10D-19BC-4906-BDBA-E86A4D77EC5F}" dt="2024-08-19T13:42:13.737" v="218"/>
        <pc:sldMkLst>
          <pc:docMk/>
          <pc:sldMk cId="1642007971" sldId="279"/>
        </pc:sldMkLst>
        <pc:spChg chg="mod">
          <ac:chgData name="CHAIENE MERCEDES DA SILVA MINELLA" userId="03c40756-137a-4d89-92ad-627326a1a7b4" providerId="ADAL" clId="{0371D10D-19BC-4906-BDBA-E86A4D77EC5F}" dt="2024-08-19T13:39:51.103" v="194" actId="1037"/>
          <ac:spMkLst>
            <pc:docMk/>
            <pc:sldMk cId="1642007971" sldId="279"/>
            <ac:spMk id="7" creationId="{672694DF-947B-20A2-DEDC-3E9F8FBAFCD3}"/>
          </ac:spMkLst>
        </pc:spChg>
        <pc:picChg chg="del">
          <ac:chgData name="CHAIENE MERCEDES DA SILVA MINELLA" userId="03c40756-137a-4d89-92ad-627326a1a7b4" providerId="ADAL" clId="{0371D10D-19BC-4906-BDBA-E86A4D77EC5F}" dt="2024-08-19T13:32:36.779" v="140" actId="478"/>
          <ac:picMkLst>
            <pc:docMk/>
            <pc:sldMk cId="1642007971" sldId="279"/>
            <ac:picMk id="4" creationId="{475ADD68-CE76-6415-15EA-CED6AC779052}"/>
          </ac:picMkLst>
        </pc:picChg>
        <pc:picChg chg="add mod">
          <ac:chgData name="CHAIENE MERCEDES DA SILVA MINELLA" userId="03c40756-137a-4d89-92ad-627326a1a7b4" providerId="ADAL" clId="{0371D10D-19BC-4906-BDBA-E86A4D77EC5F}" dt="2024-08-19T13:32:44.270" v="143" actId="1076"/>
          <ac:picMkLst>
            <pc:docMk/>
            <pc:sldMk cId="1642007971" sldId="279"/>
            <ac:picMk id="6" creationId="{E74C7ACE-55F7-8D53-5541-C6AA84795B2F}"/>
          </ac:picMkLst>
        </pc:picChg>
        <pc:picChg chg="ord">
          <ac:chgData name="CHAIENE MERCEDES DA SILVA MINELLA" userId="03c40756-137a-4d89-92ad-627326a1a7b4" providerId="ADAL" clId="{0371D10D-19BC-4906-BDBA-E86A4D77EC5F}" dt="2024-08-19T13:32:47.896" v="144" actId="166"/>
          <ac:picMkLst>
            <pc:docMk/>
            <pc:sldMk cId="1642007971" sldId="279"/>
            <ac:picMk id="8" creationId="{6E549AA1-40F1-A669-B010-1340D1FD3327}"/>
          </ac:picMkLst>
        </pc:picChg>
      </pc:sldChg>
      <pc:sldChg chg="addSp delSp modSp add del mod">
        <pc:chgData name="CHAIENE MERCEDES DA SILVA MINELLA" userId="03c40756-137a-4d89-92ad-627326a1a7b4" providerId="ADAL" clId="{0371D10D-19BC-4906-BDBA-E86A4D77EC5F}" dt="2024-08-19T13:41:32.648" v="216" actId="47"/>
        <pc:sldMkLst>
          <pc:docMk/>
          <pc:sldMk cId="1430364677" sldId="280"/>
        </pc:sldMkLst>
        <pc:spChg chg="mod">
          <ac:chgData name="CHAIENE MERCEDES DA SILVA MINELLA" userId="03c40756-137a-4d89-92ad-627326a1a7b4" providerId="ADAL" clId="{0371D10D-19BC-4906-BDBA-E86A4D77EC5F}" dt="2024-08-19T13:40:15.480" v="205" actId="20577"/>
          <ac:spMkLst>
            <pc:docMk/>
            <pc:sldMk cId="1430364677" sldId="280"/>
            <ac:spMk id="7" creationId="{672694DF-947B-20A2-DEDC-3E9F8FBAFCD3}"/>
          </ac:spMkLst>
        </pc:spChg>
        <pc:picChg chg="add del mod">
          <ac:chgData name="CHAIENE MERCEDES DA SILVA MINELLA" userId="03c40756-137a-4d89-92ad-627326a1a7b4" providerId="ADAL" clId="{0371D10D-19BC-4906-BDBA-E86A4D77EC5F}" dt="2024-08-19T13:38:29.255" v="183" actId="478"/>
          <ac:picMkLst>
            <pc:docMk/>
            <pc:sldMk cId="1430364677" sldId="280"/>
            <ac:picMk id="4" creationId="{7C9C0BA2-873A-2595-DBC4-D667E400BEB4}"/>
          </ac:picMkLst>
        </pc:picChg>
        <pc:picChg chg="del">
          <ac:chgData name="CHAIENE MERCEDES DA SILVA MINELLA" userId="03c40756-137a-4d89-92ad-627326a1a7b4" providerId="ADAL" clId="{0371D10D-19BC-4906-BDBA-E86A4D77EC5F}" dt="2024-08-19T13:33:01.617" v="146" actId="478"/>
          <ac:picMkLst>
            <pc:docMk/>
            <pc:sldMk cId="1430364677" sldId="280"/>
            <ac:picMk id="6" creationId="{E74C7ACE-55F7-8D53-5541-C6AA84795B2F}"/>
          </ac:picMkLst>
        </pc:picChg>
        <pc:picChg chg="ord">
          <ac:chgData name="CHAIENE MERCEDES DA SILVA MINELLA" userId="03c40756-137a-4d89-92ad-627326a1a7b4" providerId="ADAL" clId="{0371D10D-19BC-4906-BDBA-E86A4D77EC5F}" dt="2024-08-19T13:38:35.397" v="186" actId="166"/>
          <ac:picMkLst>
            <pc:docMk/>
            <pc:sldMk cId="1430364677" sldId="280"/>
            <ac:picMk id="8" creationId="{6E549AA1-40F1-A669-B010-1340D1FD3327}"/>
          </ac:picMkLst>
        </pc:picChg>
        <pc:picChg chg="add mod">
          <ac:chgData name="CHAIENE MERCEDES DA SILVA MINELLA" userId="03c40756-137a-4d89-92ad-627326a1a7b4" providerId="ADAL" clId="{0371D10D-19BC-4906-BDBA-E86A4D77EC5F}" dt="2024-08-19T13:38:32.347" v="185" actId="1076"/>
          <ac:picMkLst>
            <pc:docMk/>
            <pc:sldMk cId="1430364677" sldId="280"/>
            <ac:picMk id="10" creationId="{B9090DD3-387D-A991-26C2-462631ADAD1F}"/>
          </ac:picMkLst>
        </pc:picChg>
      </pc:sldChg>
      <pc:sldChg chg="addSp delSp modSp add mod">
        <pc:chgData name="CHAIENE MERCEDES DA SILVA MINELLA" userId="03c40756-137a-4d89-92ad-627326a1a7b4" providerId="ADAL" clId="{0371D10D-19BC-4906-BDBA-E86A4D77EC5F}" dt="2024-08-19T14:32:05.451" v="610" actId="20577"/>
        <pc:sldMkLst>
          <pc:docMk/>
          <pc:sldMk cId="3089061673" sldId="280"/>
        </pc:sldMkLst>
        <pc:spChg chg="add mod">
          <ac:chgData name="CHAIENE MERCEDES DA SILVA MINELLA" userId="03c40756-137a-4d89-92ad-627326a1a7b4" providerId="ADAL" clId="{0371D10D-19BC-4906-BDBA-E86A4D77EC5F}" dt="2024-08-19T14:27:01.889" v="452" actId="6549"/>
          <ac:spMkLst>
            <pc:docMk/>
            <pc:sldMk cId="3089061673" sldId="280"/>
            <ac:spMk id="6" creationId="{1BFF8808-94E3-65DC-246A-8304410D342E}"/>
          </ac:spMkLst>
        </pc:spChg>
        <pc:spChg chg="mod">
          <ac:chgData name="CHAIENE MERCEDES DA SILVA MINELLA" userId="03c40756-137a-4d89-92ad-627326a1a7b4" providerId="ADAL" clId="{0371D10D-19BC-4906-BDBA-E86A4D77EC5F}" dt="2024-08-19T14:27:46.688" v="546" actId="20577"/>
          <ac:spMkLst>
            <pc:docMk/>
            <pc:sldMk cId="3089061673" sldId="280"/>
            <ac:spMk id="7" creationId="{672694DF-947B-20A2-DEDC-3E9F8FBAFCD3}"/>
          </ac:spMkLst>
        </pc:spChg>
        <pc:spChg chg="add mod">
          <ac:chgData name="CHAIENE MERCEDES DA SILVA MINELLA" userId="03c40756-137a-4d89-92ad-627326a1a7b4" providerId="ADAL" clId="{0371D10D-19BC-4906-BDBA-E86A4D77EC5F}" dt="2024-08-19T14:32:05.451" v="610" actId="20577"/>
          <ac:spMkLst>
            <pc:docMk/>
            <pc:sldMk cId="3089061673" sldId="280"/>
            <ac:spMk id="10" creationId="{A435F902-604E-575B-2703-F58CA605867E}"/>
          </ac:spMkLst>
        </pc:spChg>
        <pc:spChg chg="add mod">
          <ac:chgData name="CHAIENE MERCEDES DA SILVA MINELLA" userId="03c40756-137a-4d89-92ad-627326a1a7b4" providerId="ADAL" clId="{0371D10D-19BC-4906-BDBA-E86A4D77EC5F}" dt="2024-08-19T14:31:55.214" v="608" actId="1076"/>
          <ac:spMkLst>
            <pc:docMk/>
            <pc:sldMk cId="3089061673" sldId="280"/>
            <ac:spMk id="14" creationId="{4E67F202-4B4E-68DC-590F-8CE2BC438706}"/>
          </ac:spMkLst>
        </pc:spChg>
        <pc:picChg chg="del">
          <ac:chgData name="CHAIENE MERCEDES DA SILVA MINELLA" userId="03c40756-137a-4d89-92ad-627326a1a7b4" providerId="ADAL" clId="{0371D10D-19BC-4906-BDBA-E86A4D77EC5F}" dt="2024-08-19T13:48:51.710" v="247" actId="478"/>
          <ac:picMkLst>
            <pc:docMk/>
            <pc:sldMk cId="3089061673" sldId="280"/>
            <ac:picMk id="4" creationId="{475ADD68-CE76-6415-15EA-CED6AC779052}"/>
          </ac:picMkLst>
        </pc:picChg>
        <pc:picChg chg="add mod">
          <ac:chgData name="CHAIENE MERCEDES DA SILVA MINELLA" userId="03c40756-137a-4d89-92ad-627326a1a7b4" providerId="ADAL" clId="{0371D10D-19BC-4906-BDBA-E86A4D77EC5F}" dt="2024-08-19T14:31:01.760" v="572" actId="1076"/>
          <ac:picMkLst>
            <pc:docMk/>
            <pc:sldMk cId="3089061673" sldId="280"/>
            <ac:picMk id="12" creationId="{4EEE79D0-C033-DC84-102D-E62AA6770F51}"/>
          </ac:picMkLst>
        </pc:picChg>
      </pc:sldChg>
      <pc:sldChg chg="addSp delSp modSp add mod">
        <pc:chgData name="CHAIENE MERCEDES DA SILVA MINELLA" userId="03c40756-137a-4d89-92ad-627326a1a7b4" providerId="ADAL" clId="{0371D10D-19BC-4906-BDBA-E86A4D77EC5F}" dt="2024-08-19T13:50:41.418" v="256" actId="1076"/>
        <pc:sldMkLst>
          <pc:docMk/>
          <pc:sldMk cId="3832104" sldId="281"/>
        </pc:sldMkLst>
        <pc:spChg chg="del">
          <ac:chgData name="CHAIENE MERCEDES DA SILVA MINELLA" userId="03c40756-137a-4d89-92ad-627326a1a7b4" providerId="ADAL" clId="{0371D10D-19BC-4906-BDBA-E86A4D77EC5F}" dt="2024-08-19T13:49:36.918" v="252" actId="478"/>
          <ac:spMkLst>
            <pc:docMk/>
            <pc:sldMk cId="3832104" sldId="281"/>
            <ac:spMk id="6" creationId="{1BFF8808-94E3-65DC-246A-8304410D342E}"/>
          </ac:spMkLst>
        </pc:spChg>
        <pc:picChg chg="add del mod">
          <ac:chgData name="CHAIENE MERCEDES DA SILVA MINELLA" userId="03c40756-137a-4d89-92ad-627326a1a7b4" providerId="ADAL" clId="{0371D10D-19BC-4906-BDBA-E86A4D77EC5F}" dt="2024-08-19T13:50:39.461" v="254" actId="478"/>
          <ac:picMkLst>
            <pc:docMk/>
            <pc:sldMk cId="3832104" sldId="281"/>
            <ac:picMk id="4" creationId="{63A7A181-4456-F54C-8D0E-89C12CC90B67}"/>
          </ac:picMkLst>
        </pc:picChg>
        <pc:picChg chg="add mod">
          <ac:chgData name="CHAIENE MERCEDES DA SILVA MINELLA" userId="03c40756-137a-4d89-92ad-627326a1a7b4" providerId="ADAL" clId="{0371D10D-19BC-4906-BDBA-E86A4D77EC5F}" dt="2024-08-19T13:50:41.418" v="256" actId="1076"/>
          <ac:picMkLst>
            <pc:docMk/>
            <pc:sldMk cId="3832104" sldId="281"/>
            <ac:picMk id="10" creationId="{6E841AE5-71DD-D4FE-3C12-9AF9952C68F8}"/>
          </ac:picMkLst>
        </pc:picChg>
      </pc:sldChg>
      <pc:sldChg chg="addSp delSp modSp add del mod">
        <pc:chgData name="CHAIENE MERCEDES DA SILVA MINELLA" userId="03c40756-137a-4d89-92ad-627326a1a7b4" providerId="ADAL" clId="{0371D10D-19BC-4906-BDBA-E86A4D77EC5F}" dt="2024-08-19T13:41:32.648" v="216" actId="47"/>
        <pc:sldMkLst>
          <pc:docMk/>
          <pc:sldMk cId="2585835327" sldId="281"/>
        </pc:sldMkLst>
        <pc:picChg chg="add mod">
          <ac:chgData name="CHAIENE MERCEDES DA SILVA MINELLA" userId="03c40756-137a-4d89-92ad-627326a1a7b4" providerId="ADAL" clId="{0371D10D-19BC-4906-BDBA-E86A4D77EC5F}" dt="2024-08-19T13:40:40.818" v="214" actId="1076"/>
          <ac:picMkLst>
            <pc:docMk/>
            <pc:sldMk cId="2585835327" sldId="281"/>
            <ac:picMk id="4" creationId="{6E96EA06-4332-D2CC-B0EB-523CAE40547C}"/>
          </ac:picMkLst>
        </pc:picChg>
        <pc:picChg chg="del">
          <ac:chgData name="CHAIENE MERCEDES DA SILVA MINELLA" userId="03c40756-137a-4d89-92ad-627326a1a7b4" providerId="ADAL" clId="{0371D10D-19BC-4906-BDBA-E86A4D77EC5F}" dt="2024-08-19T13:40:26.154" v="207" actId="478"/>
          <ac:picMkLst>
            <pc:docMk/>
            <pc:sldMk cId="2585835327" sldId="281"/>
            <ac:picMk id="10" creationId="{B9090DD3-387D-A991-26C2-462631ADAD1F}"/>
          </ac:picMkLst>
        </pc:picChg>
      </pc:sldChg>
      <pc:sldChg chg="add del">
        <pc:chgData name="CHAIENE MERCEDES DA SILVA MINELLA" userId="03c40756-137a-4d89-92ad-627326a1a7b4" providerId="ADAL" clId="{0371D10D-19BC-4906-BDBA-E86A4D77EC5F}" dt="2024-08-19T13:40:09.203" v="195" actId="47"/>
        <pc:sldMkLst>
          <pc:docMk/>
          <pc:sldMk cId="2805769343" sldId="281"/>
        </pc:sldMkLst>
      </pc:sldChg>
      <pc:sldChg chg="add del">
        <pc:chgData name="CHAIENE MERCEDES DA SILVA MINELLA" userId="03c40756-137a-4d89-92ad-627326a1a7b4" providerId="ADAL" clId="{0371D10D-19BC-4906-BDBA-E86A4D77EC5F}" dt="2024-08-19T13:41:32.648" v="216" actId="47"/>
        <pc:sldMkLst>
          <pc:docMk/>
          <pc:sldMk cId="2843526331" sldId="282"/>
        </pc:sldMkLst>
      </pc:sldChg>
      <pc:sldChg chg="modSp add mod">
        <pc:chgData name="CHAIENE MERCEDES DA SILVA MINELLA" userId="03c40756-137a-4d89-92ad-627326a1a7b4" providerId="ADAL" clId="{0371D10D-19BC-4906-BDBA-E86A4D77EC5F}" dt="2024-08-19T13:52:29.619" v="288" actId="12"/>
        <pc:sldMkLst>
          <pc:docMk/>
          <pc:sldMk cId="3275730986" sldId="282"/>
        </pc:sldMkLst>
        <pc:spChg chg="mod">
          <ac:chgData name="CHAIENE MERCEDES DA SILVA MINELLA" userId="03c40756-137a-4d89-92ad-627326a1a7b4" providerId="ADAL" clId="{0371D10D-19BC-4906-BDBA-E86A4D77EC5F}" dt="2024-08-19T13:52:29.619" v="288" actId="12"/>
          <ac:spMkLst>
            <pc:docMk/>
            <pc:sldMk cId="3275730986" sldId="282"/>
            <ac:spMk id="6" creationId="{1BFF8808-94E3-65DC-246A-8304410D342E}"/>
          </ac:spMkLst>
        </pc:spChg>
      </pc:sldChg>
      <pc:sldChg chg="modSp add mod">
        <pc:chgData name="CHAIENE MERCEDES DA SILVA MINELLA" userId="03c40756-137a-4d89-92ad-627326a1a7b4" providerId="ADAL" clId="{0371D10D-19BC-4906-BDBA-E86A4D77EC5F}" dt="2024-08-19T13:53:20.109" v="293" actId="27636"/>
        <pc:sldMkLst>
          <pc:docMk/>
          <pc:sldMk cId="2492688550" sldId="283"/>
        </pc:sldMkLst>
        <pc:spChg chg="mod">
          <ac:chgData name="CHAIENE MERCEDES DA SILVA MINELLA" userId="03c40756-137a-4d89-92ad-627326a1a7b4" providerId="ADAL" clId="{0371D10D-19BC-4906-BDBA-E86A4D77EC5F}" dt="2024-08-19T13:53:20.109" v="293" actId="27636"/>
          <ac:spMkLst>
            <pc:docMk/>
            <pc:sldMk cId="2492688550" sldId="283"/>
            <ac:spMk id="6" creationId="{1BFF8808-94E3-65DC-246A-8304410D342E}"/>
          </ac:spMkLst>
        </pc:spChg>
      </pc:sldChg>
      <pc:sldChg chg="add">
        <pc:chgData name="CHAIENE MERCEDES DA SILVA MINELLA" userId="03c40756-137a-4d89-92ad-627326a1a7b4" providerId="ADAL" clId="{0371D10D-19BC-4906-BDBA-E86A4D77EC5F}" dt="2024-08-19T13:55:10.029" v="294"/>
        <pc:sldMkLst>
          <pc:docMk/>
          <pc:sldMk cId="2889437883" sldId="284"/>
        </pc:sldMkLst>
      </pc:sldChg>
      <pc:sldChg chg="modSp add mod">
        <pc:chgData name="CHAIENE MERCEDES DA SILVA MINELLA" userId="03c40756-137a-4d89-92ad-627326a1a7b4" providerId="ADAL" clId="{0371D10D-19BC-4906-BDBA-E86A4D77EC5F}" dt="2024-08-19T14:24:50.001" v="405" actId="20577"/>
        <pc:sldMkLst>
          <pc:docMk/>
          <pc:sldMk cId="1364521500" sldId="285"/>
        </pc:sldMkLst>
        <pc:spChg chg="mod">
          <ac:chgData name="CHAIENE MERCEDES DA SILVA MINELLA" userId="03c40756-137a-4d89-92ad-627326a1a7b4" providerId="ADAL" clId="{0371D10D-19BC-4906-BDBA-E86A4D77EC5F}" dt="2024-08-19T14:24:50.001" v="405" actId="20577"/>
          <ac:spMkLst>
            <pc:docMk/>
            <pc:sldMk cId="1364521500" sldId="285"/>
            <ac:spMk id="6" creationId="{1BFF8808-94E3-65DC-246A-8304410D342E}"/>
          </ac:spMkLst>
        </pc:spChg>
      </pc:sldChg>
      <pc:sldChg chg="modSp add mod">
        <pc:chgData name="CHAIENE MERCEDES DA SILVA MINELLA" userId="03c40756-137a-4d89-92ad-627326a1a7b4" providerId="ADAL" clId="{0371D10D-19BC-4906-BDBA-E86A4D77EC5F}" dt="2024-08-19T14:24:46.610" v="404" actId="20577"/>
        <pc:sldMkLst>
          <pc:docMk/>
          <pc:sldMk cId="2533211133" sldId="286"/>
        </pc:sldMkLst>
        <pc:spChg chg="mod">
          <ac:chgData name="CHAIENE MERCEDES DA SILVA MINELLA" userId="03c40756-137a-4d89-92ad-627326a1a7b4" providerId="ADAL" clId="{0371D10D-19BC-4906-BDBA-E86A4D77EC5F}" dt="2024-08-19T14:24:46.610" v="404" actId="20577"/>
          <ac:spMkLst>
            <pc:docMk/>
            <pc:sldMk cId="2533211133" sldId="286"/>
            <ac:spMk id="6" creationId="{1BFF8808-94E3-65DC-246A-8304410D342E}"/>
          </ac:spMkLst>
        </pc:spChg>
      </pc:sldChg>
      <pc:sldChg chg="modSp add mod">
        <pc:chgData name="CHAIENE MERCEDES DA SILVA MINELLA" userId="03c40756-137a-4d89-92ad-627326a1a7b4" providerId="ADAL" clId="{0371D10D-19BC-4906-BDBA-E86A4D77EC5F}" dt="2024-08-19T14:24:43.805" v="403" actId="20577"/>
        <pc:sldMkLst>
          <pc:docMk/>
          <pc:sldMk cId="121355430" sldId="287"/>
        </pc:sldMkLst>
        <pc:spChg chg="mod">
          <ac:chgData name="CHAIENE MERCEDES DA SILVA MINELLA" userId="03c40756-137a-4d89-92ad-627326a1a7b4" providerId="ADAL" clId="{0371D10D-19BC-4906-BDBA-E86A4D77EC5F}" dt="2024-08-19T14:24:43.805" v="403" actId="20577"/>
          <ac:spMkLst>
            <pc:docMk/>
            <pc:sldMk cId="121355430" sldId="287"/>
            <ac:spMk id="6" creationId="{1BFF8808-94E3-65DC-246A-8304410D342E}"/>
          </ac:spMkLst>
        </pc:spChg>
      </pc:sldChg>
      <pc:sldChg chg="modSp add mod">
        <pc:chgData name="CHAIENE MERCEDES DA SILVA MINELLA" userId="03c40756-137a-4d89-92ad-627326a1a7b4" providerId="ADAL" clId="{0371D10D-19BC-4906-BDBA-E86A4D77EC5F}" dt="2024-08-19T14:25:34.806" v="437" actId="20577"/>
        <pc:sldMkLst>
          <pc:docMk/>
          <pc:sldMk cId="645400032" sldId="288"/>
        </pc:sldMkLst>
        <pc:spChg chg="mod">
          <ac:chgData name="CHAIENE MERCEDES DA SILVA MINELLA" userId="03c40756-137a-4d89-92ad-627326a1a7b4" providerId="ADAL" clId="{0371D10D-19BC-4906-BDBA-E86A4D77EC5F}" dt="2024-08-19T14:25:34.806" v="437" actId="20577"/>
          <ac:spMkLst>
            <pc:docMk/>
            <pc:sldMk cId="645400032" sldId="288"/>
            <ac:spMk id="6" creationId="{1BFF8808-94E3-65DC-246A-8304410D342E}"/>
          </ac:spMkLst>
        </pc:spChg>
      </pc:sldChg>
      <pc:sldChg chg="modSp add mod">
        <pc:chgData name="CHAIENE MERCEDES DA SILVA MINELLA" userId="03c40756-137a-4d89-92ad-627326a1a7b4" providerId="ADAL" clId="{0371D10D-19BC-4906-BDBA-E86A4D77EC5F}" dt="2024-08-19T14:25:42.335" v="450" actId="20577"/>
        <pc:sldMkLst>
          <pc:docMk/>
          <pc:sldMk cId="1441747753" sldId="289"/>
        </pc:sldMkLst>
        <pc:spChg chg="mod">
          <ac:chgData name="CHAIENE MERCEDES DA SILVA MINELLA" userId="03c40756-137a-4d89-92ad-627326a1a7b4" providerId="ADAL" clId="{0371D10D-19BC-4906-BDBA-E86A4D77EC5F}" dt="2024-08-19T14:25:42.335" v="450" actId="20577"/>
          <ac:spMkLst>
            <pc:docMk/>
            <pc:sldMk cId="1441747753" sldId="289"/>
            <ac:spMk id="6" creationId="{1BFF8808-94E3-65DC-246A-8304410D342E}"/>
          </ac:spMkLst>
        </pc:spChg>
      </pc:sldChg>
      <pc:sldChg chg="modSp add mod">
        <pc:chgData name="CHAIENE MERCEDES DA SILVA MINELLA" userId="03c40756-137a-4d89-92ad-627326a1a7b4" providerId="ADAL" clId="{0371D10D-19BC-4906-BDBA-E86A4D77EC5F}" dt="2024-08-19T14:24:09.269" v="398" actId="20577"/>
        <pc:sldMkLst>
          <pc:docMk/>
          <pc:sldMk cId="1202693353" sldId="290"/>
        </pc:sldMkLst>
        <pc:spChg chg="mod">
          <ac:chgData name="CHAIENE MERCEDES DA SILVA MINELLA" userId="03c40756-137a-4d89-92ad-627326a1a7b4" providerId="ADAL" clId="{0371D10D-19BC-4906-BDBA-E86A4D77EC5F}" dt="2024-08-19T14:24:09.269" v="398" actId="20577"/>
          <ac:spMkLst>
            <pc:docMk/>
            <pc:sldMk cId="1202693353" sldId="290"/>
            <ac:spMk id="6" creationId="{1BFF8808-94E3-65DC-246A-8304410D342E}"/>
          </ac:spMkLst>
        </pc:spChg>
      </pc:sldChg>
      <pc:sldChg chg="modSp add mod">
        <pc:chgData name="CHAIENE MERCEDES DA SILVA MINELLA" userId="03c40756-137a-4d89-92ad-627326a1a7b4" providerId="ADAL" clId="{0371D10D-19BC-4906-BDBA-E86A4D77EC5F}" dt="2024-08-19T14:24:23.250" v="400" actId="207"/>
        <pc:sldMkLst>
          <pc:docMk/>
          <pc:sldMk cId="2814418719" sldId="291"/>
        </pc:sldMkLst>
        <pc:spChg chg="mod">
          <ac:chgData name="CHAIENE MERCEDES DA SILVA MINELLA" userId="03c40756-137a-4d89-92ad-627326a1a7b4" providerId="ADAL" clId="{0371D10D-19BC-4906-BDBA-E86A4D77EC5F}" dt="2024-08-19T14:24:23.250" v="400" actId="207"/>
          <ac:spMkLst>
            <pc:docMk/>
            <pc:sldMk cId="2814418719" sldId="291"/>
            <ac:spMk id="6" creationId="{1BFF8808-94E3-65DC-246A-8304410D342E}"/>
          </ac:spMkLst>
        </pc:spChg>
      </pc:sldChg>
      <pc:sldChg chg="add">
        <pc:chgData name="CHAIENE MERCEDES DA SILVA MINELLA" userId="03c40756-137a-4d89-92ad-627326a1a7b4" providerId="ADAL" clId="{0371D10D-19BC-4906-BDBA-E86A4D77EC5F}" dt="2024-08-19T14:26:57.483" v="451"/>
        <pc:sldMkLst>
          <pc:docMk/>
          <pc:sldMk cId="1185076000" sldId="292"/>
        </pc:sldMkLst>
      </pc:sldChg>
      <pc:sldChg chg="addSp delSp modSp add mod">
        <pc:chgData name="CHAIENE MERCEDES DA SILVA MINELLA" userId="03c40756-137a-4d89-92ad-627326a1a7b4" providerId="ADAL" clId="{0371D10D-19BC-4906-BDBA-E86A4D77EC5F}" dt="2024-08-19T14:34:23.571" v="616" actId="1076"/>
        <pc:sldMkLst>
          <pc:docMk/>
          <pc:sldMk cId="312483157" sldId="293"/>
        </pc:sldMkLst>
        <pc:spChg chg="add mod">
          <ac:chgData name="CHAIENE MERCEDES DA SILVA MINELLA" userId="03c40756-137a-4d89-92ad-627326a1a7b4" providerId="ADAL" clId="{0371D10D-19BC-4906-BDBA-E86A4D77EC5F}" dt="2024-08-19T14:32:10.456" v="611"/>
          <ac:spMkLst>
            <pc:docMk/>
            <pc:sldMk cId="312483157" sldId="293"/>
            <ac:spMk id="4" creationId="{84F30A83-973C-EAA2-A962-EE906AAED059}"/>
          </ac:spMkLst>
        </pc:spChg>
        <pc:spChg chg="mod">
          <ac:chgData name="CHAIENE MERCEDES DA SILVA MINELLA" userId="03c40756-137a-4d89-92ad-627326a1a7b4" providerId="ADAL" clId="{0371D10D-19BC-4906-BDBA-E86A4D77EC5F}" dt="2024-08-19T14:29:45.620" v="566" actId="20577"/>
          <ac:spMkLst>
            <pc:docMk/>
            <pc:sldMk cId="312483157" sldId="293"/>
            <ac:spMk id="7" creationId="{672694DF-947B-20A2-DEDC-3E9F8FBAFCD3}"/>
          </ac:spMkLst>
        </pc:spChg>
        <pc:spChg chg="mod">
          <ac:chgData name="CHAIENE MERCEDES DA SILVA MINELLA" userId="03c40756-137a-4d89-92ad-627326a1a7b4" providerId="ADAL" clId="{0371D10D-19BC-4906-BDBA-E86A4D77EC5F}" dt="2024-08-19T14:30:05.011" v="569" actId="6549"/>
          <ac:spMkLst>
            <pc:docMk/>
            <pc:sldMk cId="312483157" sldId="293"/>
            <ac:spMk id="10" creationId="{A435F902-604E-575B-2703-F58CA605867E}"/>
          </ac:spMkLst>
        </pc:spChg>
        <pc:picChg chg="add del">
          <ac:chgData name="CHAIENE MERCEDES DA SILVA MINELLA" userId="03c40756-137a-4d89-92ad-627326a1a7b4" providerId="ADAL" clId="{0371D10D-19BC-4906-BDBA-E86A4D77EC5F}" dt="2024-08-19T14:33:27.710" v="613" actId="478"/>
          <ac:picMkLst>
            <pc:docMk/>
            <pc:sldMk cId="312483157" sldId="293"/>
            <ac:picMk id="11" creationId="{B5802B39-15CE-C631-06E6-35F3C2DB9F4C}"/>
          </ac:picMkLst>
        </pc:picChg>
        <pc:picChg chg="add mod">
          <ac:chgData name="CHAIENE MERCEDES DA SILVA MINELLA" userId="03c40756-137a-4d89-92ad-627326a1a7b4" providerId="ADAL" clId="{0371D10D-19BC-4906-BDBA-E86A4D77EC5F}" dt="2024-08-19T14:34:23.571" v="616" actId="1076"/>
          <ac:picMkLst>
            <pc:docMk/>
            <pc:sldMk cId="312483157" sldId="293"/>
            <ac:picMk id="13" creationId="{54D192AE-31DF-295C-519E-DC387F3B6CAA}"/>
          </ac:picMkLst>
        </pc:picChg>
      </pc:sldChg>
      <pc:sldChg chg="addSp delSp modSp add mod ord">
        <pc:chgData name="CHAIENE MERCEDES DA SILVA MINELLA" userId="03c40756-137a-4d89-92ad-627326a1a7b4" providerId="ADAL" clId="{0371D10D-19BC-4906-BDBA-E86A4D77EC5F}" dt="2024-08-19T14:37:43.110" v="632"/>
        <pc:sldMkLst>
          <pc:docMk/>
          <pc:sldMk cId="321113302" sldId="294"/>
        </pc:sldMkLst>
        <pc:spChg chg="mod">
          <ac:chgData name="CHAIENE MERCEDES DA SILVA MINELLA" userId="03c40756-137a-4d89-92ad-627326a1a7b4" providerId="ADAL" clId="{0371D10D-19BC-4906-BDBA-E86A4D77EC5F}" dt="2024-08-19T14:35:14.088" v="628" actId="20577"/>
          <ac:spMkLst>
            <pc:docMk/>
            <pc:sldMk cId="321113302" sldId="294"/>
            <ac:spMk id="7" creationId="{672694DF-947B-20A2-DEDC-3E9F8FBAFCD3}"/>
          </ac:spMkLst>
        </pc:spChg>
        <pc:picChg chg="add mod">
          <ac:chgData name="CHAIENE MERCEDES DA SILVA MINELLA" userId="03c40756-137a-4d89-92ad-627326a1a7b4" providerId="ADAL" clId="{0371D10D-19BC-4906-BDBA-E86A4D77EC5F}" dt="2024-08-19T14:37:25.130" v="630"/>
          <ac:picMkLst>
            <pc:docMk/>
            <pc:sldMk cId="321113302" sldId="294"/>
            <ac:picMk id="4" creationId="{C1F1CFF8-B374-2A77-89F3-2D5919237F36}"/>
          </ac:picMkLst>
        </pc:picChg>
        <pc:picChg chg="del">
          <ac:chgData name="CHAIENE MERCEDES DA SILVA MINELLA" userId="03c40756-137a-4d89-92ad-627326a1a7b4" providerId="ADAL" clId="{0371D10D-19BC-4906-BDBA-E86A4D77EC5F}" dt="2024-08-19T14:35:16.462" v="629" actId="478"/>
          <ac:picMkLst>
            <pc:docMk/>
            <pc:sldMk cId="321113302" sldId="294"/>
            <ac:picMk id="10" creationId="{6E841AE5-71DD-D4FE-3C12-9AF9952C68F8}"/>
          </ac:picMkLst>
        </pc:picChg>
      </pc:sldChg>
    </pc:docChg>
  </pc:docChgLst>
  <pc:docChgLst>
    <pc:chgData name="CHAIENE MERCEDES DA SILVA MINELLA" userId="03c40756-137a-4d89-92ad-627326a1a7b4" providerId="ADAL" clId="{A4377273-91AB-4562-84FE-83825C87D442}"/>
    <pc:docChg chg="undo custSel addSld delSld modSld">
      <pc:chgData name="CHAIENE MERCEDES DA SILVA MINELLA" userId="03c40756-137a-4d89-92ad-627326a1a7b4" providerId="ADAL" clId="{A4377273-91AB-4562-84FE-83825C87D442}" dt="2024-08-24T14:41:37.365" v="1362" actId="1076"/>
      <pc:docMkLst>
        <pc:docMk/>
      </pc:docMkLst>
      <pc:sldChg chg="addSp modSp mod">
        <pc:chgData name="CHAIENE MERCEDES DA SILVA MINELLA" userId="03c40756-137a-4d89-92ad-627326a1a7b4" providerId="ADAL" clId="{A4377273-91AB-4562-84FE-83825C87D442}" dt="2024-08-24T13:47:25.481" v="129" actId="113"/>
        <pc:sldMkLst>
          <pc:docMk/>
          <pc:sldMk cId="2210866551" sldId="256"/>
        </pc:sldMkLst>
        <pc:spChg chg="mod">
          <ac:chgData name="CHAIENE MERCEDES DA SILVA MINELLA" userId="03c40756-137a-4d89-92ad-627326a1a7b4" providerId="ADAL" clId="{A4377273-91AB-4562-84FE-83825C87D442}" dt="2024-08-24T13:47:07.378" v="105" actId="1035"/>
          <ac:spMkLst>
            <pc:docMk/>
            <pc:sldMk cId="2210866551" sldId="256"/>
            <ac:spMk id="2" creationId="{7649E1A2-7D89-7CBC-8D2D-6002CD61BF6B}"/>
          </ac:spMkLst>
        </pc:spChg>
        <pc:spChg chg="add mod">
          <ac:chgData name="CHAIENE MERCEDES DA SILVA MINELLA" userId="03c40756-137a-4d89-92ad-627326a1a7b4" providerId="ADAL" clId="{A4377273-91AB-4562-84FE-83825C87D442}" dt="2024-08-24T13:47:25.481" v="129" actId="113"/>
          <ac:spMkLst>
            <pc:docMk/>
            <pc:sldMk cId="2210866551" sldId="256"/>
            <ac:spMk id="3" creationId="{18961497-BAEA-30D2-AC88-9DD8B006945D}"/>
          </ac:spMkLst>
        </pc:spChg>
        <pc:spChg chg="mod">
          <ac:chgData name="CHAIENE MERCEDES DA SILVA MINELLA" userId="03c40756-137a-4d89-92ad-627326a1a7b4" providerId="ADAL" clId="{A4377273-91AB-4562-84FE-83825C87D442}" dt="2024-08-24T13:46:23.319" v="40" actId="20577"/>
          <ac:spMkLst>
            <pc:docMk/>
            <pc:sldMk cId="2210866551" sldId="256"/>
            <ac:spMk id="8" creationId="{B8889E4C-4AA4-1FF5-58D9-B3FC5A215783}"/>
          </ac:spMkLst>
        </pc:spChg>
        <pc:spChg chg="mod">
          <ac:chgData name="CHAIENE MERCEDES DA SILVA MINELLA" userId="03c40756-137a-4d89-92ad-627326a1a7b4" providerId="ADAL" clId="{A4377273-91AB-4562-84FE-83825C87D442}" dt="2024-08-24T13:47:18.191" v="128" actId="1037"/>
          <ac:spMkLst>
            <pc:docMk/>
            <pc:sldMk cId="2210866551" sldId="256"/>
            <ac:spMk id="10" creationId="{F0B08757-A853-AEC5-7B90-B66967D948D2}"/>
          </ac:spMkLst>
        </pc:spChg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3404731957" sldId="257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3448072053" sldId="259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4280229060" sldId="260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2775486796" sldId="275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483292258" sldId="276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724103821" sldId="277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1779731719" sldId="278"/>
        </pc:sldMkLst>
      </pc:sldChg>
      <pc:sldChg chg="addSp delSp modSp mod">
        <pc:chgData name="CHAIENE MERCEDES DA SILVA MINELLA" userId="03c40756-137a-4d89-92ad-627326a1a7b4" providerId="ADAL" clId="{A4377273-91AB-4562-84FE-83825C87D442}" dt="2024-08-24T13:48:51.388" v="169" actId="6549"/>
        <pc:sldMkLst>
          <pc:docMk/>
          <pc:sldMk cId="1642007971" sldId="279"/>
        </pc:sldMkLst>
        <pc:spChg chg="add mod">
          <ac:chgData name="CHAIENE MERCEDES DA SILVA MINELLA" userId="03c40756-137a-4d89-92ad-627326a1a7b4" providerId="ADAL" clId="{A4377273-91AB-4562-84FE-83825C87D442}" dt="2024-08-24T13:48:51.388" v="169" actId="6549"/>
          <ac:spMkLst>
            <pc:docMk/>
            <pc:sldMk cId="1642007971" sldId="279"/>
            <ac:spMk id="4" creationId="{43AF4F00-078B-C7EE-288D-E0400C9C742D}"/>
          </ac:spMkLst>
        </pc:spChg>
        <pc:spChg chg="mod">
          <ac:chgData name="CHAIENE MERCEDES DA SILVA MINELLA" userId="03c40756-137a-4d89-92ad-627326a1a7b4" providerId="ADAL" clId="{A4377273-91AB-4562-84FE-83825C87D442}" dt="2024-08-24T13:47:40.650" v="156" actId="20577"/>
          <ac:spMkLst>
            <pc:docMk/>
            <pc:sldMk cId="1642007971" sldId="279"/>
            <ac:spMk id="7" creationId="{672694DF-947B-20A2-DEDC-3E9F8FBAFCD3}"/>
          </ac:spMkLst>
        </pc:spChg>
        <pc:picChg chg="del">
          <ac:chgData name="CHAIENE MERCEDES DA SILVA MINELLA" userId="03c40756-137a-4d89-92ad-627326a1a7b4" providerId="ADAL" clId="{A4377273-91AB-4562-84FE-83825C87D442}" dt="2024-08-24T13:45:44.272" v="22" actId="478"/>
          <ac:picMkLst>
            <pc:docMk/>
            <pc:sldMk cId="1642007971" sldId="279"/>
            <ac:picMk id="6" creationId="{E74C7ACE-55F7-8D53-5541-C6AA84795B2F}"/>
          </ac:picMkLst>
        </pc:picChg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3089061673" sldId="280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3832104" sldId="281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3275730986" sldId="282"/>
        </pc:sldMkLst>
      </pc:sldChg>
      <pc:sldChg chg="addSp delSp modSp mod modAnim">
        <pc:chgData name="CHAIENE MERCEDES DA SILVA MINELLA" userId="03c40756-137a-4d89-92ad-627326a1a7b4" providerId="ADAL" clId="{A4377273-91AB-4562-84FE-83825C87D442}" dt="2024-08-24T14:16:03.955" v="505" actId="1076"/>
        <pc:sldMkLst>
          <pc:docMk/>
          <pc:sldMk cId="2492688550" sldId="283"/>
        </pc:sldMkLst>
        <pc:spChg chg="del">
          <ac:chgData name="CHAIENE MERCEDES DA SILVA MINELLA" userId="03c40756-137a-4d89-92ad-627326a1a7b4" providerId="ADAL" clId="{A4377273-91AB-4562-84FE-83825C87D442}" dt="2024-08-24T14:12:32.611" v="480" actId="478"/>
          <ac:spMkLst>
            <pc:docMk/>
            <pc:sldMk cId="2492688550" sldId="283"/>
            <ac:spMk id="6" creationId="{1BFF8808-94E3-65DC-246A-8304410D342E}"/>
          </ac:spMkLst>
        </pc:spChg>
        <pc:spChg chg="mod">
          <ac:chgData name="CHAIENE MERCEDES DA SILVA MINELLA" userId="03c40756-137a-4d89-92ad-627326a1a7b4" providerId="ADAL" clId="{A4377273-91AB-4562-84FE-83825C87D442}" dt="2024-08-24T14:12:29.388" v="479" actId="20577"/>
          <ac:spMkLst>
            <pc:docMk/>
            <pc:sldMk cId="2492688550" sldId="283"/>
            <ac:spMk id="7" creationId="{672694DF-947B-20A2-DEDC-3E9F8FBAFCD3}"/>
          </ac:spMkLst>
        </pc:spChg>
        <pc:picChg chg="add mod">
          <ac:chgData name="CHAIENE MERCEDES DA SILVA MINELLA" userId="03c40756-137a-4d89-92ad-627326a1a7b4" providerId="ADAL" clId="{A4377273-91AB-4562-84FE-83825C87D442}" dt="2024-08-24T14:15:54.746" v="502" actId="1076"/>
          <ac:picMkLst>
            <pc:docMk/>
            <pc:sldMk cId="2492688550" sldId="283"/>
            <ac:picMk id="4" creationId="{78FA92EB-93B1-CE27-6DE4-D3273D79A3F1}"/>
          </ac:picMkLst>
        </pc:picChg>
        <pc:picChg chg="add mod">
          <ac:chgData name="CHAIENE MERCEDES DA SILVA MINELLA" userId="03c40756-137a-4d89-92ad-627326a1a7b4" providerId="ADAL" clId="{A4377273-91AB-4562-84FE-83825C87D442}" dt="2024-08-24T14:15:57.874" v="503" actId="1076"/>
          <ac:picMkLst>
            <pc:docMk/>
            <pc:sldMk cId="2492688550" sldId="283"/>
            <ac:picMk id="10" creationId="{9644D30B-1DD2-DEA4-309C-95D31A0B6003}"/>
          </ac:picMkLst>
        </pc:picChg>
        <pc:picChg chg="add mod">
          <ac:chgData name="CHAIENE MERCEDES DA SILVA MINELLA" userId="03c40756-137a-4d89-92ad-627326a1a7b4" providerId="ADAL" clId="{A4377273-91AB-4562-84FE-83825C87D442}" dt="2024-08-24T14:16:00.552" v="504" actId="1076"/>
          <ac:picMkLst>
            <pc:docMk/>
            <pc:sldMk cId="2492688550" sldId="283"/>
            <ac:picMk id="11" creationId="{EEA8295E-3292-8FCF-B3B6-155C9CAA7402}"/>
          </ac:picMkLst>
        </pc:picChg>
        <pc:picChg chg="add mod">
          <ac:chgData name="CHAIENE MERCEDES DA SILVA MINELLA" userId="03c40756-137a-4d89-92ad-627326a1a7b4" providerId="ADAL" clId="{A4377273-91AB-4562-84FE-83825C87D442}" dt="2024-08-24T14:16:03.955" v="505" actId="1076"/>
          <ac:picMkLst>
            <pc:docMk/>
            <pc:sldMk cId="2492688550" sldId="283"/>
            <ac:picMk id="12" creationId="{CC46DFDE-4AF5-A106-4A7E-9517B803B6DB}"/>
          </ac:picMkLst>
        </pc:picChg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2889437883" sldId="284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1364521500" sldId="285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2533211133" sldId="286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121355430" sldId="287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645400032" sldId="288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1441747753" sldId="289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1202693353" sldId="290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2814418719" sldId="291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1185076000" sldId="292"/>
        </pc:sldMkLst>
      </pc:sldChg>
      <pc:sldChg chg="del">
        <pc:chgData name="CHAIENE MERCEDES DA SILVA MINELLA" userId="03c40756-137a-4d89-92ad-627326a1a7b4" providerId="ADAL" clId="{A4377273-91AB-4562-84FE-83825C87D442}" dt="2024-08-24T13:45:57.837" v="23" actId="47"/>
        <pc:sldMkLst>
          <pc:docMk/>
          <pc:sldMk cId="312483157" sldId="293"/>
        </pc:sldMkLst>
      </pc:sldChg>
      <pc:sldChg chg="modSp add mod">
        <pc:chgData name="CHAIENE MERCEDES DA SILVA MINELLA" userId="03c40756-137a-4d89-92ad-627326a1a7b4" providerId="ADAL" clId="{A4377273-91AB-4562-84FE-83825C87D442}" dt="2024-08-24T13:50:28.967" v="184" actId="115"/>
        <pc:sldMkLst>
          <pc:docMk/>
          <pc:sldMk cId="134102021" sldId="295"/>
        </pc:sldMkLst>
        <pc:spChg chg="mod">
          <ac:chgData name="CHAIENE MERCEDES DA SILVA MINELLA" userId="03c40756-137a-4d89-92ad-627326a1a7b4" providerId="ADAL" clId="{A4377273-91AB-4562-84FE-83825C87D442}" dt="2024-08-24T13:50:28.967" v="184" actId="115"/>
          <ac:spMkLst>
            <pc:docMk/>
            <pc:sldMk cId="134102021" sldId="295"/>
            <ac:spMk id="4" creationId="{43AF4F00-078B-C7EE-288D-E0400C9C742D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3:50:23.559" v="183" actId="115"/>
        <pc:sldMkLst>
          <pc:docMk/>
          <pc:sldMk cId="1524509628" sldId="296"/>
        </pc:sldMkLst>
        <pc:spChg chg="mod">
          <ac:chgData name="CHAIENE MERCEDES DA SILVA MINELLA" userId="03c40756-137a-4d89-92ad-627326a1a7b4" providerId="ADAL" clId="{A4377273-91AB-4562-84FE-83825C87D442}" dt="2024-08-24T13:50:23.559" v="183" actId="115"/>
          <ac:spMkLst>
            <pc:docMk/>
            <pc:sldMk cId="1524509628" sldId="296"/>
            <ac:spMk id="4" creationId="{43AF4F00-078B-C7EE-288D-E0400C9C742D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3:51:59.469" v="205" actId="27636"/>
        <pc:sldMkLst>
          <pc:docMk/>
          <pc:sldMk cId="2472171704" sldId="297"/>
        </pc:sldMkLst>
        <pc:spChg chg="mod">
          <ac:chgData name="CHAIENE MERCEDES DA SILVA MINELLA" userId="03c40756-137a-4d89-92ad-627326a1a7b4" providerId="ADAL" clId="{A4377273-91AB-4562-84FE-83825C87D442}" dt="2024-08-24T13:51:59.469" v="205" actId="27636"/>
          <ac:spMkLst>
            <pc:docMk/>
            <pc:sldMk cId="2472171704" sldId="297"/>
            <ac:spMk id="4" creationId="{43AF4F00-078B-C7EE-288D-E0400C9C742D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3:52:46.493" v="212" actId="27636"/>
        <pc:sldMkLst>
          <pc:docMk/>
          <pc:sldMk cId="1066568388" sldId="298"/>
        </pc:sldMkLst>
        <pc:spChg chg="mod">
          <ac:chgData name="CHAIENE MERCEDES DA SILVA MINELLA" userId="03c40756-137a-4d89-92ad-627326a1a7b4" providerId="ADAL" clId="{A4377273-91AB-4562-84FE-83825C87D442}" dt="2024-08-24T13:52:46.493" v="212" actId="27636"/>
          <ac:spMkLst>
            <pc:docMk/>
            <pc:sldMk cId="1066568388" sldId="298"/>
            <ac:spMk id="4" creationId="{43AF4F00-078B-C7EE-288D-E0400C9C742D}"/>
          </ac:spMkLst>
        </pc:spChg>
      </pc:sldChg>
      <pc:sldChg chg="addSp delSp modSp add mod">
        <pc:chgData name="CHAIENE MERCEDES DA SILVA MINELLA" userId="03c40756-137a-4d89-92ad-627326a1a7b4" providerId="ADAL" clId="{A4377273-91AB-4562-84FE-83825C87D442}" dt="2024-08-24T13:54:10.615" v="252" actId="115"/>
        <pc:sldMkLst>
          <pc:docMk/>
          <pc:sldMk cId="3349752103" sldId="299"/>
        </pc:sldMkLst>
        <pc:spChg chg="del">
          <ac:chgData name="CHAIENE MERCEDES DA SILVA MINELLA" userId="03c40756-137a-4d89-92ad-627326a1a7b4" providerId="ADAL" clId="{A4377273-91AB-4562-84FE-83825C87D442}" dt="2024-08-24T13:53:46.378" v="244" actId="478"/>
          <ac:spMkLst>
            <pc:docMk/>
            <pc:sldMk cId="3349752103" sldId="299"/>
            <ac:spMk id="4" creationId="{43AF4F00-078B-C7EE-288D-E0400C9C742D}"/>
          </ac:spMkLst>
        </pc:spChg>
        <pc:spChg chg="mod">
          <ac:chgData name="CHAIENE MERCEDES DA SILVA MINELLA" userId="03c40756-137a-4d89-92ad-627326a1a7b4" providerId="ADAL" clId="{A4377273-91AB-4562-84FE-83825C87D442}" dt="2024-08-24T13:53:42.166" v="243" actId="20577"/>
          <ac:spMkLst>
            <pc:docMk/>
            <pc:sldMk cId="3349752103" sldId="299"/>
            <ac:spMk id="7" creationId="{672694DF-947B-20A2-DEDC-3E9F8FBAFCD3}"/>
          </ac:spMkLst>
        </pc:spChg>
        <pc:spChg chg="add mod">
          <ac:chgData name="CHAIENE MERCEDES DA SILVA MINELLA" userId="03c40756-137a-4d89-92ad-627326a1a7b4" providerId="ADAL" clId="{A4377273-91AB-4562-84FE-83825C87D442}" dt="2024-08-24T13:54:10.615" v="252" actId="115"/>
          <ac:spMkLst>
            <pc:docMk/>
            <pc:sldMk cId="3349752103" sldId="299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3:54:31.804" v="255" actId="12"/>
        <pc:sldMkLst>
          <pc:docMk/>
          <pc:sldMk cId="3629764750" sldId="300"/>
        </pc:sldMkLst>
        <pc:spChg chg="mod">
          <ac:chgData name="CHAIENE MERCEDES DA SILVA MINELLA" userId="03c40756-137a-4d89-92ad-627326a1a7b4" providerId="ADAL" clId="{A4377273-91AB-4562-84FE-83825C87D442}" dt="2024-08-24T13:54:31.804" v="255" actId="12"/>
          <ac:spMkLst>
            <pc:docMk/>
            <pc:sldMk cId="3629764750" sldId="300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3:54:48.593" v="257"/>
        <pc:sldMkLst>
          <pc:docMk/>
          <pc:sldMk cId="545560732" sldId="301"/>
        </pc:sldMkLst>
        <pc:spChg chg="mod">
          <ac:chgData name="CHAIENE MERCEDES DA SILVA MINELLA" userId="03c40756-137a-4d89-92ad-627326a1a7b4" providerId="ADAL" clId="{A4377273-91AB-4562-84FE-83825C87D442}" dt="2024-08-24T13:54:48.593" v="257"/>
          <ac:spMkLst>
            <pc:docMk/>
            <pc:sldMk cId="545560732" sldId="301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3:55:07.885" v="261" actId="113"/>
        <pc:sldMkLst>
          <pc:docMk/>
          <pc:sldMk cId="3802705819" sldId="302"/>
        </pc:sldMkLst>
        <pc:spChg chg="mod">
          <ac:chgData name="CHAIENE MERCEDES DA SILVA MINELLA" userId="03c40756-137a-4d89-92ad-627326a1a7b4" providerId="ADAL" clId="{A4377273-91AB-4562-84FE-83825C87D442}" dt="2024-08-24T13:55:07.885" v="261" actId="113"/>
          <ac:spMkLst>
            <pc:docMk/>
            <pc:sldMk cId="3802705819" sldId="302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3:55:32.017" v="266" actId="12"/>
        <pc:sldMkLst>
          <pc:docMk/>
          <pc:sldMk cId="2603870212" sldId="303"/>
        </pc:sldMkLst>
        <pc:spChg chg="mod">
          <ac:chgData name="CHAIENE MERCEDES DA SILVA MINELLA" userId="03c40756-137a-4d89-92ad-627326a1a7b4" providerId="ADAL" clId="{A4377273-91AB-4562-84FE-83825C87D442}" dt="2024-08-24T13:55:32.017" v="266" actId="12"/>
          <ac:spMkLst>
            <pc:docMk/>
            <pc:sldMk cId="2603870212" sldId="303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3:56:01.183" v="268"/>
        <pc:sldMkLst>
          <pc:docMk/>
          <pc:sldMk cId="2497976131" sldId="304"/>
        </pc:sldMkLst>
        <pc:spChg chg="mod">
          <ac:chgData name="CHAIENE MERCEDES DA SILVA MINELLA" userId="03c40756-137a-4d89-92ad-627326a1a7b4" providerId="ADAL" clId="{A4377273-91AB-4562-84FE-83825C87D442}" dt="2024-08-24T13:56:01.183" v="268"/>
          <ac:spMkLst>
            <pc:docMk/>
            <pc:sldMk cId="2497976131" sldId="304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3:56:38.217" v="271" actId="404"/>
        <pc:sldMkLst>
          <pc:docMk/>
          <pc:sldMk cId="4135292240" sldId="305"/>
        </pc:sldMkLst>
        <pc:spChg chg="mod">
          <ac:chgData name="CHAIENE MERCEDES DA SILVA MINELLA" userId="03c40756-137a-4d89-92ad-627326a1a7b4" providerId="ADAL" clId="{A4377273-91AB-4562-84FE-83825C87D442}" dt="2024-08-24T13:56:38.217" v="271" actId="404"/>
          <ac:spMkLst>
            <pc:docMk/>
            <pc:sldMk cId="4135292240" sldId="305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3:58:38.994" v="280" actId="5793"/>
        <pc:sldMkLst>
          <pc:docMk/>
          <pc:sldMk cId="4159129822" sldId="306"/>
        </pc:sldMkLst>
        <pc:spChg chg="mod">
          <ac:chgData name="CHAIENE MERCEDES DA SILVA MINELLA" userId="03c40756-137a-4d89-92ad-627326a1a7b4" providerId="ADAL" clId="{A4377273-91AB-4562-84FE-83825C87D442}" dt="2024-08-24T13:58:38.994" v="280" actId="5793"/>
          <ac:spMkLst>
            <pc:docMk/>
            <pc:sldMk cId="4159129822" sldId="306"/>
            <ac:spMk id="9" creationId="{7A00C6AE-1E22-AB9F-82BD-048C765E32C6}"/>
          </ac:spMkLst>
        </pc:spChg>
      </pc:sldChg>
      <pc:sldChg chg="modSp add mod modAnim">
        <pc:chgData name="CHAIENE MERCEDES DA SILVA MINELLA" userId="03c40756-137a-4d89-92ad-627326a1a7b4" providerId="ADAL" clId="{A4377273-91AB-4562-84FE-83825C87D442}" dt="2024-08-24T14:04:10.870" v="382"/>
        <pc:sldMkLst>
          <pc:docMk/>
          <pc:sldMk cId="1204088326" sldId="307"/>
        </pc:sldMkLst>
        <pc:spChg chg="mod">
          <ac:chgData name="CHAIENE MERCEDES DA SILVA MINELLA" userId="03c40756-137a-4d89-92ad-627326a1a7b4" providerId="ADAL" clId="{A4377273-91AB-4562-84FE-83825C87D442}" dt="2024-08-24T14:02:29.609" v="369" actId="6549"/>
          <ac:spMkLst>
            <pc:docMk/>
            <pc:sldMk cId="1204088326" sldId="307"/>
            <ac:spMk id="7" creationId="{672694DF-947B-20A2-DEDC-3E9F8FBAFCD3}"/>
          </ac:spMkLst>
        </pc:spChg>
        <pc:spChg chg="mod">
          <ac:chgData name="CHAIENE MERCEDES DA SILVA MINELLA" userId="03c40756-137a-4d89-92ad-627326a1a7b4" providerId="ADAL" clId="{A4377273-91AB-4562-84FE-83825C87D442}" dt="2024-08-24T13:59:55.988" v="284" actId="20577"/>
          <ac:spMkLst>
            <pc:docMk/>
            <pc:sldMk cId="1204088326" sldId="307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4:00:10.486" v="287" actId="12"/>
        <pc:sldMkLst>
          <pc:docMk/>
          <pc:sldMk cId="17259194" sldId="308"/>
        </pc:sldMkLst>
        <pc:spChg chg="mod">
          <ac:chgData name="CHAIENE MERCEDES DA SILVA MINELLA" userId="03c40756-137a-4d89-92ad-627326a1a7b4" providerId="ADAL" clId="{A4377273-91AB-4562-84FE-83825C87D442}" dt="2024-08-24T14:00:10.486" v="287" actId="12"/>
          <ac:spMkLst>
            <pc:docMk/>
            <pc:sldMk cId="17259194" sldId="308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4:01:58.168" v="366" actId="20577"/>
        <pc:sldMkLst>
          <pc:docMk/>
          <pc:sldMk cId="249570383" sldId="309"/>
        </pc:sldMkLst>
        <pc:spChg chg="mod">
          <ac:chgData name="CHAIENE MERCEDES DA SILVA MINELLA" userId="03c40756-137a-4d89-92ad-627326a1a7b4" providerId="ADAL" clId="{A4377273-91AB-4562-84FE-83825C87D442}" dt="2024-08-24T14:01:58.168" v="366" actId="20577"/>
          <ac:spMkLst>
            <pc:docMk/>
            <pc:sldMk cId="249570383" sldId="309"/>
            <ac:spMk id="9" creationId="{7A00C6AE-1E22-AB9F-82BD-048C765E32C6}"/>
          </ac:spMkLst>
        </pc:spChg>
      </pc:sldChg>
      <pc:sldChg chg="modSp add modAnim">
        <pc:chgData name="CHAIENE MERCEDES DA SILVA MINELLA" userId="03c40756-137a-4d89-92ad-627326a1a7b4" providerId="ADAL" clId="{A4377273-91AB-4562-84FE-83825C87D442}" dt="2024-08-24T14:05:46.789" v="406"/>
        <pc:sldMkLst>
          <pc:docMk/>
          <pc:sldMk cId="618514721" sldId="310"/>
        </pc:sldMkLst>
        <pc:spChg chg="mod">
          <ac:chgData name="CHAIENE MERCEDES DA SILVA MINELLA" userId="03c40756-137a-4d89-92ad-627326a1a7b4" providerId="ADAL" clId="{A4377273-91AB-4562-84FE-83825C87D442}" dt="2024-08-24T14:04:50.196" v="394"/>
          <ac:spMkLst>
            <pc:docMk/>
            <pc:sldMk cId="618514721" sldId="310"/>
            <ac:spMk id="9" creationId="{7A00C6AE-1E22-AB9F-82BD-048C765E32C6}"/>
          </ac:spMkLst>
        </pc:spChg>
      </pc:sldChg>
      <pc:sldChg chg="add del">
        <pc:chgData name="CHAIENE MERCEDES DA SILVA MINELLA" userId="03c40756-137a-4d89-92ad-627326a1a7b4" providerId="ADAL" clId="{A4377273-91AB-4562-84FE-83825C87D442}" dt="2024-08-24T14:04:27.564" v="383" actId="47"/>
        <pc:sldMkLst>
          <pc:docMk/>
          <pc:sldMk cId="3800886970" sldId="310"/>
        </pc:sldMkLst>
      </pc:sldChg>
      <pc:sldChg chg="modSp add mod">
        <pc:chgData name="CHAIENE MERCEDES DA SILVA MINELLA" userId="03c40756-137a-4d89-92ad-627326a1a7b4" providerId="ADAL" clId="{A4377273-91AB-4562-84FE-83825C87D442}" dt="2024-08-24T14:06:25.400" v="418" actId="12"/>
        <pc:sldMkLst>
          <pc:docMk/>
          <pc:sldMk cId="3369206275" sldId="311"/>
        </pc:sldMkLst>
        <pc:spChg chg="mod">
          <ac:chgData name="CHAIENE MERCEDES DA SILVA MINELLA" userId="03c40756-137a-4d89-92ad-627326a1a7b4" providerId="ADAL" clId="{A4377273-91AB-4562-84FE-83825C87D442}" dt="2024-08-24T14:06:25.400" v="418" actId="12"/>
          <ac:spMkLst>
            <pc:docMk/>
            <pc:sldMk cId="3369206275" sldId="311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4:06:40.956" v="421" actId="12"/>
        <pc:sldMkLst>
          <pc:docMk/>
          <pc:sldMk cId="3311819528" sldId="312"/>
        </pc:sldMkLst>
        <pc:spChg chg="mod">
          <ac:chgData name="CHAIENE MERCEDES DA SILVA MINELLA" userId="03c40756-137a-4d89-92ad-627326a1a7b4" providerId="ADAL" clId="{A4377273-91AB-4562-84FE-83825C87D442}" dt="2024-08-24T14:06:40.956" v="421" actId="12"/>
          <ac:spMkLst>
            <pc:docMk/>
            <pc:sldMk cId="3311819528" sldId="312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4:06:57.632" v="424" actId="12"/>
        <pc:sldMkLst>
          <pc:docMk/>
          <pc:sldMk cId="863212962" sldId="313"/>
        </pc:sldMkLst>
        <pc:spChg chg="mod">
          <ac:chgData name="CHAIENE MERCEDES DA SILVA MINELLA" userId="03c40756-137a-4d89-92ad-627326a1a7b4" providerId="ADAL" clId="{A4377273-91AB-4562-84FE-83825C87D442}" dt="2024-08-24T14:06:57.632" v="424" actId="12"/>
          <ac:spMkLst>
            <pc:docMk/>
            <pc:sldMk cId="863212962" sldId="313"/>
            <ac:spMk id="9" creationId="{7A00C6AE-1E22-AB9F-82BD-048C765E32C6}"/>
          </ac:spMkLst>
        </pc:spChg>
      </pc:sldChg>
      <pc:sldChg chg="modSp add mod modAnim">
        <pc:chgData name="CHAIENE MERCEDES DA SILVA MINELLA" userId="03c40756-137a-4d89-92ad-627326a1a7b4" providerId="ADAL" clId="{A4377273-91AB-4562-84FE-83825C87D442}" dt="2024-08-24T14:07:42.629" v="432"/>
        <pc:sldMkLst>
          <pc:docMk/>
          <pc:sldMk cId="305189503" sldId="314"/>
        </pc:sldMkLst>
        <pc:spChg chg="mod">
          <ac:chgData name="CHAIENE MERCEDES DA SILVA MINELLA" userId="03c40756-137a-4d89-92ad-627326a1a7b4" providerId="ADAL" clId="{A4377273-91AB-4562-84FE-83825C87D442}" dt="2024-08-24T14:07:28.238" v="428" actId="20577"/>
          <ac:spMkLst>
            <pc:docMk/>
            <pc:sldMk cId="305189503" sldId="314"/>
            <ac:spMk id="9" creationId="{7A00C6AE-1E22-AB9F-82BD-048C765E32C6}"/>
          </ac:spMkLst>
        </pc:spChg>
      </pc:sldChg>
      <pc:sldChg chg="modSp add modAnim">
        <pc:chgData name="CHAIENE MERCEDES DA SILVA MINELLA" userId="03c40756-137a-4d89-92ad-627326a1a7b4" providerId="ADAL" clId="{A4377273-91AB-4562-84FE-83825C87D442}" dt="2024-08-24T14:08:24.774" v="437" actId="12"/>
        <pc:sldMkLst>
          <pc:docMk/>
          <pc:sldMk cId="2132367282" sldId="315"/>
        </pc:sldMkLst>
        <pc:spChg chg="mod">
          <ac:chgData name="CHAIENE MERCEDES DA SILVA MINELLA" userId="03c40756-137a-4d89-92ad-627326a1a7b4" providerId="ADAL" clId="{A4377273-91AB-4562-84FE-83825C87D442}" dt="2024-08-24T14:08:24.774" v="437" actId="12"/>
          <ac:spMkLst>
            <pc:docMk/>
            <pc:sldMk cId="2132367282" sldId="315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4:09:18.681" v="442" actId="12"/>
        <pc:sldMkLst>
          <pc:docMk/>
          <pc:sldMk cId="1435404796" sldId="316"/>
        </pc:sldMkLst>
        <pc:spChg chg="mod">
          <ac:chgData name="CHAIENE MERCEDES DA SILVA MINELLA" userId="03c40756-137a-4d89-92ad-627326a1a7b4" providerId="ADAL" clId="{A4377273-91AB-4562-84FE-83825C87D442}" dt="2024-08-24T14:09:18.681" v="442" actId="12"/>
          <ac:spMkLst>
            <pc:docMk/>
            <pc:sldMk cId="1435404796" sldId="316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4:09:47.934" v="447" actId="12"/>
        <pc:sldMkLst>
          <pc:docMk/>
          <pc:sldMk cId="1863865108" sldId="317"/>
        </pc:sldMkLst>
        <pc:spChg chg="mod">
          <ac:chgData name="CHAIENE MERCEDES DA SILVA MINELLA" userId="03c40756-137a-4d89-92ad-627326a1a7b4" providerId="ADAL" clId="{A4377273-91AB-4562-84FE-83825C87D442}" dt="2024-08-24T14:09:47.934" v="447" actId="12"/>
          <ac:spMkLst>
            <pc:docMk/>
            <pc:sldMk cId="1863865108" sldId="317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4:10:34.981" v="462" actId="114"/>
        <pc:sldMkLst>
          <pc:docMk/>
          <pc:sldMk cId="1044964388" sldId="318"/>
        </pc:sldMkLst>
        <pc:spChg chg="mod">
          <ac:chgData name="CHAIENE MERCEDES DA SILVA MINELLA" userId="03c40756-137a-4d89-92ad-627326a1a7b4" providerId="ADAL" clId="{A4377273-91AB-4562-84FE-83825C87D442}" dt="2024-08-24T14:10:26.165" v="460" actId="20577"/>
          <ac:spMkLst>
            <pc:docMk/>
            <pc:sldMk cId="1044964388" sldId="318"/>
            <ac:spMk id="7" creationId="{672694DF-947B-20A2-DEDC-3E9F8FBAFCD3}"/>
          </ac:spMkLst>
        </pc:spChg>
        <pc:spChg chg="mod">
          <ac:chgData name="CHAIENE MERCEDES DA SILVA MINELLA" userId="03c40756-137a-4d89-92ad-627326a1a7b4" providerId="ADAL" clId="{A4377273-91AB-4562-84FE-83825C87D442}" dt="2024-08-24T14:10:34.981" v="462" actId="114"/>
          <ac:spMkLst>
            <pc:docMk/>
            <pc:sldMk cId="1044964388" sldId="318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4:21:43.829" v="1190" actId="114"/>
        <pc:sldMkLst>
          <pc:docMk/>
          <pc:sldMk cId="1063455317" sldId="319"/>
        </pc:sldMkLst>
        <pc:spChg chg="mod">
          <ac:chgData name="CHAIENE MERCEDES DA SILVA MINELLA" userId="03c40756-137a-4d89-92ad-627326a1a7b4" providerId="ADAL" clId="{A4377273-91AB-4562-84FE-83825C87D442}" dt="2024-08-24T14:16:25.795" v="523" actId="20577"/>
          <ac:spMkLst>
            <pc:docMk/>
            <pc:sldMk cId="1063455317" sldId="319"/>
            <ac:spMk id="7" creationId="{672694DF-947B-20A2-DEDC-3E9F8FBAFCD3}"/>
          </ac:spMkLst>
        </pc:spChg>
        <pc:spChg chg="mod">
          <ac:chgData name="CHAIENE MERCEDES DA SILVA MINELLA" userId="03c40756-137a-4d89-92ad-627326a1a7b4" providerId="ADAL" clId="{A4377273-91AB-4562-84FE-83825C87D442}" dt="2024-08-24T14:21:43.829" v="1190" actId="114"/>
          <ac:spMkLst>
            <pc:docMk/>
            <pc:sldMk cId="1063455317" sldId="319"/>
            <ac:spMk id="9" creationId="{7A00C6AE-1E22-AB9F-82BD-048C765E32C6}"/>
          </ac:spMkLst>
        </pc:spChg>
      </pc:sldChg>
      <pc:sldChg chg="addSp delSp add mod">
        <pc:chgData name="CHAIENE MERCEDES DA SILVA MINELLA" userId="03c40756-137a-4d89-92ad-627326a1a7b4" providerId="ADAL" clId="{A4377273-91AB-4562-84FE-83825C87D442}" dt="2024-08-24T14:27:17.293" v="1192" actId="22"/>
        <pc:sldMkLst>
          <pc:docMk/>
          <pc:sldMk cId="1458026025" sldId="320"/>
        </pc:sldMkLst>
        <pc:spChg chg="add del">
          <ac:chgData name="CHAIENE MERCEDES DA SILVA MINELLA" userId="03c40756-137a-4d89-92ad-627326a1a7b4" providerId="ADAL" clId="{A4377273-91AB-4562-84FE-83825C87D442}" dt="2024-08-24T14:27:17.293" v="1192" actId="22"/>
          <ac:spMkLst>
            <pc:docMk/>
            <pc:sldMk cId="1458026025" sldId="320"/>
            <ac:spMk id="6" creationId="{2B71F2EF-1545-C58A-CF21-7C63E914E86B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4:28:21.762" v="1197" actId="404"/>
        <pc:sldMkLst>
          <pc:docMk/>
          <pc:sldMk cId="1714183284" sldId="321"/>
        </pc:sldMkLst>
        <pc:spChg chg="mod">
          <ac:chgData name="CHAIENE MERCEDES DA SILVA MINELLA" userId="03c40756-137a-4d89-92ad-627326a1a7b4" providerId="ADAL" clId="{A4377273-91AB-4562-84FE-83825C87D442}" dt="2024-08-24T14:28:21.762" v="1197" actId="404"/>
          <ac:spMkLst>
            <pc:docMk/>
            <pc:sldMk cId="1714183284" sldId="321"/>
            <ac:spMk id="9" creationId="{7A00C6AE-1E22-AB9F-82BD-048C765E32C6}"/>
          </ac:spMkLst>
        </pc:spChg>
      </pc:sldChg>
      <pc:sldChg chg="addSp delSp modSp add mod">
        <pc:chgData name="CHAIENE MERCEDES DA SILVA MINELLA" userId="03c40756-137a-4d89-92ad-627326a1a7b4" providerId="ADAL" clId="{A4377273-91AB-4562-84FE-83825C87D442}" dt="2024-08-24T14:33:41.451" v="1323" actId="22"/>
        <pc:sldMkLst>
          <pc:docMk/>
          <pc:sldMk cId="2409039620" sldId="322"/>
        </pc:sldMkLst>
        <pc:spChg chg="add del">
          <ac:chgData name="CHAIENE MERCEDES DA SILVA MINELLA" userId="03c40756-137a-4d89-92ad-627326a1a7b4" providerId="ADAL" clId="{A4377273-91AB-4562-84FE-83825C87D442}" dt="2024-08-24T14:33:41.451" v="1323" actId="22"/>
          <ac:spMkLst>
            <pc:docMk/>
            <pc:sldMk cId="2409039620" sldId="322"/>
            <ac:spMk id="6" creationId="{3E90FEDB-1CBD-28E3-ABD3-E5D12F230888}"/>
          </ac:spMkLst>
        </pc:spChg>
        <pc:spChg chg="mod">
          <ac:chgData name="CHAIENE MERCEDES DA SILVA MINELLA" userId="03c40756-137a-4d89-92ad-627326a1a7b4" providerId="ADAL" clId="{A4377273-91AB-4562-84FE-83825C87D442}" dt="2024-08-24T14:30:29.557" v="1204" actId="20577"/>
          <ac:spMkLst>
            <pc:docMk/>
            <pc:sldMk cId="2409039620" sldId="322"/>
            <ac:spMk id="7" creationId="{672694DF-947B-20A2-DEDC-3E9F8FBAFCD3}"/>
          </ac:spMkLst>
        </pc:spChg>
        <pc:spChg chg="mod">
          <ac:chgData name="CHAIENE MERCEDES DA SILVA MINELLA" userId="03c40756-137a-4d89-92ad-627326a1a7b4" providerId="ADAL" clId="{A4377273-91AB-4562-84FE-83825C87D442}" dt="2024-08-24T14:33:28.904" v="1321" actId="113"/>
          <ac:spMkLst>
            <pc:docMk/>
            <pc:sldMk cId="2409039620" sldId="322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4:33:54.703" v="1326" actId="207"/>
        <pc:sldMkLst>
          <pc:docMk/>
          <pc:sldMk cId="2517437347" sldId="323"/>
        </pc:sldMkLst>
        <pc:spChg chg="mod">
          <ac:chgData name="CHAIENE MERCEDES DA SILVA MINELLA" userId="03c40756-137a-4d89-92ad-627326a1a7b4" providerId="ADAL" clId="{A4377273-91AB-4562-84FE-83825C87D442}" dt="2024-08-24T14:33:54.703" v="1326" actId="207"/>
          <ac:spMkLst>
            <pc:docMk/>
            <pc:sldMk cId="2517437347" sldId="323"/>
            <ac:spMk id="9" creationId="{7A00C6AE-1E22-AB9F-82BD-048C765E32C6}"/>
          </ac:spMkLst>
        </pc:spChg>
      </pc:sldChg>
      <pc:sldChg chg="modSp add mod">
        <pc:chgData name="CHAIENE MERCEDES DA SILVA MINELLA" userId="03c40756-137a-4d89-92ad-627326a1a7b4" providerId="ADAL" clId="{A4377273-91AB-4562-84FE-83825C87D442}" dt="2024-08-24T14:40:20.242" v="1349" actId="207"/>
        <pc:sldMkLst>
          <pc:docMk/>
          <pc:sldMk cId="4023653151" sldId="324"/>
        </pc:sldMkLst>
        <pc:spChg chg="mod">
          <ac:chgData name="CHAIENE MERCEDES DA SILVA MINELLA" userId="03c40756-137a-4d89-92ad-627326a1a7b4" providerId="ADAL" clId="{A4377273-91AB-4562-84FE-83825C87D442}" dt="2024-08-24T14:40:20.242" v="1349" actId="207"/>
          <ac:spMkLst>
            <pc:docMk/>
            <pc:sldMk cId="4023653151" sldId="324"/>
            <ac:spMk id="9" creationId="{7A00C6AE-1E22-AB9F-82BD-048C765E32C6}"/>
          </ac:spMkLst>
        </pc:spChg>
      </pc:sldChg>
      <pc:sldChg chg="addSp modSp add mod">
        <pc:chgData name="CHAIENE MERCEDES DA SILVA MINELLA" userId="03c40756-137a-4d89-92ad-627326a1a7b4" providerId="ADAL" clId="{A4377273-91AB-4562-84FE-83825C87D442}" dt="2024-08-24T14:41:37.365" v="1362" actId="1076"/>
        <pc:sldMkLst>
          <pc:docMk/>
          <pc:sldMk cId="3328773876" sldId="325"/>
        </pc:sldMkLst>
        <pc:spChg chg="add mod">
          <ac:chgData name="CHAIENE MERCEDES DA SILVA MINELLA" userId="03c40756-137a-4d89-92ad-627326a1a7b4" providerId="ADAL" clId="{A4377273-91AB-4562-84FE-83825C87D442}" dt="2024-08-24T14:41:37.365" v="1362" actId="1076"/>
          <ac:spMkLst>
            <pc:docMk/>
            <pc:sldMk cId="3328773876" sldId="325"/>
            <ac:spMk id="4" creationId="{4DF8C2D2-D427-CEDA-94B2-0D5A3DBA8235}"/>
          </ac:spMkLst>
        </pc:spChg>
        <pc:spChg chg="mod">
          <ac:chgData name="CHAIENE MERCEDES DA SILVA MINELLA" userId="03c40756-137a-4d89-92ad-627326a1a7b4" providerId="ADAL" clId="{A4377273-91AB-4562-84FE-83825C87D442}" dt="2024-08-24T14:41:31.025" v="1361" actId="11"/>
          <ac:spMkLst>
            <pc:docMk/>
            <pc:sldMk cId="3328773876" sldId="325"/>
            <ac:spMk id="9" creationId="{7A00C6AE-1E22-AB9F-82BD-048C765E32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30.10.2024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gif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D9C21255-832C-0C97-CDB6-FEDA35FCEE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68" b="4073"/>
          <a:stretch/>
        </p:blipFill>
        <p:spPr>
          <a:xfrm>
            <a:off x="6482632" y="-59933"/>
            <a:ext cx="5711925" cy="693617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E45FD73-4524-6DDC-9022-1AE8D1B31D56}"/>
              </a:ext>
            </a:extLst>
          </p:cNvPr>
          <p:cNvSpPr txBox="1"/>
          <p:nvPr/>
        </p:nvSpPr>
        <p:spPr>
          <a:xfrm>
            <a:off x="844229" y="833683"/>
            <a:ext cx="64907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062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/>
                <a:ea typeface="Calibri"/>
                <a:cs typeface="Calibri"/>
              </a:rPr>
              <a:t>Engenharia de Software – Univille</a:t>
            </a:r>
            <a:endParaRPr lang="pt-BR" sz="2400" dirty="0">
              <a:solidFill>
                <a:srgbClr val="00623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8889E4C-4AA4-1FF5-58D9-B3FC5A215783}"/>
              </a:ext>
            </a:extLst>
          </p:cNvPr>
          <p:cNvSpPr txBox="1"/>
          <p:nvPr/>
        </p:nvSpPr>
        <p:spPr>
          <a:xfrm>
            <a:off x="844229" y="1793122"/>
            <a:ext cx="805129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Negociação de Requisitos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BE1C8A9-5FC8-F58D-EDE5-270C56DC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20" y="4405971"/>
            <a:ext cx="3787695" cy="161647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0B08757-A853-AEC5-7B90-B66967D948D2}"/>
              </a:ext>
            </a:extLst>
          </p:cNvPr>
          <p:cNvSpPr txBox="1"/>
          <p:nvPr/>
        </p:nvSpPr>
        <p:spPr>
          <a:xfrm>
            <a:off x="824351" y="3614642"/>
            <a:ext cx="64907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de Software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649E1A2-7D89-7CBC-8D2D-6002CD61BF6B}"/>
              </a:ext>
            </a:extLst>
          </p:cNvPr>
          <p:cNvSpPr txBox="1"/>
          <p:nvPr/>
        </p:nvSpPr>
        <p:spPr>
          <a:xfrm>
            <a:off x="844229" y="4046487"/>
            <a:ext cx="649070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Prof.ª Chaiene M. da Silva Minella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Muitos projetos têm mais requisitos candidatos do que aqueles que podem ser </a:t>
            </a:r>
            <a:r>
              <a:rPr lang="pt-BR" sz="2400" u="sng" dirty="0"/>
              <a:t>desenvolvidos sem ultrapassar o tempo</a:t>
            </a:r>
            <a:r>
              <a:rPr lang="pt-BR" sz="2400" dirty="0"/>
              <a:t> e o </a:t>
            </a:r>
            <a:r>
              <a:rPr lang="pt-BR" sz="2400" u="sng" dirty="0"/>
              <a:t>orçamento disponíveis</a:t>
            </a:r>
            <a:r>
              <a:rPr lang="pt-BR" sz="2400" dirty="0"/>
              <a:t>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É neste momento que surge a necessidade de </a:t>
            </a:r>
            <a:r>
              <a:rPr lang="pt-BR" sz="2400" u="sng" dirty="0"/>
              <a:t>discutir</a:t>
            </a:r>
            <a:r>
              <a:rPr lang="pt-BR" sz="2400" dirty="0"/>
              <a:t> e </a:t>
            </a:r>
            <a:r>
              <a:rPr lang="pt-BR" sz="2400" u="sng" dirty="0"/>
              <a:t>negociar</a:t>
            </a:r>
            <a:r>
              <a:rPr lang="pt-BR" sz="2400" dirty="0"/>
              <a:t> os requisitos entre as partes interessadas para decidir de forma coletiva quais devem ser incorporados ao sistema.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4975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07943-566B-9A45-E57A-C6A236FB6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207C79A1-8068-8D00-8481-97F6FE077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B4C9FEE-43CA-1503-2F54-27271415B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26939F5-05AA-66E3-8876-0C2D1DE97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62BBA66-1669-C4D6-D5F4-6ABEB40E53ED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6811299-67CB-D2D1-E841-03DBBB23D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B9F2632-6478-1C80-CC56-AE6443402871}"/>
              </a:ext>
            </a:extLst>
          </p:cNvPr>
          <p:cNvSpPr txBox="1"/>
          <p:nvPr/>
        </p:nvSpPr>
        <p:spPr>
          <a:xfrm>
            <a:off x="734590" y="1742321"/>
            <a:ext cx="10722820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Quando </a:t>
            </a:r>
            <a:r>
              <a:rPr lang="pt-BR" sz="2400" b="1" dirty="0"/>
              <a:t>não há consenso entre as partes interessadas sobre os requisitos</a:t>
            </a:r>
            <a:r>
              <a:rPr lang="pt-BR" sz="2400" dirty="0"/>
              <a:t>, surge um </a:t>
            </a:r>
            <a:r>
              <a:rPr lang="pt-BR" sz="2400" u="sng" dirty="0"/>
              <a:t>conflito</a:t>
            </a:r>
            <a:r>
              <a:rPr lang="pt-BR" sz="2400" dirty="0"/>
              <a:t> entre essas visões contraditórias, bem como entre as partes interessadas que verbalizaram esses requisitos contraditórios.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44030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A097D-014F-4CCF-48F6-80BD8758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679B2046-DC03-FCDF-81D6-ACC33E2B6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EC8B390-FD46-7C98-C43D-88F6A191C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F179DDB-F31A-D4D3-CD79-C9BCBB78A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50B9904-4B7A-5BD3-4CD1-2B039033181F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7EBE6AA-E238-56B0-F520-A78C124DF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BF20C09-73CA-876F-13C2-AB41610C8DD8}"/>
              </a:ext>
            </a:extLst>
          </p:cNvPr>
          <p:cNvSpPr txBox="1"/>
          <p:nvPr/>
        </p:nvSpPr>
        <p:spPr>
          <a:xfrm>
            <a:off x="734590" y="1742321"/>
            <a:ext cx="10722820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As técnicas de atribuição de prioridades para resolução de conflitos podem ser, divididas em duas classes principais:</a:t>
            </a:r>
          </a:p>
          <a:p>
            <a:pPr algn="just">
              <a:lnSpc>
                <a:spcPct val="150000"/>
              </a:lnSpc>
              <a:defRPr/>
            </a:pPr>
            <a:r>
              <a:rPr lang="pt-BR" sz="2400" b="1" dirty="0"/>
              <a:t>Métodos de priorização </a:t>
            </a:r>
            <a:r>
              <a:rPr lang="pt-BR" sz="2400" dirty="0"/>
              <a:t>e </a:t>
            </a:r>
          </a:p>
          <a:p>
            <a:pPr algn="just">
              <a:lnSpc>
                <a:spcPct val="150000"/>
              </a:lnSpc>
              <a:defRPr/>
            </a:pPr>
            <a:r>
              <a:rPr lang="pt-BR" sz="2400" b="1" dirty="0"/>
              <a:t>Abordagens de negociação.</a:t>
            </a:r>
          </a:p>
        </p:txBody>
      </p:sp>
    </p:spTree>
    <p:extLst>
      <p:ext uri="{BB962C8B-B14F-4D97-AF65-F5344CB8AC3E}">
        <p14:creationId xmlns:p14="http://schemas.microsoft.com/office/powerpoint/2010/main" val="1035951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253EE-749D-2D9D-90E3-D9A0920D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EC0A944A-CFDA-90F7-6C75-67AE00B17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1FA8FEC-90D6-4073-D9D7-2A880ED69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9FFF231-6668-B2A2-CD15-93B5B2138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7A939D7-206D-BB31-12BA-F75FA11C59BD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1649AD9-65D6-CCF2-65B9-FB146C9FC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F7A2D34-1106-002A-5C62-7676D6BCDDBE}"/>
              </a:ext>
            </a:extLst>
          </p:cNvPr>
          <p:cNvSpPr txBox="1"/>
          <p:nvPr/>
        </p:nvSpPr>
        <p:spPr>
          <a:xfrm>
            <a:off x="734590" y="1742321"/>
            <a:ext cx="1072282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b="1" dirty="0"/>
              <a:t>Métodos de priorização</a:t>
            </a:r>
          </a:p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Baseiam-se em atribuir valores a diferentes aspectos dos requisitos.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  <a:p>
            <a:pPr algn="just">
              <a:lnSpc>
                <a:spcPct val="150000"/>
              </a:lnSpc>
              <a:defRPr/>
            </a:pPr>
            <a:r>
              <a:rPr lang="pt-BR" sz="2400" b="1" dirty="0"/>
              <a:t>Abordagens de negociação</a:t>
            </a:r>
          </a:p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Concentram-se em atribuir prioridades aos requisitos após a concordância das partes interessadas.</a:t>
            </a:r>
          </a:p>
        </p:txBody>
      </p:sp>
    </p:spTree>
    <p:extLst>
      <p:ext uri="{BB962C8B-B14F-4D97-AF65-F5344CB8AC3E}">
        <p14:creationId xmlns:p14="http://schemas.microsoft.com/office/powerpoint/2010/main" val="2015568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6B20B-012F-43DE-0DFB-0EE9CB6DD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A4B80142-67B5-684A-4A14-8AF9FBDE6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3D2A5E0-DED8-F145-AA11-D75082761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A93BAFA-F99C-F915-F09B-BE7EAE6D6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C206D75-B213-F750-87EC-C0390456C0B4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8FCF365-39A9-A555-10DC-2D9D1F86A2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2873" y="6241774"/>
            <a:ext cx="1354560" cy="577627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C89AE2C-EB3E-3279-FF7F-E369D8611213}"/>
              </a:ext>
            </a:extLst>
          </p:cNvPr>
          <p:cNvSpPr txBox="1"/>
          <p:nvPr/>
        </p:nvSpPr>
        <p:spPr>
          <a:xfrm>
            <a:off x="734590" y="1742321"/>
            <a:ext cx="10722820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Muitos projetos de software </a:t>
            </a:r>
            <a:r>
              <a:rPr lang="pt-BR" sz="2400" u="sng" dirty="0"/>
              <a:t>falham</a:t>
            </a:r>
            <a:r>
              <a:rPr lang="pt-BR" sz="2400" dirty="0"/>
              <a:t>, devido à </a:t>
            </a:r>
            <a:r>
              <a:rPr lang="pt-BR" sz="2400" u="sng" dirty="0"/>
              <a:t>ausência de negociação</a:t>
            </a:r>
            <a:r>
              <a:rPr lang="pt-BR" sz="2400" dirty="0"/>
              <a:t> dos conflitos entre os requisitos. 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O estabelecimento de acordos entre as partes interessadas é uma missão bastante difícil de alcançar, pois exige </a:t>
            </a:r>
            <a:r>
              <a:rPr lang="pt-BR" sz="2400" u="sng" dirty="0"/>
              <a:t>competências</a:t>
            </a:r>
            <a:r>
              <a:rPr lang="pt-BR" sz="2400" dirty="0"/>
              <a:t> que a maioria dos engenheiros de requisitos nunca explorou de forma sistematizada.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A execução de uma negociação, num contexto de conflito entre requisitos, procura identificar uma entre várias </a:t>
            </a:r>
            <a:r>
              <a:rPr lang="pt-BR" sz="2400" u="sng" dirty="0"/>
              <a:t>alternativas aceitáveis</a:t>
            </a:r>
            <a:r>
              <a:rPr lang="pt-BR" sz="2400" dirty="0"/>
              <a:t> e </a:t>
            </a:r>
            <a:r>
              <a:rPr lang="pt-BR" sz="2400" u="sng" dirty="0"/>
              <a:t>tecnologicamente viáveis</a:t>
            </a:r>
            <a:r>
              <a:rPr lang="pt-BR" sz="2400" dirty="0"/>
              <a:t>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168306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EE88E-8241-B5F4-069B-ABA579486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C2828A57-D74E-CB65-FC54-3405C29C3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C9C9C10-5344-7825-E309-C320BC25A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EB8D840-DEE0-5005-762F-B9549F555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BFCD03E-F215-0D93-65AF-8F9C32F7C9CE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F461B90-B2AA-DC85-B272-585CCD2F79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E916FDB-8DAF-3C2F-11F0-56E026E6F7B0}"/>
              </a:ext>
            </a:extLst>
          </p:cNvPr>
          <p:cNvSpPr txBox="1"/>
          <p:nvPr/>
        </p:nvSpPr>
        <p:spPr>
          <a:xfrm>
            <a:off x="734590" y="1742321"/>
            <a:ext cx="1072282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As condições que fazem com que a negociação seja um mecanismo fundamental para a resolução de conflitos são, de acordo com </a:t>
            </a:r>
            <a:r>
              <a:rPr lang="pt-BR" sz="2400" dirty="0" err="1"/>
              <a:t>Lewicki</a:t>
            </a:r>
            <a:r>
              <a:rPr lang="pt-BR" sz="2400" dirty="0"/>
              <a:t> e </a:t>
            </a:r>
            <a:r>
              <a:rPr lang="pt-BR" sz="2400" dirty="0" err="1"/>
              <a:t>Litterer</a:t>
            </a:r>
            <a:r>
              <a:rPr lang="pt-BR" sz="2400" dirty="0"/>
              <a:t> (1985): 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dirty="0"/>
              <a:t>existir um conflito de interesses entre duas ou mais partes;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dirty="0"/>
              <a:t>não existir regras, métodos ou árbitros que resolvam o conflito;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dirty="0"/>
              <a:t>não ser possível optar por várias soluções alternativas;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dirty="0"/>
              <a:t>o contrato não poder ser desfeito, o que obriga a se chegar a um compromisso em relação ao interesse coletivo.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75968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1547F-84FE-5CFB-177D-21E47DF5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BB7E7FBF-3EF9-3AE4-CB2C-32BD14506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728C129-126C-5842-5AA6-402B1B755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0B776B4-E809-DF34-DC02-02C353799C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A9CF239-6AE7-0F6E-D266-71A36670457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7BA9DD8-38B4-E644-B98E-BF65D877E0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06A71E1-5A66-86EF-1EAF-B4FCB7C14101}"/>
              </a:ext>
            </a:extLst>
          </p:cNvPr>
          <p:cNvSpPr txBox="1"/>
          <p:nvPr/>
        </p:nvSpPr>
        <p:spPr>
          <a:xfrm>
            <a:off x="734590" y="1742321"/>
            <a:ext cx="1072282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pt-BR" sz="2400" b="1" dirty="0"/>
              <a:t>Processo de negociação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O processo de negociação passa por 3 passos: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400" dirty="0" err="1"/>
              <a:t>Pré</a:t>
            </a:r>
            <a:r>
              <a:rPr lang="pt-BR" sz="2400" dirty="0"/>
              <a:t>-negociação;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400" dirty="0"/>
              <a:t>Negociação;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400" dirty="0"/>
              <a:t>Pós-negociação.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03951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7FD5A-77C3-8FAF-D635-CFE26D5E7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9FFE3DD-0AC4-F6AA-F8B8-CE92A97F7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D9483C0-76C4-D3CC-D153-91031AA8D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AF75C3F-6A0A-B9B9-EDDB-282B03E1A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E5254C5-18A0-BAE1-FAA2-FB2C0D7D261A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Processo de 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B99AAD7-4509-1458-9DBE-95E22D576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7704D08-EEAC-B6A1-4CFB-79AB26A0355B}"/>
              </a:ext>
            </a:extLst>
          </p:cNvPr>
          <p:cNvSpPr txBox="1"/>
          <p:nvPr/>
        </p:nvSpPr>
        <p:spPr>
          <a:xfrm>
            <a:off x="734590" y="1742321"/>
            <a:ext cx="1072282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A </a:t>
            </a:r>
            <a:r>
              <a:rPr lang="pt-BR" sz="2400" b="1" dirty="0" err="1"/>
              <a:t>pré</a:t>
            </a:r>
            <a:r>
              <a:rPr lang="pt-BR" sz="2400" b="1" dirty="0"/>
              <a:t>-negociação</a:t>
            </a:r>
            <a:r>
              <a:rPr lang="pt-BR" sz="2400" dirty="0"/>
              <a:t>, como o nome sugere, ocorre antes de a negociação ter início e </a:t>
            </a:r>
            <a:r>
              <a:rPr lang="pt-BR" sz="2400" u="sng" dirty="0"/>
              <a:t>foca a definição do problema de negociação</a:t>
            </a:r>
            <a:r>
              <a:rPr lang="pt-BR" sz="2400" dirty="0"/>
              <a:t>, a </a:t>
            </a:r>
            <a:r>
              <a:rPr lang="pt-BR" sz="2400" u="sng" dirty="0"/>
              <a:t>identificação das partes interessadas</a:t>
            </a:r>
            <a:r>
              <a:rPr lang="pt-BR" sz="2400" dirty="0"/>
              <a:t>, o </a:t>
            </a:r>
            <a:r>
              <a:rPr lang="pt-BR" sz="2400" u="sng" dirty="0"/>
              <a:t>levantamento dos objetivos</a:t>
            </a:r>
            <a:r>
              <a:rPr lang="pt-BR" sz="2400" dirty="0"/>
              <a:t> de cada uma delas e a </a:t>
            </a:r>
            <a:r>
              <a:rPr lang="pt-BR" sz="2400" u="sng" dirty="0"/>
              <a:t>análise dos objetivos</a:t>
            </a:r>
            <a:r>
              <a:rPr lang="pt-BR" sz="2400" dirty="0"/>
              <a:t> para encontrar conflitos. 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78840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A1EC-4907-941E-7F4A-979D42245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FEF471AF-CF46-AF4B-3729-6259A610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F654325-E02E-DA09-93D6-3694F2D1C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18FE482-D5CC-DC5C-949F-9D00751EC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9BC59B1-C464-7EA1-715E-A1AB0BD8F7F2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Processo de 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4488BAD-7EEC-4C08-396B-0618D20614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B15A923-DFBC-8742-E347-B0DF75A4422D}"/>
              </a:ext>
            </a:extLst>
          </p:cNvPr>
          <p:cNvSpPr txBox="1"/>
          <p:nvPr/>
        </p:nvSpPr>
        <p:spPr>
          <a:xfrm>
            <a:off x="734590" y="1742321"/>
            <a:ext cx="10722820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Para cada conflito identificado há um leque de </a:t>
            </a:r>
            <a:r>
              <a:rPr lang="pt-BR" sz="2400" u="sng" dirty="0"/>
              <a:t>alternativas</a:t>
            </a:r>
            <a:r>
              <a:rPr lang="pt-BR" sz="2400" dirty="0"/>
              <a:t>, uma das quais deverá ser aceita pelos negociadores. 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Neste passo, deve-se </a:t>
            </a:r>
            <a:r>
              <a:rPr lang="pt-BR" sz="2400" u="sng" dirty="0"/>
              <a:t>identificar com clareza qual é o problema</a:t>
            </a:r>
            <a:r>
              <a:rPr lang="pt-BR" sz="2400" dirty="0"/>
              <a:t>, para assim definir o objetivo da negociação. 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052130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A8391-4D7C-1E96-4182-15D75479B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C98A3825-CC2F-3279-65D4-653C34D1B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89239FB-6119-66B8-96E9-ECCCD8197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FE1146C-4B09-5954-1406-666297399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407163A-86F5-AE33-CB3C-6F49E01AF51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Processo de 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546A7F5-A0A6-CDD4-9102-373F91862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60DB7F9-ADC2-F900-B75C-30B9307E4BE8}"/>
              </a:ext>
            </a:extLst>
          </p:cNvPr>
          <p:cNvSpPr txBox="1"/>
          <p:nvPr/>
        </p:nvSpPr>
        <p:spPr>
          <a:xfrm>
            <a:off x="734590" y="1742321"/>
            <a:ext cx="1072282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400" dirty="0"/>
              <a:t>Depois, deve-se proceder à </a:t>
            </a:r>
            <a:r>
              <a:rPr lang="pt-BR" sz="2400" u="sng" dirty="0"/>
              <a:t>identificação das partes interessadas</a:t>
            </a:r>
            <a:r>
              <a:rPr lang="pt-BR" sz="2400" dirty="0"/>
              <a:t>. </a:t>
            </a:r>
          </a:p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	Identificar as pessoas certas a ser envolvidas em processos de negociação tem os mesmos desafios que fazê-lo para outro processo qualquer.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400" dirty="0"/>
              <a:t>Em seguida, as partes interessadas devem </a:t>
            </a:r>
            <a:r>
              <a:rPr lang="pt-BR" sz="2400" u="sng" dirty="0"/>
              <a:t>indicar quais são os seus objetivos</a:t>
            </a:r>
            <a:r>
              <a:rPr lang="pt-BR" sz="2400" dirty="0"/>
              <a:t> para o sistema em questão. </a:t>
            </a:r>
          </a:p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	Os diversos objetivos coletados são examinados para que se possam identificar os conflitos.</a:t>
            </a:r>
          </a:p>
        </p:txBody>
      </p:sp>
    </p:spTree>
    <p:extLst>
      <p:ext uri="{BB962C8B-B14F-4D97-AF65-F5344CB8AC3E}">
        <p14:creationId xmlns:p14="http://schemas.microsoft.com/office/powerpoint/2010/main" val="463797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1315-A625-EDD8-2EE9-54901A98D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34B0F442-3B40-09EA-D0DE-E66E840FF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E9BF3D-6093-D75C-FDFC-4F2EE143C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9CD8A20-3580-08DB-67F1-38CC1A2F3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F3A0568-194F-BA13-19BC-39EF4BB7BA90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Processo de 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E1BB51F-EEED-100E-692E-21954E637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5BD4F95-88E5-9488-B450-B926EBCB8AAA}"/>
              </a:ext>
            </a:extLst>
          </p:cNvPr>
          <p:cNvSpPr txBox="1"/>
          <p:nvPr/>
        </p:nvSpPr>
        <p:spPr>
          <a:xfrm>
            <a:off x="734590" y="1742321"/>
            <a:ext cx="10722820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No passo </a:t>
            </a:r>
            <a:r>
              <a:rPr lang="pt-BR" sz="2400" b="1" dirty="0"/>
              <a:t>negociação</a:t>
            </a:r>
            <a:r>
              <a:rPr lang="pt-BR" sz="2400" dirty="0"/>
              <a:t>, envolve-se efetivamente as partes interessadas para que negociem e cheguem a um acordo relativo às questões em conflito. 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endParaRPr lang="pt-BR" sz="2400" dirty="0"/>
          </a:p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O objetivo deve ser sempre </a:t>
            </a:r>
            <a:r>
              <a:rPr lang="pt-BR" sz="2400" u="sng" dirty="0"/>
              <a:t>procurar soluções</a:t>
            </a:r>
            <a:r>
              <a:rPr lang="pt-BR" sz="2400" dirty="0"/>
              <a:t> mutuamente benéficas que sejam aceitáveis para todas as partes. Para isso, deve-se procurar alternativas para resolver o problema, por meio, por exemplo, da troca de ofertas e contraofertas ou propondo soluções de ganho mútuo. </a:t>
            </a:r>
          </a:p>
        </p:txBody>
      </p:sp>
    </p:spTree>
    <p:extLst>
      <p:ext uri="{BB962C8B-B14F-4D97-AF65-F5344CB8AC3E}">
        <p14:creationId xmlns:p14="http://schemas.microsoft.com/office/powerpoint/2010/main" val="4167914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B04DB-DFDC-56A1-258A-DB0611E45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707F53C1-06B8-668F-374A-D5F22B2A7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3BD948B-D9EA-BE31-30F1-5770FF203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70A0E05-D066-80EA-F820-B4EB3DFFA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6760E36-9899-BDC8-D420-34E91114A93D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Processo de 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3CBA5C7-3984-E0AF-0E68-506E5ECBBC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0DCABDC-23B3-9AE9-F76B-5B136F2DEC85}"/>
              </a:ext>
            </a:extLst>
          </p:cNvPr>
          <p:cNvSpPr txBox="1"/>
          <p:nvPr/>
        </p:nvSpPr>
        <p:spPr>
          <a:xfrm>
            <a:off x="734590" y="1742321"/>
            <a:ext cx="10722820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Com base nas alternativas encontradas, as partes interessadas procuram concordar com aquela que seja a “melhor”. Para obter a concordância das partes é necessário </a:t>
            </a:r>
            <a:r>
              <a:rPr lang="pt-BR" sz="2400" u="sng" dirty="0"/>
              <a:t>estabelecer critérios de avaliação</a:t>
            </a:r>
            <a:r>
              <a:rPr lang="pt-BR" sz="2400" dirty="0"/>
              <a:t> para comparar o mérito das diferentes alternativas.</a:t>
            </a:r>
          </a:p>
        </p:txBody>
      </p:sp>
    </p:spTree>
    <p:extLst>
      <p:ext uri="{BB962C8B-B14F-4D97-AF65-F5344CB8AC3E}">
        <p14:creationId xmlns:p14="http://schemas.microsoft.com/office/powerpoint/2010/main" val="599243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3DC22-F2B0-9939-CA16-1FBF271B6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4714FC31-8764-1AEB-87D2-FFA2600E8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F19FBB0-5E0B-6172-E3BB-A5A5BE5B5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3D65D12-6C22-F7F7-1DBD-FBC83085A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8CC0AB7-B109-11DD-4489-45FF665458F7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Processo de 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BC5BB61-6B2A-9B97-6B0F-ADFD8D945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4F6E7B3-2BC3-0F88-A1AC-E706108CA1C1}"/>
              </a:ext>
            </a:extLst>
          </p:cNvPr>
          <p:cNvSpPr txBox="1"/>
          <p:nvPr/>
        </p:nvSpPr>
        <p:spPr>
          <a:xfrm>
            <a:off x="734590" y="1742321"/>
            <a:ext cx="1072282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Uma negociação pode ser resolvida por </a:t>
            </a:r>
            <a:r>
              <a:rPr lang="pt-BR" sz="2400" u="sng" dirty="0"/>
              <a:t>duas vias</a:t>
            </a:r>
            <a:r>
              <a:rPr lang="pt-BR" sz="2400" dirty="0"/>
              <a:t>: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pt-BR" sz="2400" b="1" dirty="0"/>
              <a:t>consenso ou unanimidade</a:t>
            </a:r>
            <a:r>
              <a:rPr lang="pt-BR" sz="2400" dirty="0"/>
              <a:t>, em que é necessária a aceitação por todas as partes envolvidas, ou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  <a:defRPr/>
            </a:pPr>
            <a:r>
              <a:rPr lang="pt-BR" sz="2400" b="1" dirty="0"/>
              <a:t>maioria</a:t>
            </a:r>
            <a:r>
              <a:rPr lang="pt-BR" sz="2400" dirty="0"/>
              <a:t>, em que prevalece a vontade do maior grupo. 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Cada uma destas vias tem </a:t>
            </a:r>
            <a:r>
              <a:rPr lang="pt-BR" sz="2400" u="sng" dirty="0"/>
              <a:t>vantagens</a:t>
            </a:r>
            <a:r>
              <a:rPr lang="pt-BR" sz="2400" dirty="0"/>
              <a:t> e </a:t>
            </a:r>
            <a:r>
              <a:rPr lang="pt-BR" sz="2400" u="sng" dirty="0"/>
              <a:t>desvantagens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674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6CF97-9739-01AD-211C-57DEE2683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6F1609C9-6C34-D638-5768-4B9B6D3B3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52AA4A3-E0B2-CEE9-81E2-BD24C1426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B1EAAA2-7AA2-1A67-E196-6495DDB4E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492C9CC-B37A-094F-269A-348C2776E01E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Processo de 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352AA39-AEE2-097B-955A-8E3C03684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pic>
        <p:nvPicPr>
          <p:cNvPr id="4" name="Imagem 2">
            <a:extLst>
              <a:ext uri="{FF2B5EF4-FFF2-40B4-BE49-F238E27FC236}">
                <a16:creationId xmlns:a16="http://schemas.microsoft.com/office/drawing/2014/main" id="{182CC2D3-61E8-5D06-0047-FBC1612CD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338" y="2317047"/>
            <a:ext cx="7196137" cy="3805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5299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2DEBB-31C1-4FB4-B8F1-82A89283D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7062118B-393A-4F8A-5095-79C82E0DC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5B52C2E-593B-FC51-26E4-C8A1A04BE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69EE882-09DB-3F34-B441-0A08FBBBB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92A48F8-2BE8-1785-8B6E-BBDA0C4F0958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Processo de 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E3CFEFD-166F-0D7F-5F3F-69B3D7092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pic>
        <p:nvPicPr>
          <p:cNvPr id="4" name="Imagem 4">
            <a:extLst>
              <a:ext uri="{FF2B5EF4-FFF2-40B4-BE49-F238E27FC236}">
                <a16:creationId xmlns:a16="http://schemas.microsoft.com/office/drawing/2014/main" id="{1F82CE0C-CD75-1B24-B1A9-0A5A848BA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469" y="2215523"/>
            <a:ext cx="708025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5535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5F899-5129-C8AC-C3B3-7423ED6F9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4907D6A7-DEF6-C8F1-CFCE-E6538ED1F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80C89BD-2B24-5EDE-FAC1-3355E4B81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0BD71DA-50CD-2C72-3FFE-980AB6525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30FB16E-AC72-EC60-2171-C593B2CFE944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Processo de 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6E83A61-6AA0-110C-E139-5DBD1474D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DEB61FA-7ACF-1291-C8DF-EB3982182DCC}"/>
              </a:ext>
            </a:extLst>
          </p:cNvPr>
          <p:cNvSpPr txBox="1"/>
          <p:nvPr/>
        </p:nvSpPr>
        <p:spPr>
          <a:xfrm>
            <a:off x="734590" y="1742321"/>
            <a:ext cx="10722820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O </a:t>
            </a:r>
            <a:r>
              <a:rPr lang="pt-BR" sz="2400" b="1" dirty="0"/>
              <a:t>consenso</a:t>
            </a:r>
            <a:r>
              <a:rPr lang="pt-BR" sz="2400" dirty="0"/>
              <a:t> é preferível para a resolução de uma negociação, mas é mais difícil de obter que a </a:t>
            </a:r>
            <a:r>
              <a:rPr lang="pt-BR" sz="2400" u="sng" dirty="0"/>
              <a:t>maioria</a:t>
            </a:r>
            <a:r>
              <a:rPr lang="pt-BR" sz="2400" dirty="0"/>
              <a:t>. No entanto qualquer engenheiro de requisitos deve procurar, com determinação, chegar a soluções de consenso para conflitos que surjam, já que isso conduz a situações de </a:t>
            </a:r>
            <a:r>
              <a:rPr lang="pt-BR" sz="2400" u="sng" dirty="0"/>
              <a:t>ganho mútuo</a:t>
            </a:r>
            <a:r>
              <a:rPr lang="pt-BR" sz="2400" dirty="0"/>
              <a:t> em que todos, de alguma maneira, ganham.</a:t>
            </a:r>
          </a:p>
        </p:txBody>
      </p:sp>
    </p:spTree>
    <p:extLst>
      <p:ext uri="{BB962C8B-B14F-4D97-AF65-F5344CB8AC3E}">
        <p14:creationId xmlns:p14="http://schemas.microsoft.com/office/powerpoint/2010/main" val="952966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15687-EC09-785E-F32F-5D3F6E0E8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222992F7-CDD3-150B-C574-BA8C22B4F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0CB1207-7545-B103-964D-6D72A856D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24D45C7-154C-F0A6-B353-F17D13877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6456017-974E-A161-09FD-D87E20F73EC2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Processo de 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6EE8352-5FBF-2F83-C10B-6B5332C34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6643F356-04CC-8D15-9A93-9D36DD17310F}"/>
              </a:ext>
            </a:extLst>
          </p:cNvPr>
          <p:cNvSpPr txBox="1"/>
          <p:nvPr/>
        </p:nvSpPr>
        <p:spPr>
          <a:xfrm>
            <a:off x="734590" y="1742321"/>
            <a:ext cx="1072282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O exemplo clássico em que o </a:t>
            </a:r>
            <a:r>
              <a:rPr lang="pt-BR" sz="2400" u="sng" dirty="0"/>
              <a:t>ganho mútuo</a:t>
            </a:r>
            <a:r>
              <a:rPr lang="pt-BR" sz="2400" dirty="0"/>
              <a:t> poderia trazer vantagens para todos é o de duas crianças que disputam uma laranja. Após alguma discussão, chegam à conclusão de que a solução é dividir a laranja ao meio, ficando cada uma delas com uma das metades. Para surpresa de ambas, verificou-se posteriormente que uma das crianças comeu a polpa e jogou fora a casca e a outra fez precisamente o contrário, pois pediu para lhe fazerem um doce de casca de laranja. A identificação dos interesses de cada uma das crianças poderia ter maximizado os ganhos de ambas, ficando uma com toda a polpa e outra com toda a casca.</a:t>
            </a:r>
          </a:p>
        </p:txBody>
      </p:sp>
    </p:spTree>
    <p:extLst>
      <p:ext uri="{BB962C8B-B14F-4D97-AF65-F5344CB8AC3E}">
        <p14:creationId xmlns:p14="http://schemas.microsoft.com/office/powerpoint/2010/main" val="3737596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95A3F-39ED-DB46-F24B-9A67B4FAE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F885D6F5-7A5A-554F-25C4-2CE0C6D78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893F7D8-F09B-2739-D49B-81346AB66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C595677-1826-E807-92FD-77CBDF64C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14EBB42-895A-A04A-11E7-595324F72439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Processo de Negociação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8E3CB65-2FA2-BCB0-842C-73FBAC3B4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D5F5F55-C598-8835-1C5C-826E68851A4A}"/>
              </a:ext>
            </a:extLst>
          </p:cNvPr>
          <p:cNvSpPr txBox="1"/>
          <p:nvPr/>
        </p:nvSpPr>
        <p:spPr>
          <a:xfrm>
            <a:off x="734590" y="1742321"/>
            <a:ext cx="10722820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Na </a:t>
            </a:r>
            <a:r>
              <a:rPr lang="pt-BR" sz="2400" b="1" dirty="0"/>
              <a:t>pós-negociação</a:t>
            </a:r>
            <a:r>
              <a:rPr lang="pt-BR" sz="2400" dirty="0"/>
              <a:t>, analisa-se e avalia-se o resultado da negociação, sugerindo a </a:t>
            </a:r>
            <a:r>
              <a:rPr lang="pt-BR" sz="2400" u="sng" dirty="0"/>
              <a:t>renegociação</a:t>
            </a:r>
            <a:r>
              <a:rPr lang="pt-BR" sz="2400" dirty="0"/>
              <a:t>, se necessário e possível, ou tentando encontrar melhores soluções. 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Neste caso, pode-se encontrar, por exemplo, uma alternativa que aumente a satisfação de uma das partes sem baixar a das outras. Neste passo, deve-se ainda garantir que o </a:t>
            </a:r>
            <a:r>
              <a:rPr lang="pt-BR" sz="2400" u="sng" dirty="0"/>
              <a:t>comprometimento das partes interessadas</a:t>
            </a:r>
            <a:r>
              <a:rPr lang="pt-BR" sz="2400" dirty="0"/>
              <a:t> face ao acordo alcançado se mantém ao longo do tempo.</a:t>
            </a:r>
          </a:p>
        </p:txBody>
      </p:sp>
    </p:spTree>
    <p:extLst>
      <p:ext uri="{BB962C8B-B14F-4D97-AF65-F5344CB8AC3E}">
        <p14:creationId xmlns:p14="http://schemas.microsoft.com/office/powerpoint/2010/main" val="281110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89775" y="690456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Dúvidas ???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pic>
        <p:nvPicPr>
          <p:cNvPr id="4" name="Picture 4" descr="a cartoon pug dog with a question mark above its head">
            <a:extLst>
              <a:ext uri="{FF2B5EF4-FFF2-40B4-BE49-F238E27FC236}">
                <a16:creationId xmlns:a16="http://schemas.microsoft.com/office/drawing/2014/main" id="{C1F1CFF8-B374-2A77-89F3-2D5919237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714" y="2355572"/>
            <a:ext cx="3977665" cy="397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13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Referência bibliográfica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623053"/>
            <a:ext cx="1072282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000" dirty="0"/>
              <a:t>Fernandes, João M.; Machado, Ricardo J.. Requisitos em projetos de software e de sistemas de informação (p. 180). </a:t>
            </a:r>
            <a:r>
              <a:rPr lang="pt-BR" altLang="pt-BR" sz="2000" dirty="0" err="1"/>
              <a:t>Novatec</a:t>
            </a:r>
            <a:r>
              <a:rPr lang="pt-BR" altLang="pt-BR" sz="2000" dirty="0"/>
              <a:t> Editora. Edição do Kindle.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000" dirty="0"/>
          </a:p>
        </p:txBody>
      </p:sp>
    </p:spTree>
    <p:extLst>
      <p:ext uri="{BB962C8B-B14F-4D97-AF65-F5344CB8AC3E}">
        <p14:creationId xmlns:p14="http://schemas.microsoft.com/office/powerpoint/2010/main" val="1044964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Exercício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623053"/>
            <a:ext cx="1072282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defRPr/>
            </a:pPr>
            <a:r>
              <a:rPr lang="pt-BR" sz="2400" dirty="0"/>
              <a:t>Com base no que entendemos, inicialmente, sobre negociação de requisitos, responda:</a:t>
            </a:r>
          </a:p>
          <a:p>
            <a:pPr marL="0" indent="0">
              <a:lnSpc>
                <a:spcPct val="150000"/>
              </a:lnSpc>
              <a:defRPr/>
            </a:pPr>
            <a:r>
              <a:rPr lang="pt-BR" sz="2400" dirty="0"/>
              <a:t>Quais dos seguintes critérios/dimensões devem existir em um mecanismo de classificação de processos de negociação de requisitos? Justifique a sua resposta.</a:t>
            </a:r>
          </a:p>
          <a:p>
            <a:pPr marL="0" indent="0">
              <a:lnSpc>
                <a:spcPct val="150000"/>
              </a:lnSpc>
              <a:defRPr/>
            </a:pPr>
            <a:endParaRPr lang="pt-BR" sz="2400" dirty="0"/>
          </a:p>
          <a:p>
            <a:pPr>
              <a:lnSpc>
                <a:spcPct val="150000"/>
              </a:lnSpc>
              <a:buFontTx/>
              <a:buAutoNum type="alphaLcParenBoth"/>
              <a:defRPr/>
            </a:pPr>
            <a:r>
              <a:rPr lang="pt-BR" sz="2400" dirty="0"/>
              <a:t>Suporte à renegociação, </a:t>
            </a:r>
          </a:p>
          <a:p>
            <a:pPr>
              <a:lnSpc>
                <a:spcPct val="150000"/>
              </a:lnSpc>
              <a:buFontTx/>
              <a:buAutoNum type="alphaLcParenBoth"/>
              <a:defRPr/>
            </a:pPr>
            <a:r>
              <a:rPr lang="pt-BR" sz="2400" dirty="0"/>
              <a:t>Estratégia de resolução de conflitos, </a:t>
            </a:r>
          </a:p>
          <a:p>
            <a:pPr>
              <a:lnSpc>
                <a:spcPct val="150000"/>
              </a:lnSpc>
              <a:buFontTx/>
              <a:buAutoNum type="alphaLcParenBoth"/>
              <a:defRPr/>
            </a:pPr>
            <a:r>
              <a:rPr lang="pt-BR" sz="2400" dirty="0"/>
              <a:t>Grau de automatização, </a:t>
            </a:r>
          </a:p>
          <a:p>
            <a:pPr>
              <a:lnSpc>
                <a:spcPct val="150000"/>
              </a:lnSpc>
              <a:buFontTx/>
              <a:buAutoNum type="alphaLcParenBoth"/>
              <a:defRPr/>
            </a:pPr>
            <a:r>
              <a:rPr lang="pt-BR" sz="2400" dirty="0"/>
              <a:t>Documentação de suporte.</a:t>
            </a:r>
          </a:p>
        </p:txBody>
      </p:sp>
    </p:spTree>
    <p:extLst>
      <p:ext uri="{BB962C8B-B14F-4D97-AF65-F5344CB8AC3E}">
        <p14:creationId xmlns:p14="http://schemas.microsoft.com/office/powerpoint/2010/main" val="917221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D9C21255-832C-0C97-CDB6-FEDA35FCEE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68" b="4073"/>
          <a:stretch/>
        </p:blipFill>
        <p:spPr>
          <a:xfrm>
            <a:off x="6482632" y="-59933"/>
            <a:ext cx="5711925" cy="693617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E45FD73-4524-6DDC-9022-1AE8D1B31D56}"/>
              </a:ext>
            </a:extLst>
          </p:cNvPr>
          <p:cNvSpPr txBox="1"/>
          <p:nvPr/>
        </p:nvSpPr>
        <p:spPr>
          <a:xfrm>
            <a:off x="964799" y="963898"/>
            <a:ext cx="649070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Profª. Chaiene M. da Silva Minella, MSc.</a:t>
            </a:r>
          </a:p>
          <a:p>
            <a:r>
              <a:rPr lang="pt-BR" sz="2400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Engetec | Engenharia de Software</a:t>
            </a:r>
          </a:p>
          <a:p>
            <a:r>
              <a:rPr lang="pt-BR" sz="2400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chaiene.minella@univille.br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BE1C8A9-5FC8-F58D-EDE5-270C56DC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20" y="4405971"/>
            <a:ext cx="3787695" cy="16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763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4842f8-7ef1-496c-81d4-96339beddf31">
      <Terms xmlns="http://schemas.microsoft.com/office/infopath/2007/PartnerControls"/>
    </lcf76f155ced4ddcb4097134ff3c332f>
    <_ip_UnifiedCompliancePolicyUIAction xmlns="http://schemas.microsoft.com/sharepoint/v3" xsi:nil="true"/>
    <N_x00fa_mero xmlns="d24842f8-7ef1-496c-81d4-96339beddf31" xsi:nil="true"/>
    <Data xmlns="d24842f8-7ef1-496c-81d4-96339beddf31" xsi:nil="true"/>
    <DataeHora xmlns="d24842f8-7ef1-496c-81d4-96339beddf31" xsi:nil="true"/>
    <_ip_UnifiedCompliancePolicyProperties xmlns="http://schemas.microsoft.com/sharepoint/v3" xsi:nil="true"/>
    <TaxCatchAll xmlns="c449436b-c177-4fc4-b4b5-7bced3aa4339" xsi:nil="true"/>
    <_Flow_SignoffStatus xmlns="d24842f8-7ef1-496c-81d4-96339beddf3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9B7C91391FBB4790D15430585BD576" ma:contentTypeVersion="24" ma:contentTypeDescription="Crie um novo documento." ma:contentTypeScope="" ma:versionID="352ad4e336e23d8ae6c3cbead189ee20">
  <xsd:schema xmlns:xsd="http://www.w3.org/2001/XMLSchema" xmlns:xs="http://www.w3.org/2001/XMLSchema" xmlns:p="http://schemas.microsoft.com/office/2006/metadata/properties" xmlns:ns1="http://schemas.microsoft.com/sharepoint/v3" xmlns:ns2="d24842f8-7ef1-496c-81d4-96339beddf31" xmlns:ns3="c449436b-c177-4fc4-b4b5-7bced3aa4339" targetNamespace="http://schemas.microsoft.com/office/2006/metadata/properties" ma:root="true" ma:fieldsID="8fed7937480412d05220b1982a8ea47f" ns1:_="" ns2:_="" ns3:_="">
    <xsd:import namespace="http://schemas.microsoft.com/sharepoint/v3"/>
    <xsd:import namespace="d24842f8-7ef1-496c-81d4-96339beddf31"/>
    <xsd:import namespace="c449436b-c177-4fc4-b4b5-7bced3aa43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N_x00fa_mero" minOccurs="0"/>
                <xsd:element ref="ns2:Data" minOccurs="0"/>
                <xsd:element ref="ns2:DataeHora" minOccurs="0"/>
                <xsd:element ref="ns2:MediaServiceSearchProperties" minOccurs="0"/>
                <xsd:element ref="ns2:_Flow_SignoffStatu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4842f8-7ef1-496c-81d4-96339beddf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Marcações de imagem" ma:readOnly="false" ma:fieldId="{5cf76f15-5ced-4ddc-b409-7134ff3c332f}" ma:taxonomyMulti="true" ma:sspId="6abd3df3-db9b-46ca-b07f-13c267e856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N_x00fa_mero" ma:index="26" nillable="true" ma:displayName="Número" ma:format="Dropdown" ma:internalName="N_x00fa_mero" ma:percentage="FALSE">
      <xsd:simpleType>
        <xsd:restriction base="dms:Number"/>
      </xsd:simpleType>
    </xsd:element>
    <xsd:element name="Data" ma:index="27" nillable="true" ma:displayName="Data" ma:format="DateTime" ma:internalName="Data">
      <xsd:simpleType>
        <xsd:restriction base="dms:DateTime"/>
      </xsd:simpleType>
    </xsd:element>
    <xsd:element name="DataeHora" ma:index="28" nillable="true" ma:displayName="Data e Hora" ma:format="DateTime" ma:internalName="DataeHora">
      <xsd:simpleType>
        <xsd:restriction base="dms:DateTime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30" nillable="true" ma:displayName="Status de liberação" ma:internalName="Status_x0020_de_x0020_libera_x00e7__x00e3_o">
      <xsd:simpleType>
        <xsd:restriction base="dms:Text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49436b-c177-4fc4-b4b5-7bced3aa43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001397b2-60c4-4a6e-b399-fdccb5dd0c2d}" ma:internalName="TaxCatchAll" ma:showField="CatchAllData" ma:web="c449436b-c177-4fc4-b4b5-7bced3aa43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374677-D8F3-4450-81AC-53128A12B2B0}">
  <ds:schemaRefs>
    <ds:schemaRef ds:uri="http://schemas.microsoft.com/office/2006/metadata/properties"/>
    <ds:schemaRef ds:uri="http://schemas.microsoft.com/office/infopath/2007/PartnerControls"/>
    <ds:schemaRef ds:uri="d24842f8-7ef1-496c-81d4-96339beddf31"/>
    <ds:schemaRef ds:uri="http://schemas.microsoft.com/sharepoint/v3"/>
    <ds:schemaRef ds:uri="c449436b-c177-4fc4-b4b5-7bced3aa4339"/>
  </ds:schemaRefs>
</ds:datastoreItem>
</file>

<file path=customXml/itemProps2.xml><?xml version="1.0" encoding="utf-8"?>
<ds:datastoreItem xmlns:ds="http://schemas.openxmlformats.org/officeDocument/2006/customXml" ds:itemID="{48E6E203-6BAE-46D0-9474-0FAA28088B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24842f8-7ef1-496c-81d4-96339beddf31"/>
    <ds:schemaRef ds:uri="c449436b-c177-4fc4-b4b5-7bced3aa43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3FD91B-4437-4986-B7C6-7FE5E9555C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1053</Words>
  <Application>Microsoft Office PowerPoint</Application>
  <PresentationFormat>Widescreen</PresentationFormat>
  <Paragraphs>88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0" baseType="lpstr">
      <vt:lpstr>Arial</vt:lpstr>
      <vt:lpstr>Avenir Next LT Pro</vt:lpstr>
      <vt:lpstr>Calibri</vt:lpstr>
      <vt:lpstr>Calibri Light</vt:lpstr>
      <vt:lpstr>Courier New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>CHAIENE MERCEDES DA SILVA MINELLA</cp:lastModifiedBy>
  <cp:revision>100</cp:revision>
  <dcterms:created xsi:type="dcterms:W3CDTF">2024-02-21T18:56:16Z</dcterms:created>
  <dcterms:modified xsi:type="dcterms:W3CDTF">2024-10-31T11:28:15Z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0x010100449B7C91391FBB4790D15430585BD576</vt:lpwstr>
  </property>
  <property fmtid="{D5CDD505-2E9C-101B-9397-08002B2CF9AE}" pid="3" name="MediaServiceImageTags">
    <vt:lpwstr/>
  </property>
</Properties>
</file>