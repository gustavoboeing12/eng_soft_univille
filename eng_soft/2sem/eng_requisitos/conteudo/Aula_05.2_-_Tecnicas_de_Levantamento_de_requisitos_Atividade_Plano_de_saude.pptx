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  <p:sldMasterId id="2147483652" r:id="rId2"/>
    <p:sldMasterId id="2147483661" r:id="rId3"/>
  </p:sldMasterIdLst>
  <p:notesMasterIdLst>
    <p:notesMasterId r:id="rId14"/>
  </p:notesMasterIdLst>
  <p:sldIdLst>
    <p:sldId id="585" r:id="rId4"/>
    <p:sldId id="261" r:id="rId5"/>
    <p:sldId id="262" r:id="rId6"/>
    <p:sldId id="369" r:id="rId7"/>
    <p:sldId id="370" r:id="rId8"/>
    <p:sldId id="371" r:id="rId9"/>
    <p:sldId id="372" r:id="rId10"/>
    <p:sldId id="373" r:id="rId11"/>
    <p:sldId id="375" r:id="rId12"/>
    <p:sldId id="58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F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21"/>
    <p:restoredTop sz="94634"/>
  </p:normalViewPr>
  <p:slideViewPr>
    <p:cSldViewPr snapToGrid="0" snapToObjects="1">
      <p:cViewPr varScale="1">
        <p:scale>
          <a:sx n="60" d="100"/>
          <a:sy n="60" d="100"/>
        </p:scale>
        <p:origin x="728" y="4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microsoft.com/office/2016/11/relationships/changesInfo" Target="changesInfos/changesInfo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IENE MERCEDES DA SILVA MINELLA" userId="S::chaiene.minella@univille.br::03c40756-137a-4d89-92ad-627326a1a7b4" providerId="AD" clId="Web-{8C79A82B-8D81-103C-CF72-5CC59C5A9C3B}"/>
    <pc:docChg chg="modSld">
      <pc:chgData name="CHAIENE MERCEDES DA SILVA MINELLA" userId="S::chaiene.minella@univille.br::03c40756-137a-4d89-92ad-627326a1a7b4" providerId="AD" clId="Web-{8C79A82B-8D81-103C-CF72-5CC59C5A9C3B}" dt="2025-09-10T00:11:13.401" v="6" actId="20577"/>
      <pc:docMkLst>
        <pc:docMk/>
      </pc:docMkLst>
      <pc:sldChg chg="modSp">
        <pc:chgData name="CHAIENE MERCEDES DA SILVA MINELLA" userId="S::chaiene.minella@univille.br::03c40756-137a-4d89-92ad-627326a1a7b4" providerId="AD" clId="Web-{8C79A82B-8D81-103C-CF72-5CC59C5A9C3B}" dt="2025-09-10T00:11:13.401" v="6" actId="20577"/>
        <pc:sldMkLst>
          <pc:docMk/>
          <pc:sldMk cId="4036651834" sldId="375"/>
        </pc:sldMkLst>
        <pc:spChg chg="mod">
          <ac:chgData name="CHAIENE MERCEDES DA SILVA MINELLA" userId="S::chaiene.minella@univille.br::03c40756-137a-4d89-92ad-627326a1a7b4" providerId="AD" clId="Web-{8C79A82B-8D81-103C-CF72-5CC59C5A9C3B}" dt="2025-09-10T00:11:13.401" v="6" actId="20577"/>
          <ac:spMkLst>
            <pc:docMk/>
            <pc:sldMk cId="4036651834" sldId="375"/>
            <ac:spMk id="4" creationId="{00000000-0000-0000-0000-000000000000}"/>
          </ac:spMkLst>
        </pc:spChg>
      </pc:sldChg>
    </pc:docChg>
  </pc:docChgLst>
  <pc:docChgLst>
    <pc:chgData name="CHAIENE MERCEDES DA SILVA MINELLA" userId="03c40756-137a-4d89-92ad-627326a1a7b4" providerId="ADAL" clId="{BBC7E63C-FFD6-4545-BDBC-3D98F0201E37}"/>
    <pc:docChg chg="modSld">
      <pc:chgData name="CHAIENE MERCEDES DA SILVA MINELLA" userId="03c40756-137a-4d89-92ad-627326a1a7b4" providerId="ADAL" clId="{BBC7E63C-FFD6-4545-BDBC-3D98F0201E37}" dt="2023-09-13T23:53:47.728" v="52" actId="6549"/>
      <pc:docMkLst>
        <pc:docMk/>
      </pc:docMkLst>
      <pc:sldChg chg="modSp">
        <pc:chgData name="CHAIENE MERCEDES DA SILVA MINELLA" userId="03c40756-137a-4d89-92ad-627326a1a7b4" providerId="ADAL" clId="{BBC7E63C-FFD6-4545-BDBC-3D98F0201E37}" dt="2023-09-13T16:38:03.157" v="4" actId="1076"/>
        <pc:sldMkLst>
          <pc:docMk/>
          <pc:sldMk cId="0" sldId="370"/>
        </pc:sldMkLst>
      </pc:sldChg>
      <pc:sldChg chg="modSp">
        <pc:chgData name="CHAIENE MERCEDES DA SILVA MINELLA" userId="03c40756-137a-4d89-92ad-627326a1a7b4" providerId="ADAL" clId="{BBC7E63C-FFD6-4545-BDBC-3D98F0201E37}" dt="2023-09-13T16:37:53.032" v="3" actId="1076"/>
        <pc:sldMkLst>
          <pc:docMk/>
          <pc:sldMk cId="0" sldId="372"/>
        </pc:sldMkLst>
      </pc:sldChg>
      <pc:sldChg chg="modSp">
        <pc:chgData name="CHAIENE MERCEDES DA SILVA MINELLA" userId="03c40756-137a-4d89-92ad-627326a1a7b4" providerId="ADAL" clId="{BBC7E63C-FFD6-4545-BDBC-3D98F0201E37}" dt="2023-09-13T16:37:48.603" v="2" actId="1076"/>
        <pc:sldMkLst>
          <pc:docMk/>
          <pc:sldMk cId="0" sldId="373"/>
        </pc:sldMkLst>
      </pc:sldChg>
      <pc:sldChg chg="modSp mod">
        <pc:chgData name="CHAIENE MERCEDES DA SILVA MINELLA" userId="03c40756-137a-4d89-92ad-627326a1a7b4" providerId="ADAL" clId="{BBC7E63C-FFD6-4545-BDBC-3D98F0201E37}" dt="2023-09-13T23:04:51.157" v="51" actId="20577"/>
        <pc:sldMkLst>
          <pc:docMk/>
          <pc:sldMk cId="4036651834" sldId="375"/>
        </pc:sldMkLst>
      </pc:sldChg>
      <pc:sldChg chg="modSp">
        <pc:chgData name="CHAIENE MERCEDES DA SILVA MINELLA" userId="03c40756-137a-4d89-92ad-627326a1a7b4" providerId="ADAL" clId="{BBC7E63C-FFD6-4545-BDBC-3D98F0201E37}" dt="2023-09-13T23:53:47.728" v="52" actId="6549"/>
        <pc:sldMkLst>
          <pc:docMk/>
          <pc:sldMk cId="2448033254" sldId="585"/>
        </pc:sldMkLst>
      </pc:sldChg>
    </pc:docChg>
  </pc:docChgLst>
  <pc:docChgLst>
    <pc:chgData name="CHAIENE MERCEDES DA SILVA MINELLA" userId="S::chaiene.minella@univille.br::03c40756-137a-4d89-92ad-627326a1a7b4" providerId="AD" clId="Web-{2BF9F97B-95BD-CD94-58A9-6BAF1192264A}"/>
    <pc:docChg chg="modSld">
      <pc:chgData name="CHAIENE MERCEDES DA SILVA MINELLA" userId="S::chaiene.minella@univille.br::03c40756-137a-4d89-92ad-627326a1a7b4" providerId="AD" clId="Web-{2BF9F97B-95BD-CD94-58A9-6BAF1192264A}" dt="2025-09-09T22:58:06.019" v="12" actId="20577"/>
      <pc:docMkLst>
        <pc:docMk/>
      </pc:docMkLst>
      <pc:sldChg chg="modSp">
        <pc:chgData name="CHAIENE MERCEDES DA SILVA MINELLA" userId="S::chaiene.minella@univille.br::03c40756-137a-4d89-92ad-627326a1a7b4" providerId="AD" clId="Web-{2BF9F97B-95BD-CD94-58A9-6BAF1192264A}" dt="2025-09-09T22:58:06.019" v="12" actId="20577"/>
        <pc:sldMkLst>
          <pc:docMk/>
          <pc:sldMk cId="4036651834" sldId="375"/>
        </pc:sldMkLst>
        <pc:spChg chg="mod">
          <ac:chgData name="CHAIENE MERCEDES DA SILVA MINELLA" userId="S::chaiene.minella@univille.br::03c40756-137a-4d89-92ad-627326a1a7b4" providerId="AD" clId="Web-{2BF9F97B-95BD-CD94-58A9-6BAF1192264A}" dt="2025-09-09T22:58:06.019" v="12" actId="20577"/>
          <ac:spMkLst>
            <pc:docMk/>
            <pc:sldMk cId="4036651834" sldId="375"/>
            <ac:spMk id="4" creationId="{00000000-0000-0000-0000-000000000000}"/>
          </ac:spMkLst>
        </pc:spChg>
      </pc:sldChg>
    </pc:docChg>
  </pc:docChgLst>
  <pc:docChgLst>
    <pc:chgData name="MINELLA" userId="03c40756-137a-4d89-92ad-627326a1a7b4" providerId="ADAL" clId="{4D4DDDCB-A87F-4020-A616-831BCAD3F235}"/>
    <pc:docChg chg="undo custSel addSld delSld modSld modMainMaster">
      <pc:chgData name="MINELLA" userId="03c40756-137a-4d89-92ad-627326a1a7b4" providerId="ADAL" clId="{4D4DDDCB-A87F-4020-A616-831BCAD3F235}" dt="2023-04-24T17:01:00.056" v="114" actId="47"/>
      <pc:docMkLst>
        <pc:docMk/>
      </pc:docMkLst>
      <pc:sldChg chg="del">
        <pc:chgData name="MINELLA" userId="03c40756-137a-4d89-92ad-627326a1a7b4" providerId="ADAL" clId="{4D4DDDCB-A87F-4020-A616-831BCAD3F235}" dt="2023-04-24T17:01:00.056" v="114" actId="47"/>
        <pc:sldMkLst>
          <pc:docMk/>
          <pc:sldMk cId="771943841" sldId="256"/>
        </pc:sldMkLst>
      </pc:sldChg>
      <pc:sldChg chg="del">
        <pc:chgData name="MINELLA" userId="03c40756-137a-4d89-92ad-627326a1a7b4" providerId="ADAL" clId="{4D4DDDCB-A87F-4020-A616-831BCAD3F235}" dt="2023-04-24T16:59:23.311" v="49" actId="47"/>
        <pc:sldMkLst>
          <pc:docMk/>
          <pc:sldMk cId="975854116" sldId="260"/>
        </pc:sldMkLst>
      </pc:sldChg>
      <pc:sldChg chg="addSp delSp modSp mod">
        <pc:chgData name="MINELLA" userId="03c40756-137a-4d89-92ad-627326a1a7b4" providerId="ADAL" clId="{4D4DDDCB-A87F-4020-A616-831BCAD3F235}" dt="2023-04-24T16:58:29.823" v="38"/>
        <pc:sldMkLst>
          <pc:docMk/>
          <pc:sldMk cId="3318513220" sldId="261"/>
        </pc:sldMkLst>
      </pc:sldChg>
      <pc:sldChg chg="addSp delSp modSp mod">
        <pc:chgData name="MINELLA" userId="03c40756-137a-4d89-92ad-627326a1a7b4" providerId="ADAL" clId="{4D4DDDCB-A87F-4020-A616-831BCAD3F235}" dt="2023-04-24T16:58:19.396" v="37" actId="14100"/>
        <pc:sldMkLst>
          <pc:docMk/>
          <pc:sldMk cId="3105722281" sldId="262"/>
        </pc:sldMkLst>
      </pc:sldChg>
      <pc:sldChg chg="addSp modSp">
        <pc:chgData name="MINELLA" userId="03c40756-137a-4d89-92ad-627326a1a7b4" providerId="ADAL" clId="{4D4DDDCB-A87F-4020-A616-831BCAD3F235}" dt="2023-04-24T16:58:35.805" v="40"/>
        <pc:sldMkLst>
          <pc:docMk/>
          <pc:sldMk cId="0" sldId="369"/>
        </pc:sldMkLst>
      </pc:sldChg>
      <pc:sldChg chg="addSp modSp">
        <pc:chgData name="MINELLA" userId="03c40756-137a-4d89-92ad-627326a1a7b4" providerId="ADAL" clId="{4D4DDDCB-A87F-4020-A616-831BCAD3F235}" dt="2023-04-24T16:58:38.421" v="41"/>
        <pc:sldMkLst>
          <pc:docMk/>
          <pc:sldMk cId="0" sldId="370"/>
        </pc:sldMkLst>
      </pc:sldChg>
      <pc:sldChg chg="addSp modSp">
        <pc:chgData name="MINELLA" userId="03c40756-137a-4d89-92ad-627326a1a7b4" providerId="ADAL" clId="{4D4DDDCB-A87F-4020-A616-831BCAD3F235}" dt="2023-04-24T16:58:40.050" v="42"/>
        <pc:sldMkLst>
          <pc:docMk/>
          <pc:sldMk cId="0" sldId="371"/>
        </pc:sldMkLst>
      </pc:sldChg>
      <pc:sldChg chg="addSp modSp">
        <pc:chgData name="MINELLA" userId="03c40756-137a-4d89-92ad-627326a1a7b4" providerId="ADAL" clId="{4D4DDDCB-A87F-4020-A616-831BCAD3F235}" dt="2023-04-24T16:58:42.293" v="43"/>
        <pc:sldMkLst>
          <pc:docMk/>
          <pc:sldMk cId="0" sldId="372"/>
        </pc:sldMkLst>
      </pc:sldChg>
      <pc:sldChg chg="addSp modSp">
        <pc:chgData name="MINELLA" userId="03c40756-137a-4d89-92ad-627326a1a7b4" providerId="ADAL" clId="{4D4DDDCB-A87F-4020-A616-831BCAD3F235}" dt="2023-04-24T16:58:45.727" v="44"/>
        <pc:sldMkLst>
          <pc:docMk/>
          <pc:sldMk cId="0" sldId="373"/>
        </pc:sldMkLst>
      </pc:sldChg>
      <pc:sldChg chg="addSp modSp mod">
        <pc:chgData name="MINELLA" userId="03c40756-137a-4d89-92ad-627326a1a7b4" providerId="ADAL" clId="{4D4DDDCB-A87F-4020-A616-831BCAD3F235}" dt="2023-04-24T16:59:06.871" v="47" actId="255"/>
        <pc:sldMkLst>
          <pc:docMk/>
          <pc:sldMk cId="4036651834" sldId="375"/>
        </pc:sldMkLst>
      </pc:sldChg>
      <pc:sldChg chg="modSp add mod">
        <pc:chgData name="MINELLA" userId="03c40756-137a-4d89-92ad-627326a1a7b4" providerId="ADAL" clId="{4D4DDDCB-A87F-4020-A616-831BCAD3F235}" dt="2023-04-24T16:59:44.818" v="57" actId="14100"/>
        <pc:sldMkLst>
          <pc:docMk/>
          <pc:sldMk cId="746303720" sldId="584"/>
        </pc:sldMkLst>
      </pc:sldChg>
      <pc:sldChg chg="modSp add mod modNotes">
        <pc:chgData name="MINELLA" userId="03c40756-137a-4d89-92ad-627326a1a7b4" providerId="ADAL" clId="{4D4DDDCB-A87F-4020-A616-831BCAD3F235}" dt="2023-04-24T17:00:48.151" v="113" actId="1035"/>
        <pc:sldMkLst>
          <pc:docMk/>
          <pc:sldMk cId="2448033254" sldId="585"/>
        </pc:sldMkLst>
      </pc:sldChg>
      <pc:sldChg chg="modSp add del modNotes">
        <pc:chgData name="MINELLA" userId="03c40756-137a-4d89-92ad-627326a1a7b4" providerId="ADAL" clId="{4D4DDDCB-A87F-4020-A616-831BCAD3F235}" dt="2023-04-24T16:58:32.308" v="39" actId="47"/>
        <pc:sldMkLst>
          <pc:docMk/>
          <pc:sldMk cId="1931630728" sldId="605"/>
        </pc:sldMkLst>
      </pc:sldChg>
      <pc:sldChg chg="add del">
        <pc:chgData name="MINELLA" userId="03c40756-137a-4d89-92ad-627326a1a7b4" providerId="ADAL" clId="{4D4DDDCB-A87F-4020-A616-831BCAD3F235}" dt="2023-04-24T16:56:59.177" v="19"/>
        <pc:sldMkLst>
          <pc:docMk/>
          <pc:sldMk cId="3273440306" sldId="605"/>
        </pc:sldMkLst>
      </pc:sldChg>
      <pc:sldMasterChg chg="delSldLayout">
        <pc:chgData name="MINELLA" userId="03c40756-137a-4d89-92ad-627326a1a7b4" providerId="ADAL" clId="{4D4DDDCB-A87F-4020-A616-831BCAD3F235}" dt="2023-04-24T16:58:32.308" v="39" actId="47"/>
        <pc:sldMasterMkLst>
          <pc:docMk/>
          <pc:sldMasterMk cId="2682856836" sldId="2147483652"/>
        </pc:sldMasterMkLst>
        <pc:sldLayoutChg chg="del">
          <pc:chgData name="MINELLA" userId="03c40756-137a-4d89-92ad-627326a1a7b4" providerId="ADAL" clId="{4D4DDDCB-A87F-4020-A616-831BCAD3F235}" dt="2023-04-24T16:58:32.308" v="39" actId="47"/>
          <pc:sldLayoutMkLst>
            <pc:docMk/>
            <pc:sldMasterMk cId="2682856836" sldId="2147483652"/>
            <pc:sldLayoutMk cId="2944488060" sldId="2147483666"/>
          </pc:sldLayoutMkLst>
        </pc:sldLayoutChg>
      </pc:sldMasterChg>
      <pc:sldMasterChg chg="addSp">
        <pc:chgData name="MINELLA" userId="03c40756-137a-4d89-92ad-627326a1a7b4" providerId="ADAL" clId="{4D4DDDCB-A87F-4020-A616-831BCAD3F235}" dt="2023-04-24T16:55:17.098" v="0"/>
        <pc:sldMasterMkLst>
          <pc:docMk/>
          <pc:sldMasterMk cId="476555350" sldId="2147483666"/>
        </pc:sldMasterMkLst>
      </pc:sldMasterChg>
      <pc:sldMasterChg chg="addSp">
        <pc:chgData name="MINELLA" userId="03c40756-137a-4d89-92ad-627326a1a7b4" providerId="ADAL" clId="{4D4DDDCB-A87F-4020-A616-831BCAD3F235}" dt="2023-04-24T16:56:20.439" v="6"/>
        <pc:sldMasterMkLst>
          <pc:docMk/>
          <pc:sldMasterMk cId="3457656344" sldId="2147483672"/>
        </pc:sldMasterMkLst>
      </pc:sldMasterChg>
      <pc:sldMasterChg chg="addSp">
        <pc:chgData name="MINELLA" userId="03c40756-137a-4d89-92ad-627326a1a7b4" providerId="ADAL" clId="{4D4DDDCB-A87F-4020-A616-831BCAD3F235}" dt="2023-04-24T16:56:21.730" v="7"/>
        <pc:sldMasterMkLst>
          <pc:docMk/>
          <pc:sldMasterMk cId="4143017341" sldId="2147483677"/>
        </pc:sldMasterMkLst>
      </pc:sldMasterChg>
      <pc:sldMasterChg chg="addSp">
        <pc:chgData name="MINELLA" userId="03c40756-137a-4d89-92ad-627326a1a7b4" providerId="ADAL" clId="{4D4DDDCB-A87F-4020-A616-831BCAD3F235}" dt="2023-04-24T16:56:23.591" v="8"/>
        <pc:sldMasterMkLst>
          <pc:docMk/>
          <pc:sldMasterMk cId="1525830519" sldId="2147483682"/>
        </pc:sldMasterMkLst>
      </pc:sldMasterChg>
    </pc:docChg>
  </pc:docChgLst>
  <pc:docChgLst>
    <pc:chgData name="CHAIENE MERCEDES DA SILVA MINELLA" userId="03c40756-137a-4d89-92ad-627326a1a7b4" providerId="ADAL" clId="{D8D521C5-D2A0-49BB-BA56-48E637C0404E}"/>
    <pc:docChg chg="modSld">
      <pc:chgData name="CHAIENE MERCEDES DA SILVA MINELLA" userId="03c40756-137a-4d89-92ad-627326a1a7b4" providerId="ADAL" clId="{D8D521C5-D2A0-49BB-BA56-48E637C0404E}" dt="2022-03-04T20:37:28.987" v="113" actId="1076"/>
      <pc:docMkLst>
        <pc:docMk/>
      </pc:docMkLst>
      <pc:sldChg chg="addSp modSp mod">
        <pc:chgData name="CHAIENE MERCEDES DA SILVA MINELLA" userId="03c40756-137a-4d89-92ad-627326a1a7b4" providerId="ADAL" clId="{D8D521C5-D2A0-49BB-BA56-48E637C0404E}" dt="2022-03-04T20:37:28.987" v="113" actId="1076"/>
        <pc:sldMkLst>
          <pc:docMk/>
          <pc:sldMk cId="771943841" sldId="256"/>
        </pc:sldMkLst>
      </pc:sldChg>
    </pc:docChg>
  </pc:docChgLst>
  <pc:docChgLst>
    <pc:chgData name="CHAIENE MERCEDES DA SILVA MINELLA" userId="03c40756-137a-4d89-92ad-627326a1a7b4" providerId="ADAL" clId="{F474F16A-8AE1-4014-A92C-066C306021E6}"/>
    <pc:docChg chg="modSld">
      <pc:chgData name="CHAIENE MERCEDES DA SILVA MINELLA" userId="03c40756-137a-4d89-92ad-627326a1a7b4" providerId="ADAL" clId="{F474F16A-8AE1-4014-A92C-066C306021E6}" dt="2025-09-12T13:21:26.157" v="10" actId="6549"/>
      <pc:docMkLst>
        <pc:docMk/>
      </pc:docMkLst>
      <pc:sldChg chg="modSp mod">
        <pc:chgData name="CHAIENE MERCEDES DA SILVA MINELLA" userId="03c40756-137a-4d89-92ad-627326a1a7b4" providerId="ADAL" clId="{F474F16A-8AE1-4014-A92C-066C306021E6}" dt="2025-09-12T13:21:26.157" v="10" actId="6549"/>
        <pc:sldMkLst>
          <pc:docMk/>
          <pc:sldMk cId="4036651834" sldId="375"/>
        </pc:sldMkLst>
        <pc:spChg chg="mod">
          <ac:chgData name="CHAIENE MERCEDES DA SILVA MINELLA" userId="03c40756-137a-4d89-92ad-627326a1a7b4" providerId="ADAL" clId="{F474F16A-8AE1-4014-A92C-066C306021E6}" dt="2025-09-12T13:21:26.157" v="10" actId="6549"/>
          <ac:spMkLst>
            <pc:docMk/>
            <pc:sldMk cId="4036651834" sldId="375"/>
            <ac:spMk id="4" creationId="{00000000-0000-0000-0000-000000000000}"/>
          </ac:spMkLst>
        </pc:spChg>
      </pc:sldChg>
    </pc:docChg>
  </pc:docChgLst>
  <pc:docChgLst>
    <pc:chgData name="CHAIENE MERCEDES DA SILVA MINELLA" userId="03c40756-137a-4d89-92ad-627326a1a7b4" providerId="ADAL" clId="{2F105CEE-AC45-4B05-8101-ECB99FC611CB}"/>
    <pc:docChg chg="modSld">
      <pc:chgData name="CHAIENE MERCEDES DA SILVA MINELLA" userId="03c40756-137a-4d89-92ad-627326a1a7b4" providerId="ADAL" clId="{2F105CEE-AC45-4B05-8101-ECB99FC611CB}" dt="2022-09-20T19:40:09.461" v="7" actId="6549"/>
      <pc:docMkLst>
        <pc:docMk/>
      </pc:docMkLst>
      <pc:sldChg chg="modSp mod">
        <pc:chgData name="CHAIENE MERCEDES DA SILVA MINELLA" userId="03c40756-137a-4d89-92ad-627326a1a7b4" providerId="ADAL" clId="{2F105CEE-AC45-4B05-8101-ECB99FC611CB}" dt="2022-09-20T19:40:09.461" v="7" actId="6549"/>
        <pc:sldMkLst>
          <pc:docMk/>
          <pc:sldMk cId="4036651834" sldId="375"/>
        </pc:sldMkLst>
      </pc:sldChg>
    </pc:docChg>
  </pc:docChgLst>
  <pc:docChgLst>
    <pc:chgData name="CHAIENE MERCEDES DA SILVA MINELLA" userId="03c40756-137a-4d89-92ad-627326a1a7b4" providerId="ADAL" clId="{2CD720B1-52CB-4D1B-976F-59E698312960}"/>
    <pc:docChg chg="undo custSel addSld delSld modSld sldOrd">
      <pc:chgData name="CHAIENE MERCEDES DA SILVA MINELLA" userId="03c40756-137a-4d89-92ad-627326a1a7b4" providerId="ADAL" clId="{2CD720B1-52CB-4D1B-976F-59E698312960}" dt="2022-03-25T22:15:41.364" v="292" actId="20577"/>
      <pc:docMkLst>
        <pc:docMk/>
      </pc:docMkLst>
      <pc:sldChg chg="modSp mod">
        <pc:chgData name="CHAIENE MERCEDES DA SILVA MINELLA" userId="03c40756-137a-4d89-92ad-627326a1a7b4" providerId="ADAL" clId="{2CD720B1-52CB-4D1B-976F-59E698312960}" dt="2022-03-25T18:47:28.598" v="243" actId="12"/>
        <pc:sldMkLst>
          <pc:docMk/>
          <pc:sldMk cId="3318513220" sldId="261"/>
        </pc:sldMkLst>
      </pc:sldChg>
      <pc:sldChg chg="addSp delSp modSp add mod">
        <pc:chgData name="CHAIENE MERCEDES DA SILVA MINELLA" userId="03c40756-137a-4d89-92ad-627326a1a7b4" providerId="ADAL" clId="{2CD720B1-52CB-4D1B-976F-59E698312960}" dt="2022-03-25T18:29:22.134" v="227" actId="478"/>
        <pc:sldMkLst>
          <pc:docMk/>
          <pc:sldMk cId="3105722281" sldId="262"/>
        </pc:sldMkLst>
      </pc:sldChg>
      <pc:sldChg chg="addSp delSp modSp add del mod ord">
        <pc:chgData name="CHAIENE MERCEDES DA SILVA MINELLA" userId="03c40756-137a-4d89-92ad-627326a1a7b4" providerId="ADAL" clId="{2CD720B1-52CB-4D1B-976F-59E698312960}" dt="2022-03-25T18:29:21.686" v="225" actId="47"/>
        <pc:sldMkLst>
          <pc:docMk/>
          <pc:sldMk cId="0" sldId="369"/>
        </pc:sldMkLst>
      </pc:sldChg>
      <pc:sldChg chg="addSp delSp modSp add del mod">
        <pc:chgData name="CHAIENE MERCEDES DA SILVA MINELLA" userId="03c40756-137a-4d89-92ad-627326a1a7b4" providerId="ADAL" clId="{2CD720B1-52CB-4D1B-976F-59E698312960}" dt="2022-03-25T18:29:21.686" v="225" actId="47"/>
        <pc:sldMkLst>
          <pc:docMk/>
          <pc:sldMk cId="0" sldId="370"/>
        </pc:sldMkLst>
      </pc:sldChg>
      <pc:sldChg chg="addSp delSp modSp add del mod">
        <pc:chgData name="CHAIENE MERCEDES DA SILVA MINELLA" userId="03c40756-137a-4d89-92ad-627326a1a7b4" providerId="ADAL" clId="{2CD720B1-52CB-4D1B-976F-59E698312960}" dt="2022-03-25T18:29:21.686" v="225" actId="47"/>
        <pc:sldMkLst>
          <pc:docMk/>
          <pc:sldMk cId="0" sldId="371"/>
        </pc:sldMkLst>
      </pc:sldChg>
      <pc:sldChg chg="addSp delSp modSp add del mod">
        <pc:chgData name="CHAIENE MERCEDES DA SILVA MINELLA" userId="03c40756-137a-4d89-92ad-627326a1a7b4" providerId="ADAL" clId="{2CD720B1-52CB-4D1B-976F-59E698312960}" dt="2022-03-25T18:29:21.686" v="225" actId="47"/>
        <pc:sldMkLst>
          <pc:docMk/>
          <pc:sldMk cId="0" sldId="372"/>
        </pc:sldMkLst>
      </pc:sldChg>
      <pc:sldChg chg="addSp delSp modSp add del mod">
        <pc:chgData name="CHAIENE MERCEDES DA SILVA MINELLA" userId="03c40756-137a-4d89-92ad-627326a1a7b4" providerId="ADAL" clId="{2CD720B1-52CB-4D1B-976F-59E698312960}" dt="2022-03-25T18:29:21.686" v="225" actId="47"/>
        <pc:sldMkLst>
          <pc:docMk/>
          <pc:sldMk cId="0" sldId="373"/>
        </pc:sldMkLst>
      </pc:sldChg>
      <pc:sldChg chg="modSp add del mod">
        <pc:chgData name="CHAIENE MERCEDES DA SILVA MINELLA" userId="03c40756-137a-4d89-92ad-627326a1a7b4" providerId="ADAL" clId="{2CD720B1-52CB-4D1B-976F-59E698312960}" dt="2022-03-25T18:18:33.382" v="190" actId="47"/>
        <pc:sldMkLst>
          <pc:docMk/>
          <pc:sldMk cId="3025599260" sldId="374"/>
        </pc:sldMkLst>
      </pc:sldChg>
      <pc:sldChg chg="modSp add mod">
        <pc:chgData name="CHAIENE MERCEDES DA SILVA MINELLA" userId="03c40756-137a-4d89-92ad-627326a1a7b4" providerId="ADAL" clId="{2CD720B1-52CB-4D1B-976F-59E698312960}" dt="2022-03-25T22:15:41.364" v="292" actId="20577"/>
        <pc:sldMkLst>
          <pc:docMk/>
          <pc:sldMk cId="4036651834" sldId="375"/>
        </pc:sldMkLst>
      </pc:sldChg>
      <pc:sldMasterChg chg="addSldLayout delSldLayout">
        <pc:chgData name="CHAIENE MERCEDES DA SILVA MINELLA" userId="03c40756-137a-4d89-92ad-627326a1a7b4" providerId="ADAL" clId="{2CD720B1-52CB-4D1B-976F-59E698312960}" dt="2022-03-25T18:29:21.686" v="225" actId="47"/>
        <pc:sldMasterMkLst>
          <pc:docMk/>
          <pc:sldMasterMk cId="2682856836" sldId="2147483652"/>
        </pc:sldMasterMkLst>
        <pc:sldLayoutChg chg="add del">
          <pc:chgData name="CHAIENE MERCEDES DA SILVA MINELLA" userId="03c40756-137a-4d89-92ad-627326a1a7b4" providerId="ADAL" clId="{2CD720B1-52CB-4D1B-976F-59E698312960}" dt="2022-03-25T18:29:21.686" v="225" actId="47"/>
          <pc:sldLayoutMkLst>
            <pc:docMk/>
            <pc:sldMasterMk cId="2682856836" sldId="2147483652"/>
            <pc:sldLayoutMk cId="1656291362" sldId="2147483665"/>
          </pc:sldLayoutMkLst>
        </pc:sldLayoutChg>
      </pc:sldMasterChg>
    </pc:docChg>
  </pc:docChgLst>
  <pc:docChgLst>
    <pc:chgData name="CHAIENE MERCEDES DA SILVA MINELLA" userId="03c40756-137a-4d89-92ad-627326a1a7b4" providerId="ADAL" clId="{57B5E772-0AB5-4D77-806A-0AB1BE04228D}"/>
    <pc:docChg chg="modSld">
      <pc:chgData name="CHAIENE MERCEDES DA SILVA MINELLA" userId="03c40756-137a-4d89-92ad-627326a1a7b4" providerId="ADAL" clId="{57B5E772-0AB5-4D77-806A-0AB1BE04228D}" dt="2023-08-25T23:34:47.947" v="40" actId="20577"/>
      <pc:docMkLst>
        <pc:docMk/>
      </pc:docMkLst>
      <pc:sldChg chg="modSp mod">
        <pc:chgData name="CHAIENE MERCEDES DA SILVA MINELLA" userId="03c40756-137a-4d89-92ad-627326a1a7b4" providerId="ADAL" clId="{57B5E772-0AB5-4D77-806A-0AB1BE04228D}" dt="2023-08-25T23:34:47.947" v="40" actId="20577"/>
        <pc:sldMkLst>
          <pc:docMk/>
          <pc:sldMk cId="4036651834" sldId="3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AC2208-E67F-F44D-A7EA-5CB8173A5301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63B2E7-4206-FF4A-9DAA-0D909581056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239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hape 13">
            <a:extLst>
              <a:ext uri="{FF2B5EF4-FFF2-40B4-BE49-F238E27FC236}">
                <a16:creationId xmlns:a16="http://schemas.microsoft.com/office/drawing/2014/main" id="{B502E984-878C-3B9B-8295-E2499B074128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0 h 120000"/>
              <a:gd name="T4" fmla="*/ 120000 w 120000"/>
              <a:gd name="T5" fmla="*/ 120000 h 120000"/>
              <a:gd name="T6" fmla="*/ 0 w 120000"/>
              <a:gd name="T7" fmla="*/ 120000 h 120000"/>
              <a:gd name="T8" fmla="*/ 0 w 120000"/>
              <a:gd name="T9" fmla="*/ 0 h 120000"/>
              <a:gd name="T10" fmla="*/ 0 w 120000"/>
              <a:gd name="T11" fmla="*/ 0 h 120000"/>
              <a:gd name="T12" fmla="*/ 120000 w 120000"/>
              <a:gd name="T13" fmla="*/ 120000 h 12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T10" t="T11" r="T12" b="T1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w="12700" cap="flat">
            <a:round/>
            <a:headEnd type="none" w="med" len="med"/>
            <a:tailEnd type="none" w="med" len="med"/>
          </a:ln>
        </p:spPr>
      </p:sp>
      <p:sp>
        <p:nvSpPr>
          <p:cNvPr id="12291" name="Shape 14">
            <a:extLst>
              <a:ext uri="{FF2B5EF4-FFF2-40B4-BE49-F238E27FC236}">
                <a16:creationId xmlns:a16="http://schemas.microsoft.com/office/drawing/2014/main" id="{1D386484-0987-0DC8-CCB7-89102294E23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pPr>
              <a:spcBef>
                <a:spcPct val="0"/>
              </a:spcBef>
              <a:buSzPct val="25000"/>
            </a:pPr>
            <a:endParaRPr lang="pt-BR" altLang="pt-BR" sz="240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2292" name="Shape 15">
            <a:extLst>
              <a:ext uri="{FF2B5EF4-FFF2-40B4-BE49-F238E27FC236}">
                <a16:creationId xmlns:a16="http://schemas.microsoft.com/office/drawing/2014/main" id="{FAA118B0-6425-B6CB-B743-8AF9D000FB3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SzPct val="25000"/>
            </a:pPr>
            <a:fld id="{9CB89DDC-6D9F-4617-B3C5-49BBB5CB50A1}" type="slidenum">
              <a:rPr lang="de-DE" altLang="pt-BR" smtClean="0">
                <a:solidFill>
                  <a:srgbClr val="000000"/>
                </a:solidFill>
                <a:cs typeface="Calibri" panose="020F0502020204030204" pitchFamily="34" charset="0"/>
                <a:sym typeface="Calibri" panose="020F050202020403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SzPct val="25000"/>
              </a:pPr>
              <a:t>1</a:t>
            </a:fld>
            <a:endParaRPr lang="de-DE" altLang="pt-BR">
              <a:solidFill>
                <a:srgbClr val="000000"/>
              </a:solidFill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51017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hape 13">
            <a:extLst>
              <a:ext uri="{FF2B5EF4-FFF2-40B4-BE49-F238E27FC236}">
                <a16:creationId xmlns:a16="http://schemas.microsoft.com/office/drawing/2014/main" id="{9007135D-65C7-E533-C1B7-72FB99F955E9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0 h 120000"/>
              <a:gd name="T4" fmla="*/ 120000 w 120000"/>
              <a:gd name="T5" fmla="*/ 120000 h 120000"/>
              <a:gd name="T6" fmla="*/ 0 w 120000"/>
              <a:gd name="T7" fmla="*/ 120000 h 120000"/>
              <a:gd name="T8" fmla="*/ 0 w 120000"/>
              <a:gd name="T9" fmla="*/ 0 h 120000"/>
              <a:gd name="T10" fmla="*/ 0 w 120000"/>
              <a:gd name="T11" fmla="*/ 0 h 120000"/>
              <a:gd name="T12" fmla="*/ 120000 w 120000"/>
              <a:gd name="T13" fmla="*/ 120000 h 12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T10" t="T11" r="T12" b="T1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w="12700" cap="flat">
            <a:round/>
            <a:headEnd type="none" w="med" len="med"/>
            <a:tailEnd type="none" w="med" len="med"/>
          </a:ln>
        </p:spPr>
      </p:sp>
      <p:sp>
        <p:nvSpPr>
          <p:cNvPr id="41987" name="Shape 14">
            <a:extLst>
              <a:ext uri="{FF2B5EF4-FFF2-40B4-BE49-F238E27FC236}">
                <a16:creationId xmlns:a16="http://schemas.microsoft.com/office/drawing/2014/main" id="{CDF0C08E-0247-F607-C508-FE604FF7EA76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/>
          <a:p>
            <a:pPr>
              <a:spcBef>
                <a:spcPct val="0"/>
              </a:spcBef>
              <a:buSzPct val="25000"/>
            </a:pPr>
            <a:endParaRPr lang="pt-BR" altLang="pt-BR" sz="240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1988" name="Shape 15">
            <a:extLst>
              <a:ext uri="{FF2B5EF4-FFF2-40B4-BE49-F238E27FC236}">
                <a16:creationId xmlns:a16="http://schemas.microsoft.com/office/drawing/2014/main" id="{3435F998-B0D3-7869-58F8-6AB2F84229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SzPct val="25000"/>
            </a:pPr>
            <a:fld id="{68885124-1CE3-4F7A-833E-576BE662E5DF}" type="slidenum">
              <a:rPr lang="de-DE" altLang="pt-BR" smtClean="0">
                <a:solidFill>
                  <a:srgbClr val="000000"/>
                </a:solidFill>
                <a:cs typeface="Calibri" panose="020F0502020204030204" pitchFamily="34" charset="0"/>
                <a:sym typeface="Calibri" panose="020F050202020403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SzPct val="25000"/>
              </a:pPr>
              <a:t>10</a:t>
            </a:fld>
            <a:endParaRPr lang="de-DE" altLang="pt-BR">
              <a:solidFill>
                <a:srgbClr val="000000"/>
              </a:solidFill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2646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title" hasCustomPrompt="1"/>
          </p:nvPr>
        </p:nvSpPr>
        <p:spPr>
          <a:xfrm>
            <a:off x="1435101" y="3948682"/>
            <a:ext cx="9283700" cy="928118"/>
          </a:xfrm>
          <a:prstGeom prst="rect">
            <a:avLst/>
          </a:prstGeom>
        </p:spPr>
        <p:txBody>
          <a:bodyPr/>
          <a:lstStyle>
            <a:lvl1pPr>
              <a:defRPr b="1" i="0">
                <a:latin typeface="Proxima Nova Extrabold" charset="0"/>
                <a:ea typeface="Proxima Nova Extrabold" charset="0"/>
                <a:cs typeface="Proxima Nova Extrabold" charset="0"/>
              </a:defRPr>
            </a:lvl1pPr>
          </a:lstStyle>
          <a:p>
            <a:r>
              <a:rPr lang="pt-BR" dirty="0"/>
              <a:t>Nome da disciplina</a:t>
            </a:r>
          </a:p>
        </p:txBody>
      </p:sp>
      <p:sp>
        <p:nvSpPr>
          <p:cNvPr id="8" name="Rectangle 9"/>
          <p:cNvSpPr>
            <a:spLocks noGrp="1" noChangeArrowheads="1"/>
          </p:cNvSpPr>
          <p:nvPr>
            <p:ph type="body" idx="1" hasCustomPrompt="1"/>
          </p:nvPr>
        </p:nvSpPr>
        <p:spPr>
          <a:xfrm>
            <a:off x="1483784" y="4876801"/>
            <a:ext cx="9235016" cy="727075"/>
          </a:xfrm>
          <a:prstGeom prst="rect">
            <a:avLst/>
          </a:prstGeom>
        </p:spPr>
        <p:txBody>
          <a:bodyPr/>
          <a:lstStyle>
            <a:lvl1pPr>
              <a:defRPr b="0" i="1">
                <a:latin typeface="Proxima Nova" charset="0"/>
                <a:ea typeface="Proxima Nova" charset="0"/>
                <a:cs typeface="Proxima Nova" charset="0"/>
              </a:defRPr>
            </a:lvl1pPr>
          </a:lstStyle>
          <a:p>
            <a:r>
              <a:rPr lang="pt-BR" dirty="0">
                <a:sym typeface="Arial" charset="0"/>
              </a:rPr>
              <a:t>Assunto da aula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781370" y="6253163"/>
            <a:ext cx="6091084" cy="386985"/>
          </a:xfrm>
          <a:prstGeom prst="rect">
            <a:avLst/>
          </a:prstGeom>
        </p:spPr>
        <p:txBody>
          <a:bodyPr/>
          <a:lstStyle>
            <a:lvl1pPr algn="r">
              <a:defRPr sz="1600" b="1" i="0" baseline="0">
                <a:solidFill>
                  <a:schemeClr val="tx1">
                    <a:lumMod val="50000"/>
                    <a:lumOff val="50000"/>
                  </a:schemeClr>
                </a:solidFill>
                <a:latin typeface="Proxima Nova Semibold" charset="0"/>
                <a:ea typeface="Proxima Nova Semibold" charset="0"/>
                <a:cs typeface="Proxima Nova Semibold" charset="0"/>
              </a:defRPr>
            </a:lvl1pPr>
          </a:lstStyle>
          <a:p>
            <a:pPr lvl="0"/>
            <a:r>
              <a:rPr lang="en-US" dirty="0"/>
              <a:t>|  Nome do Professor</a:t>
            </a:r>
          </a:p>
        </p:txBody>
      </p:sp>
    </p:spTree>
    <p:extLst>
      <p:ext uri="{BB962C8B-B14F-4D97-AF65-F5344CB8AC3E}">
        <p14:creationId xmlns:p14="http://schemas.microsoft.com/office/powerpoint/2010/main" val="359196076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ndard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4151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735786" y="797320"/>
            <a:ext cx="3167869" cy="334347"/>
          </a:xfrm>
          <a:prstGeom prst="rect">
            <a:avLst/>
          </a:prstGeom>
        </p:spPr>
        <p:txBody>
          <a:bodyPr/>
          <a:lstStyle>
            <a:lvl1pPr algn="r">
              <a:defRPr sz="1200" b="1" i="0" baseline="0">
                <a:solidFill>
                  <a:schemeClr val="tx1">
                    <a:lumMod val="50000"/>
                    <a:lumOff val="50000"/>
                  </a:schemeClr>
                </a:solidFill>
                <a:latin typeface="Proxima Nova Semibold" charset="0"/>
                <a:ea typeface="Proxima Nova Semibold" charset="0"/>
                <a:cs typeface="Proxima Nova Semibold" charset="0"/>
              </a:defRPr>
            </a:lvl1pPr>
          </a:lstStyle>
          <a:p>
            <a:pPr lvl="0"/>
            <a:r>
              <a:rPr lang="pt-BR" dirty="0"/>
              <a:t>Nome do Professor </a:t>
            </a:r>
            <a:r>
              <a:rPr lang="en-US" dirty="0"/>
              <a:t>• </a:t>
            </a:r>
            <a:r>
              <a:rPr lang="pt-BR" dirty="0"/>
              <a:t>Nome da Disciplina</a:t>
            </a:r>
            <a:endParaRPr lang="en-US" dirty="0"/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415345" y="197518"/>
            <a:ext cx="4260849" cy="382586"/>
          </a:xfrm>
          <a:prstGeom prst="rect">
            <a:avLst/>
          </a:prstGeom>
        </p:spPr>
        <p:txBody>
          <a:bodyPr/>
          <a:lstStyle>
            <a:lvl1pPr>
              <a:defRPr b="1" i="0">
                <a:latin typeface="Proxima Nova Semibold" charset="0"/>
                <a:ea typeface="Proxima Nova Semibold" charset="0"/>
                <a:cs typeface="Proxima Nova Semibold" charset="0"/>
              </a:defRPr>
            </a:lvl1pPr>
          </a:lstStyle>
          <a:p>
            <a:pPr lvl="0"/>
            <a:r>
              <a:rPr lang="en-US" dirty="0" err="1"/>
              <a:t>Assunto</a:t>
            </a:r>
            <a:r>
              <a:rPr lang="en-US" dirty="0"/>
              <a:t> da Aula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047752" y="2519618"/>
            <a:ext cx="10265833" cy="1908175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chemeClr val="bg2">
                    <a:lumMod val="50000"/>
                  </a:schemeClr>
                </a:solidFill>
                <a:latin typeface="Proxima Nova Semibold" charset="0"/>
                <a:ea typeface="Proxima Nova Semibold" charset="0"/>
                <a:cs typeface="Proxima Nova Semibold" charset="0"/>
              </a:defRPr>
            </a:lvl1pPr>
          </a:lstStyle>
          <a:p>
            <a:pPr lvl="0"/>
            <a:r>
              <a:rPr lang="en-US" dirty="0"/>
              <a:t>[</a:t>
            </a:r>
            <a:r>
              <a:rPr lang="en-US" dirty="0" err="1"/>
              <a:t>Conteúdo</a:t>
            </a:r>
            <a:r>
              <a:rPr lang="en-US" dirty="0"/>
              <a:t>]</a:t>
            </a:r>
          </a:p>
        </p:txBody>
      </p:sp>
      <p:cxnSp>
        <p:nvCxnSpPr>
          <p:cNvPr id="10" name="Conector reto 10"/>
          <p:cNvCxnSpPr/>
          <p:nvPr userDrawn="1"/>
        </p:nvCxnSpPr>
        <p:spPr bwMode="auto">
          <a:xfrm>
            <a:off x="1351012" y="2231927"/>
            <a:ext cx="9504385" cy="0"/>
          </a:xfrm>
          <a:prstGeom prst="line">
            <a:avLst/>
          </a:prstGeom>
          <a:ln w="28575">
            <a:prstDash val="dash"/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2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1506312"/>
            <a:ext cx="11522656" cy="471488"/>
          </a:xfrm>
          <a:prstGeom prst="rect">
            <a:avLst/>
          </a:prstGeom>
        </p:spPr>
        <p:txBody>
          <a:bodyPr/>
          <a:lstStyle>
            <a:lvl1pPr algn="ctr">
              <a:defRPr sz="2400" b="1" i="0">
                <a:solidFill>
                  <a:srgbClr val="005F35"/>
                </a:solidFill>
                <a:latin typeface="Proxima Nova Semibold" charset="0"/>
                <a:ea typeface="Proxima Nova Semibold" charset="0"/>
                <a:cs typeface="Proxima Nova Semibold" charset="0"/>
              </a:defRPr>
            </a:lvl1pPr>
          </a:lstStyle>
          <a:p>
            <a:pPr lvl="0"/>
            <a:r>
              <a:rPr lang="en-US" dirty="0"/>
              <a:t>[</a:t>
            </a:r>
            <a:r>
              <a:rPr lang="en-US" dirty="0" err="1"/>
              <a:t>Título</a:t>
            </a:r>
            <a:r>
              <a:rPr lang="en-US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404632545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half" idx="1" hasCustomPrompt="1"/>
          </p:nvPr>
        </p:nvSpPr>
        <p:spPr>
          <a:xfrm>
            <a:off x="433166" y="2465491"/>
            <a:ext cx="5439833" cy="4102456"/>
          </a:xfrm>
          <a:prstGeom prst="rect">
            <a:avLst/>
          </a:prstGeom>
        </p:spPr>
        <p:txBody>
          <a:bodyPr/>
          <a:lstStyle>
            <a:lvl1pPr>
              <a:defRPr sz="2000" b="1" i="0">
                <a:solidFill>
                  <a:schemeClr val="bg2">
                    <a:lumMod val="50000"/>
                  </a:schemeClr>
                </a:solidFill>
                <a:latin typeface="Proxima Nova Semibold" charset="0"/>
                <a:ea typeface="Proxima Nova Semibold" charset="0"/>
                <a:cs typeface="Proxima Nova Semibold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dirty="0"/>
              <a:t>[Conteúdo]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6317499" y="2465491"/>
            <a:ext cx="5441951" cy="4102457"/>
          </a:xfrm>
          <a:prstGeom prst="rect">
            <a:avLst/>
          </a:prstGeom>
        </p:spPr>
        <p:txBody>
          <a:bodyPr/>
          <a:lstStyle>
            <a:lvl1pPr>
              <a:defRPr sz="2000" b="1" i="0">
                <a:solidFill>
                  <a:schemeClr val="bg2">
                    <a:lumMod val="50000"/>
                  </a:schemeClr>
                </a:solidFill>
                <a:latin typeface="Proxima Nova Semibold" charset="0"/>
                <a:ea typeface="Proxima Nova Semibold" charset="0"/>
                <a:cs typeface="Proxima Nova Semibold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dirty="0"/>
              <a:t>[Conteúdo]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895691" y="806196"/>
            <a:ext cx="5007965" cy="334347"/>
          </a:xfrm>
          <a:prstGeom prst="rect">
            <a:avLst/>
          </a:prstGeom>
        </p:spPr>
        <p:txBody>
          <a:bodyPr/>
          <a:lstStyle>
            <a:lvl1pPr algn="r">
              <a:defRPr sz="1200" b="1" i="0" baseline="0">
                <a:solidFill>
                  <a:schemeClr val="tx1">
                    <a:lumMod val="50000"/>
                    <a:lumOff val="50000"/>
                  </a:schemeClr>
                </a:solidFill>
                <a:latin typeface="Proxima Nova Semibold" charset="0"/>
                <a:ea typeface="Proxima Nova Semibold" charset="0"/>
                <a:cs typeface="Proxima Nova Semibold" charset="0"/>
              </a:defRPr>
            </a:lvl1pPr>
          </a:lstStyle>
          <a:p>
            <a:pPr lvl="0"/>
            <a:r>
              <a:rPr lang="en-US" dirty="0"/>
              <a:t>Profª. Nome da </a:t>
            </a:r>
            <a:r>
              <a:rPr lang="en-US" dirty="0" err="1"/>
              <a:t>Professora</a:t>
            </a:r>
            <a:r>
              <a:rPr lang="en-US" dirty="0"/>
              <a:t> • Nome da </a:t>
            </a:r>
            <a:r>
              <a:rPr lang="en-US" dirty="0" err="1"/>
              <a:t>Disciplina</a:t>
            </a:r>
            <a:endParaRPr lang="en-US" dirty="0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1506312"/>
            <a:ext cx="11522656" cy="471488"/>
          </a:xfrm>
          <a:prstGeom prst="rect">
            <a:avLst/>
          </a:prstGeom>
        </p:spPr>
        <p:txBody>
          <a:bodyPr/>
          <a:lstStyle>
            <a:lvl1pPr algn="ctr">
              <a:defRPr sz="2400" b="1" i="0">
                <a:solidFill>
                  <a:srgbClr val="005F35"/>
                </a:solidFill>
                <a:latin typeface="Proxima Nova Semibold" charset="0"/>
                <a:ea typeface="Proxima Nova Semibold" charset="0"/>
                <a:cs typeface="Proxima Nova Semibold" charset="0"/>
              </a:defRPr>
            </a:lvl1pPr>
          </a:lstStyle>
          <a:p>
            <a:pPr lvl="0"/>
            <a:r>
              <a:rPr lang="en-US" dirty="0"/>
              <a:t>[</a:t>
            </a:r>
            <a:r>
              <a:rPr lang="en-US" dirty="0" err="1"/>
              <a:t>Título</a:t>
            </a:r>
            <a:r>
              <a:rPr lang="en-US" dirty="0"/>
              <a:t>]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415345" y="197518"/>
            <a:ext cx="4260849" cy="382586"/>
          </a:xfrm>
          <a:prstGeom prst="rect">
            <a:avLst/>
          </a:prstGeom>
        </p:spPr>
        <p:txBody>
          <a:bodyPr/>
          <a:lstStyle>
            <a:lvl1pPr>
              <a:defRPr b="1" i="0">
                <a:latin typeface="Proxima Nova Semibold" charset="0"/>
                <a:ea typeface="Proxima Nova Semibold" charset="0"/>
                <a:cs typeface="Proxima Nova Semibold" charset="0"/>
              </a:defRPr>
            </a:lvl1pPr>
          </a:lstStyle>
          <a:p>
            <a:pPr lvl="0"/>
            <a:r>
              <a:rPr lang="en-US" dirty="0" err="1"/>
              <a:t>Assunto</a:t>
            </a:r>
            <a:r>
              <a:rPr lang="en-US" dirty="0"/>
              <a:t> da Aula</a:t>
            </a:r>
          </a:p>
        </p:txBody>
      </p:sp>
      <p:cxnSp>
        <p:nvCxnSpPr>
          <p:cNvPr id="10" name="Conector reto 10"/>
          <p:cNvCxnSpPr/>
          <p:nvPr userDrawn="1"/>
        </p:nvCxnSpPr>
        <p:spPr bwMode="auto">
          <a:xfrm>
            <a:off x="1351012" y="2231927"/>
            <a:ext cx="9504385" cy="0"/>
          </a:xfrm>
          <a:prstGeom prst="line">
            <a:avLst/>
          </a:prstGeom>
          <a:ln w="28575">
            <a:prstDash val="dash"/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5397679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2389717" y="5225752"/>
            <a:ext cx="7315200" cy="506043"/>
          </a:xfrm>
          <a:prstGeom prst="rect">
            <a:avLst/>
          </a:prstGeom>
        </p:spPr>
        <p:txBody>
          <a:bodyPr anchor="b"/>
          <a:lstStyle>
            <a:lvl1pPr algn="ctr">
              <a:defRPr sz="2000" b="1" i="0">
                <a:latin typeface="Proxima Nova Semibold" charset="0"/>
                <a:ea typeface="Proxima Nova Semibold" charset="0"/>
                <a:cs typeface="Proxima Nova Semibold" charset="0"/>
              </a:defRPr>
            </a:lvl1pPr>
          </a:lstStyle>
          <a:p>
            <a:r>
              <a:rPr lang="pt-BR" dirty="0"/>
              <a:t>[Título da imagem]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 hasCustomPrompt="1"/>
          </p:nvPr>
        </p:nvSpPr>
        <p:spPr>
          <a:xfrm>
            <a:off x="2389717" y="1257299"/>
            <a:ext cx="7315200" cy="37973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Proxima Nova Semibold" charset="0"/>
                <a:ea typeface="Proxima Nova Semibold" charset="0"/>
                <a:cs typeface="Proxima Nova Semibold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pt-BR" noProof="0" dirty="0">
                <a:sym typeface="Arial" charset="0"/>
              </a:rPr>
              <a:t>[Imagem]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2389717" y="5902946"/>
            <a:ext cx="7315200" cy="69440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 i="0">
                <a:latin typeface="Proxima Nova" charset="0"/>
                <a:ea typeface="Proxima Nova" charset="0"/>
                <a:cs typeface="Proxima Nova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dirty="0"/>
              <a:t>[Descrição da imagem]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895691" y="806196"/>
            <a:ext cx="5007965" cy="334347"/>
          </a:xfrm>
          <a:prstGeom prst="rect">
            <a:avLst/>
          </a:prstGeom>
        </p:spPr>
        <p:txBody>
          <a:bodyPr/>
          <a:lstStyle>
            <a:lvl1pPr algn="r">
              <a:defRPr sz="1200" b="1" i="0" baseline="0">
                <a:solidFill>
                  <a:schemeClr val="tx1">
                    <a:lumMod val="50000"/>
                    <a:lumOff val="50000"/>
                  </a:schemeClr>
                </a:solidFill>
                <a:latin typeface="Proxima Nova Semibold" charset="0"/>
                <a:ea typeface="Proxima Nova Semibold" charset="0"/>
                <a:cs typeface="Proxima Nova Semibold" charset="0"/>
              </a:defRPr>
            </a:lvl1pPr>
          </a:lstStyle>
          <a:p>
            <a:pPr lvl="0"/>
            <a:r>
              <a:rPr lang="en-US" dirty="0"/>
              <a:t>Profª. Nome da </a:t>
            </a:r>
            <a:r>
              <a:rPr lang="en-US" dirty="0" err="1"/>
              <a:t>Professora</a:t>
            </a:r>
            <a:r>
              <a:rPr lang="en-US" dirty="0"/>
              <a:t> • Nome da </a:t>
            </a:r>
            <a:r>
              <a:rPr lang="en-US" dirty="0" err="1"/>
              <a:t>Disciplina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415345" y="197518"/>
            <a:ext cx="4260849" cy="382586"/>
          </a:xfrm>
          <a:prstGeom prst="rect">
            <a:avLst/>
          </a:prstGeom>
        </p:spPr>
        <p:txBody>
          <a:bodyPr/>
          <a:lstStyle>
            <a:lvl1pPr>
              <a:defRPr b="1" i="0">
                <a:latin typeface="Proxima Nova Semibold" charset="0"/>
                <a:ea typeface="Proxima Nova Semibold" charset="0"/>
                <a:cs typeface="Proxima Nova Semibold" charset="0"/>
              </a:defRPr>
            </a:lvl1pPr>
          </a:lstStyle>
          <a:p>
            <a:pPr lvl="0"/>
            <a:r>
              <a:rPr lang="en-US" dirty="0" err="1"/>
              <a:t>Assunto</a:t>
            </a:r>
            <a:r>
              <a:rPr lang="en-US" dirty="0"/>
              <a:t> da Aula</a:t>
            </a:r>
          </a:p>
        </p:txBody>
      </p:sp>
    </p:spTree>
    <p:extLst>
      <p:ext uri="{BB962C8B-B14F-4D97-AF65-F5344CB8AC3E}">
        <p14:creationId xmlns:p14="http://schemas.microsoft.com/office/powerpoint/2010/main" val="3842961725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sunto 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895691" y="806196"/>
            <a:ext cx="5007965" cy="334347"/>
          </a:xfrm>
          <a:prstGeom prst="rect">
            <a:avLst/>
          </a:prstGeom>
        </p:spPr>
        <p:txBody>
          <a:bodyPr/>
          <a:lstStyle>
            <a:lvl1pPr algn="r">
              <a:defRPr sz="1200" b="1" i="0" baseline="0">
                <a:solidFill>
                  <a:schemeClr val="tx1">
                    <a:lumMod val="50000"/>
                    <a:lumOff val="50000"/>
                  </a:schemeClr>
                </a:solidFill>
                <a:latin typeface="Proxima Nova Semibold" charset="0"/>
                <a:ea typeface="Proxima Nova Semibold" charset="0"/>
                <a:cs typeface="Proxima Nova Semibold" charset="0"/>
              </a:defRPr>
            </a:lvl1pPr>
          </a:lstStyle>
          <a:p>
            <a:pPr lvl="0"/>
            <a:r>
              <a:rPr lang="en-US" dirty="0"/>
              <a:t>Profª. Nome da </a:t>
            </a:r>
            <a:r>
              <a:rPr lang="en-US" dirty="0" err="1"/>
              <a:t>Professora</a:t>
            </a:r>
            <a:r>
              <a:rPr lang="en-US" dirty="0"/>
              <a:t> • Nome da </a:t>
            </a:r>
            <a:r>
              <a:rPr lang="en-US" dirty="0" err="1"/>
              <a:t>Disciplina</a:t>
            </a:r>
            <a:endParaRPr lang="en-US" dirty="0"/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415345" y="197518"/>
            <a:ext cx="4260849" cy="382586"/>
          </a:xfrm>
          <a:prstGeom prst="rect">
            <a:avLst/>
          </a:prstGeom>
        </p:spPr>
        <p:txBody>
          <a:bodyPr/>
          <a:lstStyle>
            <a:lvl1pPr>
              <a:defRPr b="1" i="0">
                <a:latin typeface="Proxima Nova Semibold" charset="0"/>
                <a:ea typeface="Proxima Nova Semibold" charset="0"/>
                <a:cs typeface="Proxima Nova Semibold" charset="0"/>
              </a:defRPr>
            </a:lvl1pPr>
          </a:lstStyle>
          <a:p>
            <a:pPr lvl="0"/>
            <a:r>
              <a:rPr lang="en-US" dirty="0" err="1"/>
              <a:t>Assunto</a:t>
            </a:r>
            <a:r>
              <a:rPr lang="en-US" dirty="0"/>
              <a:t> da Aula</a:t>
            </a:r>
          </a:p>
        </p:txBody>
      </p:sp>
    </p:spTree>
    <p:extLst>
      <p:ext uri="{BB962C8B-B14F-4D97-AF65-F5344CB8AC3E}">
        <p14:creationId xmlns:p14="http://schemas.microsoft.com/office/powerpoint/2010/main" val="115295060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talmente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5942590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656291362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1876337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21C0DB59-920E-1D5A-935D-282BBF3ED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71B0B1-2D26-438C-B3F3-189C7BBC5E5B}" type="datetimeFigureOut">
              <a:rPr lang="en-US"/>
              <a:pPr>
                <a:defRPr/>
              </a:pPr>
              <a:t>9/12/2025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5B74198-6926-13C0-7D53-7D8843A5B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1B457FB-9740-D1D8-8F39-011A82C09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F6C5B4-FD0D-44C4-BA01-1C54BE6BC136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5353729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emf"/><Relationship Id="rId4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slideLayout" Target="../slideLayouts/slideLayout5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4"/>
          <a:srcRect l="13706" t="60162" r="72934" b="11314"/>
          <a:stretch/>
        </p:blipFill>
        <p:spPr>
          <a:xfrm>
            <a:off x="0" y="-482111"/>
            <a:ext cx="12192000" cy="42894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620876" y="327361"/>
            <a:ext cx="2950248" cy="2670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313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7" r:id="rId2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5F37"/>
          </a:solidFill>
          <a:latin typeface="+mj-lt"/>
          <a:ea typeface="ヒラギノ角ゴ Pro W3" charset="0"/>
          <a:cs typeface="ヒラギノ角ゴ Pro W3" charset="0"/>
          <a:sym typeface="Arial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5F37"/>
          </a:solidFill>
          <a:latin typeface="Arial" charset="0"/>
          <a:ea typeface="ヒラギノ角ゴ Pro W3" charset="0"/>
          <a:cs typeface="ヒラギノ角ゴ Pro W3" charset="0"/>
          <a:sym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5F37"/>
          </a:solidFill>
          <a:latin typeface="Arial" charset="0"/>
          <a:ea typeface="ヒラギノ角ゴ Pro W3" charset="0"/>
          <a:cs typeface="ヒラギノ角ゴ Pro W3" charset="0"/>
          <a:sym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5F37"/>
          </a:solidFill>
          <a:latin typeface="Arial" charset="0"/>
          <a:ea typeface="ヒラギノ角ゴ Pro W3" charset="0"/>
          <a:cs typeface="ヒラギノ角ゴ Pro W3" charset="0"/>
          <a:sym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5F37"/>
          </a:solidFill>
          <a:latin typeface="Arial" charset="0"/>
          <a:ea typeface="ヒラギノ角ゴ Pro W3" charset="0"/>
          <a:cs typeface="ヒラギノ角ゴ Pro W3" charset="0"/>
          <a:sym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rgbClr val="005F37"/>
          </a:solidFill>
          <a:latin typeface="Arial" charset="0"/>
          <a:sym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rgbClr val="005F37"/>
          </a:solidFill>
          <a:latin typeface="Arial" charset="0"/>
          <a:sym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rgbClr val="005F37"/>
          </a:solidFill>
          <a:latin typeface="Arial" charset="0"/>
          <a:sym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rgbClr val="005F37"/>
          </a:solidFill>
          <a:latin typeface="Arial" charset="0"/>
          <a:sym typeface="Arial" charset="0"/>
        </a:defRPr>
      </a:lvl9pPr>
    </p:titleStyle>
    <p:bodyStyle>
      <a:lvl1pPr marL="342900" indent="-342900" algn="ctr" rtl="0" eaLnBrk="0" fontAlgn="base" hangingPunct="0">
        <a:spcBef>
          <a:spcPct val="0"/>
        </a:spcBef>
        <a:spcAft>
          <a:spcPct val="0"/>
        </a:spcAft>
        <a:defRPr sz="2400">
          <a:solidFill>
            <a:srgbClr val="82C55B"/>
          </a:solidFill>
          <a:latin typeface="+mn-lt"/>
          <a:ea typeface="ヒラギノ角ゴ Pro W3" charset="0"/>
          <a:cs typeface="ヒラギノ角ゴ Pro W3" charset="0"/>
          <a:sym typeface="Arial Italic" charset="0"/>
        </a:defRPr>
      </a:lvl1pPr>
      <a:lvl2pPr marL="742950" indent="-285750" algn="ctr" rtl="0" eaLnBrk="0" fontAlgn="base" hangingPunct="0">
        <a:spcBef>
          <a:spcPct val="0"/>
        </a:spcBef>
        <a:spcAft>
          <a:spcPct val="0"/>
        </a:spcAft>
        <a:defRPr sz="2400">
          <a:solidFill>
            <a:srgbClr val="82C55B"/>
          </a:solidFill>
          <a:latin typeface="+mn-lt"/>
          <a:ea typeface="ヒラギノ角ゴ Pro W3" charset="0"/>
          <a:sym typeface="Arial Italic" charset="0"/>
        </a:defRPr>
      </a:lvl2pPr>
      <a:lvl3pPr marL="1143000" indent="-228600" algn="ctr" rtl="0" eaLnBrk="0" fontAlgn="base" hangingPunct="0">
        <a:spcBef>
          <a:spcPct val="0"/>
        </a:spcBef>
        <a:spcAft>
          <a:spcPct val="0"/>
        </a:spcAft>
        <a:defRPr sz="2400">
          <a:solidFill>
            <a:srgbClr val="82C55B"/>
          </a:solidFill>
          <a:latin typeface="+mn-lt"/>
          <a:ea typeface="ヒラギノ角ゴ Pro W3" charset="0"/>
          <a:sym typeface="Arial Italic" charset="0"/>
        </a:defRPr>
      </a:lvl3pPr>
      <a:lvl4pPr marL="1600200" indent="-228600" algn="ctr" rtl="0" eaLnBrk="0" fontAlgn="base" hangingPunct="0">
        <a:spcBef>
          <a:spcPct val="0"/>
        </a:spcBef>
        <a:spcAft>
          <a:spcPct val="0"/>
        </a:spcAft>
        <a:defRPr sz="2400">
          <a:solidFill>
            <a:srgbClr val="82C55B"/>
          </a:solidFill>
          <a:latin typeface="+mn-lt"/>
          <a:ea typeface="ヒラギノ角ゴ Pro W3" charset="0"/>
          <a:sym typeface="Arial Italic" charset="0"/>
        </a:defRPr>
      </a:lvl4pPr>
      <a:lvl5pPr marL="2057400" indent="-228600" algn="ctr" rtl="0" eaLnBrk="0" fontAlgn="base" hangingPunct="0">
        <a:spcBef>
          <a:spcPct val="0"/>
        </a:spcBef>
        <a:spcAft>
          <a:spcPct val="0"/>
        </a:spcAft>
        <a:defRPr sz="2400">
          <a:solidFill>
            <a:srgbClr val="82C55B"/>
          </a:solidFill>
          <a:latin typeface="+mn-lt"/>
          <a:ea typeface="ヒラギノ角ゴ Pro W3" charset="0"/>
          <a:sym typeface="Arial Italic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400">
          <a:solidFill>
            <a:srgbClr val="82C55B"/>
          </a:solidFill>
          <a:latin typeface="+mn-lt"/>
          <a:sym typeface="Arial Italic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400">
          <a:solidFill>
            <a:srgbClr val="82C55B"/>
          </a:solidFill>
          <a:latin typeface="+mn-lt"/>
          <a:sym typeface="Arial Italic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400">
          <a:solidFill>
            <a:srgbClr val="82C55B"/>
          </a:solidFill>
          <a:latin typeface="+mn-lt"/>
          <a:sym typeface="Arial Italic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400">
          <a:solidFill>
            <a:srgbClr val="82C55B"/>
          </a:solidFill>
          <a:latin typeface="+mn-lt"/>
          <a:sym typeface="Arial Italic" charset="0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"/>
          <p:cNvSpPr>
            <a:spLocks/>
          </p:cNvSpPr>
          <p:nvPr userDrawn="1"/>
        </p:nvSpPr>
        <p:spPr bwMode="auto">
          <a:xfrm>
            <a:off x="-35984" y="-7938"/>
            <a:ext cx="12263968" cy="790576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pt-BR" sz="180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007599" y="222333"/>
            <a:ext cx="1805073" cy="403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856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60" r:id="rId3"/>
    <p:sldLayoutId id="2147483663" r:id="rId4"/>
    <p:sldLayoutId id="2147483664" r:id="rId5"/>
    <p:sldLayoutId id="2147483665" r:id="rId6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5F37"/>
          </a:solidFill>
          <a:latin typeface="+mj-lt"/>
          <a:ea typeface="ヒラギノ角ゴ Pro W3" charset="0"/>
          <a:cs typeface="ヒラギノ角ゴ Pro W3" charset="0"/>
          <a:sym typeface="Arial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5F37"/>
          </a:solidFill>
          <a:latin typeface="Arial" charset="0"/>
          <a:ea typeface="ヒラギノ角ゴ Pro W3" charset="0"/>
          <a:cs typeface="ヒラギノ角ゴ Pro W3" charset="0"/>
          <a:sym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5F37"/>
          </a:solidFill>
          <a:latin typeface="Arial" charset="0"/>
          <a:ea typeface="ヒラギノ角ゴ Pro W3" charset="0"/>
          <a:cs typeface="ヒラギノ角ゴ Pro W3" charset="0"/>
          <a:sym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5F37"/>
          </a:solidFill>
          <a:latin typeface="Arial" charset="0"/>
          <a:ea typeface="ヒラギノ角ゴ Pro W3" charset="0"/>
          <a:cs typeface="ヒラギノ角ゴ Pro W3" charset="0"/>
          <a:sym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5F37"/>
          </a:solidFill>
          <a:latin typeface="Arial" charset="0"/>
          <a:ea typeface="ヒラギノ角ゴ Pro W3" charset="0"/>
          <a:cs typeface="ヒラギノ角ゴ Pro W3" charset="0"/>
          <a:sym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rgbClr val="005F37"/>
          </a:solidFill>
          <a:latin typeface="Arial" charset="0"/>
          <a:sym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rgbClr val="005F37"/>
          </a:solidFill>
          <a:latin typeface="Arial" charset="0"/>
          <a:sym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rgbClr val="005F37"/>
          </a:solidFill>
          <a:latin typeface="Arial" charset="0"/>
          <a:sym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rgbClr val="005F37"/>
          </a:solidFill>
          <a:latin typeface="Arial" charset="0"/>
          <a:sym typeface="Arial" charset="0"/>
        </a:defRPr>
      </a:lvl9pPr>
    </p:titleStyle>
    <p:bodyStyle>
      <a:lvl1pPr marL="342900" indent="-342900" algn="l" rtl="0" eaLnBrk="0" fontAlgn="base" hangingPunct="0">
        <a:spcBef>
          <a:spcPct val="0"/>
        </a:spcBef>
        <a:spcAft>
          <a:spcPct val="0"/>
        </a:spcAft>
        <a:defRPr>
          <a:solidFill>
            <a:srgbClr val="005F37"/>
          </a:solidFill>
          <a:latin typeface="+mn-lt"/>
          <a:ea typeface="ヒラギノ角ゴ Pro W3" charset="0"/>
          <a:cs typeface="ヒラギノ角ゴ Pro W3" charset="0"/>
          <a:sym typeface="Arial" charset="0"/>
        </a:defRPr>
      </a:lvl1pPr>
      <a:lvl2pPr marL="742950" indent="-285750"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434343"/>
          </a:solidFill>
          <a:latin typeface="+mn-lt"/>
          <a:ea typeface="ヒラギノ角ゴ Pro W3" charset="0"/>
          <a:sym typeface="Arial" charset="0"/>
        </a:defRPr>
      </a:lvl2pPr>
      <a:lvl3pPr marL="1143000" indent="-228600"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434343"/>
          </a:solidFill>
          <a:latin typeface="+mn-lt"/>
          <a:ea typeface="ヒラギノ角ゴ Pro W3" charset="0"/>
          <a:sym typeface="Arial" charset="0"/>
        </a:defRPr>
      </a:lvl3pPr>
      <a:lvl4pPr marL="1600200" indent="-228600"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434343"/>
          </a:solidFill>
          <a:latin typeface="+mn-lt"/>
          <a:ea typeface="ヒラギノ角ゴ Pro W3" charset="0"/>
          <a:sym typeface="Arial" charset="0"/>
        </a:defRPr>
      </a:lvl4pPr>
      <a:lvl5pPr marL="2057400" indent="-228600"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434343"/>
          </a:solidFill>
          <a:latin typeface="+mn-lt"/>
          <a:ea typeface="ヒラギノ角ゴ Pro W3" charset="0"/>
          <a:sym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1400">
          <a:solidFill>
            <a:srgbClr val="434343"/>
          </a:solidFill>
          <a:latin typeface="+mn-lt"/>
          <a:sym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1400">
          <a:solidFill>
            <a:srgbClr val="434343"/>
          </a:solidFill>
          <a:latin typeface="+mn-lt"/>
          <a:sym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1400">
          <a:solidFill>
            <a:srgbClr val="434343"/>
          </a:solidFill>
          <a:latin typeface="+mn-lt"/>
          <a:sym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1400">
          <a:solidFill>
            <a:srgbClr val="434343"/>
          </a:solidFill>
          <a:latin typeface="+mn-lt"/>
          <a:sym typeface="Arial" charset="0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8"/>
          <p:cNvSpPr>
            <a:spLocks/>
          </p:cNvSpPr>
          <p:nvPr userDrawn="1"/>
        </p:nvSpPr>
        <p:spPr bwMode="auto">
          <a:xfrm>
            <a:off x="-35984" y="0"/>
            <a:ext cx="12263968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pt-BR" sz="1800"/>
          </a:p>
        </p:txBody>
      </p:sp>
      <p:sp>
        <p:nvSpPr>
          <p:cNvPr id="4099" name="Rectangle 4"/>
          <p:cNvSpPr>
            <a:spLocks/>
          </p:cNvSpPr>
          <p:nvPr userDrawn="1"/>
        </p:nvSpPr>
        <p:spPr bwMode="auto">
          <a:xfrm>
            <a:off x="6646334" y="3168650"/>
            <a:ext cx="29591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88900" rIns="88900" bIns="88900" anchor="ctr"/>
          <a:lstStyle/>
          <a:p>
            <a:r>
              <a:rPr lang="en-US" sz="2400" dirty="0" err="1">
                <a:solidFill>
                  <a:srgbClr val="005F37"/>
                </a:solidFill>
                <a:latin typeface="Proxima Nova" charset="0"/>
                <a:ea typeface="Proxima Nova" charset="0"/>
                <a:cs typeface="Proxima Nova" charset="0"/>
                <a:sym typeface="Arial" charset="0"/>
              </a:rPr>
              <a:t>univille.br</a:t>
            </a:r>
            <a:endParaRPr lang="en-US" sz="2400" dirty="0">
              <a:solidFill>
                <a:srgbClr val="005F37"/>
              </a:solidFill>
              <a:latin typeface="Proxima Nova" charset="0"/>
              <a:ea typeface="Proxima Nova" charset="0"/>
              <a:cs typeface="Proxima Nova" charset="0"/>
              <a:sym typeface="Arial" charset="0"/>
            </a:endParaRPr>
          </a:p>
        </p:txBody>
      </p:sp>
      <p:sp>
        <p:nvSpPr>
          <p:cNvPr id="4101" name="Line 6"/>
          <p:cNvSpPr>
            <a:spLocks noChangeShapeType="1"/>
          </p:cNvSpPr>
          <p:nvPr userDrawn="1"/>
        </p:nvSpPr>
        <p:spPr bwMode="auto">
          <a:xfrm>
            <a:off x="6053667" y="2200276"/>
            <a:ext cx="0" cy="2455863"/>
          </a:xfrm>
          <a:prstGeom prst="line">
            <a:avLst/>
          </a:prstGeom>
          <a:noFill/>
          <a:ln w="1905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397593" y="2774159"/>
            <a:ext cx="1573161" cy="1423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808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6" r:id="rId2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400">
          <a:solidFill>
            <a:schemeClr val="tx1"/>
          </a:solidFill>
          <a:latin typeface="+mj-lt"/>
          <a:ea typeface="ヒラギノ角ゴ Pro W3" charset="0"/>
          <a:cs typeface="ヒラギノ角ゴ Pro W3" charset="0"/>
          <a:sym typeface="Arial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400">
          <a:solidFill>
            <a:schemeClr val="tx1"/>
          </a:solidFill>
          <a:latin typeface="Arial" charset="0"/>
          <a:ea typeface="ヒラギノ角ゴ Pro W3" charset="0"/>
          <a:cs typeface="ヒラギノ角ゴ Pro W3" charset="0"/>
          <a:sym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400">
          <a:solidFill>
            <a:schemeClr val="tx1"/>
          </a:solidFill>
          <a:latin typeface="Arial" charset="0"/>
          <a:ea typeface="ヒラギノ角ゴ Pro W3" charset="0"/>
          <a:cs typeface="ヒラギノ角ゴ Pro W3" charset="0"/>
          <a:sym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400">
          <a:solidFill>
            <a:schemeClr val="tx1"/>
          </a:solidFill>
          <a:latin typeface="Arial" charset="0"/>
          <a:ea typeface="ヒラギノ角ゴ Pro W3" charset="0"/>
          <a:cs typeface="ヒラギノ角ゴ Pro W3" charset="0"/>
          <a:sym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400">
          <a:solidFill>
            <a:schemeClr val="tx1"/>
          </a:solidFill>
          <a:latin typeface="Arial" charset="0"/>
          <a:ea typeface="ヒラギノ角ゴ Pro W3" charset="0"/>
          <a:cs typeface="ヒラギノ角ゴ Pro W3" charset="0"/>
          <a:sym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1400">
          <a:solidFill>
            <a:schemeClr val="tx1"/>
          </a:solidFill>
          <a:latin typeface="Arial" charset="0"/>
          <a:sym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1400">
          <a:solidFill>
            <a:schemeClr val="tx1"/>
          </a:solidFill>
          <a:latin typeface="Arial" charset="0"/>
          <a:sym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1400">
          <a:solidFill>
            <a:schemeClr val="tx1"/>
          </a:solidFill>
          <a:latin typeface="Arial" charset="0"/>
          <a:sym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1400">
          <a:solidFill>
            <a:schemeClr val="tx1"/>
          </a:solidFill>
          <a:latin typeface="Arial" charset="0"/>
          <a:sym typeface="Arial" charset="0"/>
        </a:defRPr>
      </a:lvl9pPr>
    </p:titleStyle>
    <p:bodyStyle>
      <a:lvl1pPr marL="342900" indent="-342900" algn="l" rtl="0" eaLnBrk="0" fontAlgn="base" hangingPunct="0">
        <a:spcBef>
          <a:spcPct val="0"/>
        </a:spcBef>
        <a:spcAft>
          <a:spcPct val="0"/>
        </a:spcAft>
        <a:defRPr sz="1400">
          <a:solidFill>
            <a:schemeClr val="tx1"/>
          </a:solidFill>
          <a:latin typeface="+mn-lt"/>
          <a:ea typeface="ヒラギノ角ゴ Pro W3" charset="0"/>
          <a:cs typeface="ヒラギノ角ゴ Pro W3" charset="0"/>
          <a:sym typeface="Arial" charset="0"/>
        </a:defRPr>
      </a:lvl1pPr>
      <a:lvl2pPr marL="742950" indent="-285750" algn="l" rtl="0" eaLnBrk="0" fontAlgn="base" hangingPunct="0">
        <a:spcBef>
          <a:spcPct val="0"/>
        </a:spcBef>
        <a:spcAft>
          <a:spcPct val="0"/>
        </a:spcAft>
        <a:defRPr sz="1400">
          <a:solidFill>
            <a:schemeClr val="tx1"/>
          </a:solidFill>
          <a:latin typeface="+mn-lt"/>
          <a:ea typeface="ヒラギノ角ゴ Pro W3" charset="0"/>
          <a:sym typeface="Arial" charset="0"/>
        </a:defRPr>
      </a:lvl2pPr>
      <a:lvl3pPr marL="1143000" indent="-228600" algn="l" rtl="0" eaLnBrk="0" fontAlgn="base" hangingPunct="0">
        <a:spcBef>
          <a:spcPct val="0"/>
        </a:spcBef>
        <a:spcAft>
          <a:spcPct val="0"/>
        </a:spcAft>
        <a:defRPr sz="1400">
          <a:solidFill>
            <a:schemeClr val="tx1"/>
          </a:solidFill>
          <a:latin typeface="+mn-lt"/>
          <a:ea typeface="ヒラギノ角ゴ Pro W3" charset="0"/>
          <a:sym typeface="Arial" charset="0"/>
        </a:defRPr>
      </a:lvl3pPr>
      <a:lvl4pPr marL="1600200" indent="-228600" algn="l" rtl="0" eaLnBrk="0" fontAlgn="base" hangingPunct="0">
        <a:spcBef>
          <a:spcPct val="0"/>
        </a:spcBef>
        <a:spcAft>
          <a:spcPct val="0"/>
        </a:spcAft>
        <a:defRPr sz="1400">
          <a:solidFill>
            <a:schemeClr val="tx1"/>
          </a:solidFill>
          <a:latin typeface="+mn-lt"/>
          <a:ea typeface="ヒラギノ角ゴ Pro W3" charset="0"/>
          <a:sym typeface="Arial" charset="0"/>
        </a:defRPr>
      </a:lvl4pPr>
      <a:lvl5pPr marL="2057400" indent="-228600" algn="l" rtl="0" eaLnBrk="0" fontAlgn="base" hangingPunct="0">
        <a:spcBef>
          <a:spcPct val="0"/>
        </a:spcBef>
        <a:spcAft>
          <a:spcPct val="0"/>
        </a:spcAft>
        <a:defRPr sz="1400">
          <a:solidFill>
            <a:schemeClr val="tx1"/>
          </a:solidFill>
          <a:latin typeface="+mn-lt"/>
          <a:ea typeface="ヒラギノ角ゴ Pro W3" charset="0"/>
          <a:sym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1400">
          <a:solidFill>
            <a:schemeClr val="tx1"/>
          </a:solidFill>
          <a:latin typeface="+mn-lt"/>
          <a:sym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1400">
          <a:solidFill>
            <a:schemeClr val="tx1"/>
          </a:solidFill>
          <a:latin typeface="+mn-lt"/>
          <a:sym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1400">
          <a:solidFill>
            <a:schemeClr val="tx1"/>
          </a:solidFill>
          <a:latin typeface="+mn-lt"/>
          <a:sym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1400">
          <a:solidFill>
            <a:schemeClr val="tx1"/>
          </a:solidFill>
          <a:latin typeface="+mn-lt"/>
          <a:sym typeface="Arial" charset="0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8276">
            <a:extLst>
              <a:ext uri="{FF2B5EF4-FFF2-40B4-BE49-F238E27FC236}">
                <a16:creationId xmlns:a16="http://schemas.microsoft.com/office/drawing/2014/main" id="{CE3055B8-783E-5906-D7F2-26BBD666CD10}"/>
              </a:ext>
            </a:extLst>
          </p:cNvPr>
          <p:cNvSpPr/>
          <p:nvPr/>
        </p:nvSpPr>
        <p:spPr>
          <a:xfrm>
            <a:off x="0" y="-520995"/>
            <a:ext cx="12191999" cy="7378997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lIns="29722" tIns="14857" rIns="29722" bIns="14857" anchor="ctr"/>
          <a:lstStyle/>
          <a:p>
            <a:pPr algn="ctr">
              <a:defRPr/>
            </a:pPr>
            <a:endParaRPr sz="585">
              <a:solidFill>
                <a:srgbClr val="F0F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Shape 26">
            <a:extLst>
              <a:ext uri="{FF2B5EF4-FFF2-40B4-BE49-F238E27FC236}">
                <a16:creationId xmlns:a16="http://schemas.microsoft.com/office/drawing/2014/main" id="{49043749-8975-948F-29AC-F82D0297BA04}"/>
              </a:ext>
            </a:extLst>
          </p:cNvPr>
          <p:cNvSpPr txBox="1"/>
          <p:nvPr/>
        </p:nvSpPr>
        <p:spPr>
          <a:xfrm>
            <a:off x="2319209" y="3936902"/>
            <a:ext cx="5973843" cy="1658017"/>
          </a:xfrm>
          <a:prstGeom prst="rect">
            <a:avLst/>
          </a:prstGeom>
          <a:noFill/>
          <a:ln>
            <a:noFill/>
          </a:ln>
        </p:spPr>
        <p:txBody>
          <a:bodyPr lIns="29722" tIns="14857" rIns="29722" bIns="14857"/>
          <a:lstStyle/>
          <a:p>
            <a:pPr algn="ctr">
              <a:buSzPct val="25000"/>
              <a:defRPr/>
            </a:pPr>
            <a:r>
              <a:rPr lang="de-DE" sz="4551" b="1" dirty="0">
                <a:solidFill>
                  <a:srgbClr val="FFFFFF"/>
                </a:solidFill>
                <a:latin typeface="Calibri"/>
                <a:ea typeface="Proxima Nova" charset="0"/>
                <a:cs typeface="Proxima Nova" charset="0"/>
              </a:rPr>
              <a:t>Engenharia de Software</a:t>
            </a:r>
          </a:p>
          <a:p>
            <a:pPr algn="ctr">
              <a:buSzPct val="25000"/>
              <a:defRPr/>
            </a:pPr>
            <a:r>
              <a:rPr lang="de-DE" sz="2862" b="1" dirty="0">
                <a:solidFill>
                  <a:srgbClr val="FFFFFF"/>
                </a:solidFill>
                <a:latin typeface="Calibri"/>
                <a:ea typeface="Proxima Nova" charset="0"/>
                <a:cs typeface="Proxima Nova" charset="0"/>
              </a:rPr>
              <a:t>Requisitos I</a:t>
            </a:r>
          </a:p>
          <a:p>
            <a:pPr algn="ctr">
              <a:lnSpc>
                <a:spcPct val="200000"/>
              </a:lnSpc>
              <a:buSzPct val="25000"/>
              <a:defRPr/>
            </a:pPr>
            <a:r>
              <a:rPr lang="de-DE" sz="1430" b="1" dirty="0">
                <a:solidFill>
                  <a:srgbClr val="FFFFFF"/>
                </a:solidFill>
                <a:latin typeface="Calibri"/>
                <a:ea typeface="Proxima Nova" charset="0"/>
                <a:cs typeface="Proxima Nova" charset="0"/>
              </a:rPr>
              <a:t>Profª Mª Chaiene M. Da Silva Minella</a:t>
            </a:r>
            <a:endParaRPr lang="de-DE" sz="2862" b="1" dirty="0">
              <a:solidFill>
                <a:srgbClr val="FFFFFF"/>
              </a:solidFill>
              <a:latin typeface="Calibri"/>
              <a:ea typeface="Proxima Nova" charset="0"/>
              <a:cs typeface="Proxima Nova" charset="0"/>
            </a:endParaRPr>
          </a:p>
        </p:txBody>
      </p:sp>
      <p:sp>
        <p:nvSpPr>
          <p:cNvPr id="11268" name="Retângulo 19">
            <a:extLst>
              <a:ext uri="{FF2B5EF4-FFF2-40B4-BE49-F238E27FC236}">
                <a16:creationId xmlns:a16="http://schemas.microsoft.com/office/drawing/2014/main" id="{DB50C9C4-D7B8-192C-7D44-893ACD0217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329" y="1852300"/>
            <a:ext cx="4771247" cy="236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9729" tIns="14864" rIns="29729" bIns="14864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1345">
                <a:solidFill>
                  <a:srgbClr val="FFFFFF"/>
                </a:solidFill>
                <a:latin typeface="Calibri Light" panose="020F0302020204030204" pitchFamily="34" charset="0"/>
                <a:ea typeface="Proxima Nova Light"/>
                <a:cs typeface="Proxima Nova Light"/>
              </a:rPr>
              <a:t>Universidade da Região de Joinville - Univille</a:t>
            </a:r>
          </a:p>
        </p:txBody>
      </p:sp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3AC49B91-4B75-5CE2-C56C-C4292D2B725C}"/>
              </a:ext>
            </a:extLst>
          </p:cNvPr>
          <p:cNvCxnSpPr>
            <a:cxnSpLocks/>
          </p:cNvCxnSpPr>
          <p:nvPr/>
        </p:nvCxnSpPr>
        <p:spPr>
          <a:xfrm>
            <a:off x="264478" y="2136938"/>
            <a:ext cx="2933551" cy="0"/>
          </a:xfrm>
          <a:prstGeom prst="straightConnector1">
            <a:avLst/>
          </a:prstGeom>
          <a:ln w="285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270" name="Imagem 4" descr="Logotipo&#10;&#10;Descrição gerada automaticamente">
            <a:extLst>
              <a:ext uri="{FF2B5EF4-FFF2-40B4-BE49-F238E27FC236}">
                <a16:creationId xmlns:a16="http://schemas.microsoft.com/office/drawing/2014/main" id="{EFAD508E-6008-9342-47D4-CC03911434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298" y="621240"/>
            <a:ext cx="1175911" cy="1060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1" name="Imagem 6" descr="Uma imagem contendo Esquemático&#10;&#10;Descrição gerada automaticamente">
            <a:extLst>
              <a:ext uri="{FF2B5EF4-FFF2-40B4-BE49-F238E27FC236}">
                <a16:creationId xmlns:a16="http://schemas.microsoft.com/office/drawing/2014/main" id="{A56796E4-1D8F-7181-A702-E425B6146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8869" y="-899392"/>
            <a:ext cx="4273130" cy="52835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48033254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sz="quarter" idx="11"/>
          </p:nvPr>
        </p:nvSpPr>
        <p:spPr>
          <a:xfrm>
            <a:off x="415345" y="197518"/>
            <a:ext cx="5934655" cy="382586"/>
          </a:xfrm>
        </p:spPr>
        <p:txBody>
          <a:bodyPr/>
          <a:lstStyle/>
          <a:p>
            <a:r>
              <a:rPr lang="pt-BR" dirty="0"/>
              <a:t>Especificação e Análise de requisitos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quarter" idx="13"/>
          </p:nvPr>
        </p:nvSpPr>
        <p:spPr>
          <a:xfrm>
            <a:off x="1352552" y="2772166"/>
            <a:ext cx="10265833" cy="1908175"/>
          </a:xfrm>
        </p:spPr>
        <p:txBody>
          <a:bodyPr/>
          <a:lstStyle/>
          <a:p>
            <a:pPr algn="just"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pt-BR" b="0" i="0" dirty="0">
                <a:effectLst/>
                <a:latin typeface="Lato" panose="020F0502020204030203" pitchFamily="34" charset="0"/>
              </a:rPr>
              <a:t>Elicitar requisitos é uma atividade essencial para o sucesso de qualquer projeto que envolve </a:t>
            </a:r>
            <a:r>
              <a:rPr lang="pt-BR" b="0" i="1" dirty="0">
                <a:effectLst/>
                <a:latin typeface="Lato" panose="020F0502020204030203" pitchFamily="34" charset="0"/>
              </a:rPr>
              <a:t>software</a:t>
            </a:r>
            <a:r>
              <a:rPr lang="pt-BR" b="0" i="0" dirty="0">
                <a:effectLst/>
                <a:latin typeface="Lato" panose="020F0502020204030203" pitchFamily="34" charset="0"/>
              </a:rPr>
              <a:t>. </a:t>
            </a:r>
          </a:p>
          <a:p>
            <a:pPr algn="just">
              <a:spcAft>
                <a:spcPts val="800"/>
              </a:spcAft>
              <a:buFont typeface="Wingdings" panose="05000000000000000000" pitchFamily="2" charset="2"/>
              <a:buChar char="ü"/>
            </a:pPr>
            <a:endParaRPr lang="pt-BR" dirty="0">
              <a:latin typeface="Lato" panose="020F0502020204030203" pitchFamily="34" charset="0"/>
            </a:endParaRPr>
          </a:p>
          <a:p>
            <a:pPr algn="just"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pt-BR" b="0" i="0" dirty="0">
                <a:effectLst/>
                <a:latin typeface="Lato" panose="020F0502020204030203" pitchFamily="34" charset="0"/>
              </a:rPr>
              <a:t>De acordo com as características do contexto, uma técnica pode ser mais adequada do que outra. </a:t>
            </a:r>
          </a:p>
          <a:p>
            <a:pPr algn="just">
              <a:spcAft>
                <a:spcPts val="800"/>
              </a:spcAft>
              <a:buFont typeface="Wingdings" panose="05000000000000000000" pitchFamily="2" charset="2"/>
              <a:buChar char="ü"/>
            </a:pPr>
            <a:endParaRPr lang="pt-BR" dirty="0">
              <a:latin typeface="Lato" panose="020F0502020204030203" pitchFamily="34" charset="0"/>
            </a:endParaRPr>
          </a:p>
          <a:p>
            <a:pPr algn="just"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pt-BR" b="0" i="0" dirty="0">
                <a:effectLst/>
                <a:latin typeface="Lato" panose="020F0502020204030203" pitchFamily="34" charset="0"/>
              </a:rPr>
              <a:t>Saber selecionar e combinar as melhores técnicas de </a:t>
            </a:r>
            <a:r>
              <a:rPr lang="pt-BR" b="0" i="0" dirty="0" err="1">
                <a:effectLst/>
                <a:latin typeface="Lato" panose="020F0502020204030203" pitchFamily="34" charset="0"/>
              </a:rPr>
              <a:t>elicitação</a:t>
            </a:r>
            <a:r>
              <a:rPr lang="pt-BR" b="0" i="0" dirty="0">
                <a:effectLst/>
                <a:latin typeface="Lato" panose="020F0502020204030203" pitchFamily="34" charset="0"/>
              </a:rPr>
              <a:t> de requisitos pode </a:t>
            </a:r>
            <a:r>
              <a:rPr lang="pt-BR" b="1" i="0" dirty="0">
                <a:effectLst/>
                <a:latin typeface="Lato" panose="020F0502020204030203" pitchFamily="34" charset="0"/>
              </a:rPr>
              <a:t>reduzir significativamente a quantidade de problemas</a:t>
            </a:r>
            <a:r>
              <a:rPr lang="pt-BR" b="0" i="0" dirty="0">
                <a:effectLst/>
                <a:latin typeface="Lato" panose="020F0502020204030203" pitchFamily="34" charset="0"/>
              </a:rPr>
              <a:t> relacionados a eles, como requisitos incompletos, inconsistentes e invisíveis.</a:t>
            </a:r>
            <a:endParaRPr lang="pt-BR" sz="2000" b="0" i="0" dirty="0">
              <a:effectLst/>
              <a:latin typeface="Lato" panose="020F0502020204030203" pitchFamily="34" charset="0"/>
            </a:endParaRP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pt-BR" dirty="0"/>
              <a:t>Elicitação de requisitos</a:t>
            </a:r>
          </a:p>
        </p:txBody>
      </p:sp>
      <p:pic>
        <p:nvPicPr>
          <p:cNvPr id="9" name="Imagem 9">
            <a:extLst>
              <a:ext uri="{FF2B5EF4-FFF2-40B4-BE49-F238E27FC236}">
                <a16:creationId xmlns:a16="http://schemas.microsoft.com/office/drawing/2014/main" id="{94272111-B879-9F48-A61A-82122C02B7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9443"/>
            <a:ext cx="12269972" cy="11972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Imagem 6" descr="Ícone&#10;&#10;Descrição gerada automaticamente">
            <a:extLst>
              <a:ext uri="{FF2B5EF4-FFF2-40B4-BE49-F238E27FC236}">
                <a16:creationId xmlns:a16="http://schemas.microsoft.com/office/drawing/2014/main" id="{78B88B74-CD5F-9745-CF05-70E979D502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069" y="268753"/>
            <a:ext cx="708037" cy="620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Espaço Reservado para Texto 2">
            <a:extLst>
              <a:ext uri="{FF2B5EF4-FFF2-40B4-BE49-F238E27FC236}">
                <a16:creationId xmlns:a16="http://schemas.microsoft.com/office/drawing/2014/main" id="{2B454B3F-8C60-A9C2-0B13-BC512F460A28}"/>
              </a:ext>
            </a:extLst>
          </p:cNvPr>
          <p:cNvSpPr txBox="1">
            <a:spLocks/>
          </p:cNvSpPr>
          <p:nvPr/>
        </p:nvSpPr>
        <p:spPr>
          <a:xfrm>
            <a:off x="1645718" y="323845"/>
            <a:ext cx="5754542" cy="27157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0"/>
              </a:spcAft>
              <a:defRPr b="1" i="0">
                <a:solidFill>
                  <a:srgbClr val="005F37"/>
                </a:solidFill>
                <a:latin typeface="Proxima Nova Semibold" charset="0"/>
                <a:ea typeface="Proxima Nova Semibold" charset="0"/>
                <a:cs typeface="Proxima Nova Semibold" charset="0"/>
                <a:sym typeface="Arial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ea typeface="ヒラギノ角ゴ Pro W3" charset="0"/>
                <a:sym typeface="Arial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ea typeface="ヒラギノ角ゴ Pro W3" charset="0"/>
                <a:sym typeface="Arial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ea typeface="ヒラギノ角ゴ Pro W3" charset="0"/>
                <a:sym typeface="Arial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ea typeface="ヒラギノ角ゴ Pro W3" charset="0"/>
                <a:sym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sym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sym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sym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sym typeface="Arial" charset="0"/>
              </a:defRPr>
            </a:lvl9pPr>
          </a:lstStyle>
          <a:p>
            <a:pPr defTabSz="914400"/>
            <a:r>
              <a:rPr lang="pt-BR" kern="0">
                <a:solidFill>
                  <a:schemeClr val="bg1"/>
                </a:solidFill>
              </a:rPr>
              <a:t>Especificação e Análise de requisitos</a:t>
            </a:r>
            <a:endParaRPr lang="pt-BR" kern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8513220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quarter" idx="13"/>
          </p:nvPr>
        </p:nvSpPr>
        <p:spPr>
          <a:xfrm>
            <a:off x="1352552" y="2772166"/>
            <a:ext cx="10265833" cy="1908175"/>
          </a:xfrm>
        </p:spPr>
        <p:txBody>
          <a:bodyPr/>
          <a:lstStyle/>
          <a:p>
            <a:pPr marL="0" indent="0" algn="just"/>
            <a:r>
              <a:rPr lang="pt-BR" sz="2400" b="0" i="0" dirty="0">
                <a:effectLst/>
                <a:latin typeface="Lato" panose="020F0502020204030203" pitchFamily="34" charset="0"/>
              </a:rPr>
              <a:t>Imagine que você é Analista de Requisitos na área de Tecnologia da Informação de uma empresa que comercializa planos de saúde.</a:t>
            </a:r>
            <a:endParaRPr lang="pt-BR" sz="2800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pt-BR" dirty="0"/>
              <a:t>Elicitação de requisitos</a:t>
            </a:r>
          </a:p>
        </p:txBody>
      </p:sp>
      <p:pic>
        <p:nvPicPr>
          <p:cNvPr id="2" name="Imagem 9">
            <a:extLst>
              <a:ext uri="{FF2B5EF4-FFF2-40B4-BE49-F238E27FC236}">
                <a16:creationId xmlns:a16="http://schemas.microsoft.com/office/drawing/2014/main" id="{D4A4E1C7-40B2-932A-8086-BDB855062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9443"/>
            <a:ext cx="12269972" cy="11972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m 6" descr="Ícone&#10;&#10;Descrição gerada automaticamente">
            <a:extLst>
              <a:ext uri="{FF2B5EF4-FFF2-40B4-BE49-F238E27FC236}">
                <a16:creationId xmlns:a16="http://schemas.microsoft.com/office/drawing/2014/main" id="{3A46A7FC-4D3F-A602-F90E-62860D3C7D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069" y="268753"/>
            <a:ext cx="708037" cy="620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Espaço Reservado para Texto 2">
            <a:extLst>
              <a:ext uri="{FF2B5EF4-FFF2-40B4-BE49-F238E27FC236}">
                <a16:creationId xmlns:a16="http://schemas.microsoft.com/office/drawing/2014/main" id="{7C6FFAAA-39E5-C8E1-EB25-94DBD341A0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645718" y="323845"/>
            <a:ext cx="5754542" cy="271578"/>
          </a:xfrm>
        </p:spPr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Especificação e Análise de requisitos</a:t>
            </a:r>
          </a:p>
        </p:txBody>
      </p:sp>
    </p:spTree>
    <p:extLst>
      <p:ext uri="{BB962C8B-B14F-4D97-AF65-F5344CB8AC3E}">
        <p14:creationId xmlns:p14="http://schemas.microsoft.com/office/powerpoint/2010/main" val="3105722281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">
            <a:extLst>
              <a:ext uri="{FF2B5EF4-FFF2-40B4-BE49-F238E27FC236}">
                <a16:creationId xmlns:a16="http://schemas.microsoft.com/office/drawing/2014/main" id="{A2DF3249-AD55-465A-932D-37B2AA850418}"/>
              </a:ext>
            </a:extLst>
          </p:cNvPr>
          <p:cNvSpPr>
            <a:spLocks/>
          </p:cNvSpPr>
          <p:nvPr/>
        </p:nvSpPr>
        <p:spPr bwMode="auto">
          <a:xfrm>
            <a:off x="1497012" y="-7938"/>
            <a:ext cx="9197976" cy="790576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434343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434343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434343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434343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pt-BR" altLang="pt-BR">
              <a:solidFill>
                <a:srgbClr val="000000"/>
              </a:solidFill>
              <a:latin typeface="Gill Sans" charset="0"/>
              <a:sym typeface="Gill Sans" charset="0"/>
            </a:endParaRPr>
          </a:p>
        </p:txBody>
      </p:sp>
      <p:pic>
        <p:nvPicPr>
          <p:cNvPr id="15363" name="Picture 2">
            <a:extLst>
              <a:ext uri="{FF2B5EF4-FFF2-40B4-BE49-F238E27FC236}">
                <a16:creationId xmlns:a16="http://schemas.microsoft.com/office/drawing/2014/main" id="{2C9499CC-F6B3-45FB-BD58-3FF9F923DEAD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3788" y="195264"/>
            <a:ext cx="1700212" cy="382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5" name="Imagem 4">
            <a:extLst>
              <a:ext uri="{FF2B5EF4-FFF2-40B4-BE49-F238E27FC236}">
                <a16:creationId xmlns:a16="http://schemas.microsoft.com/office/drawing/2014/main" id="{2B852089-57FE-480A-A52E-D1C692564D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4050" y="1304926"/>
            <a:ext cx="8343900" cy="507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CF190CDE-D0BC-4956-A742-A7D245298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 </a:t>
            </a:r>
          </a:p>
        </p:txBody>
      </p:sp>
      <p:sp>
        <p:nvSpPr>
          <p:cNvPr id="8" name="Espaço Reservado para Texto 2">
            <a:extLst>
              <a:ext uri="{FF2B5EF4-FFF2-40B4-BE49-F238E27FC236}">
                <a16:creationId xmlns:a16="http://schemas.microsoft.com/office/drawing/2014/main" id="{63B6F408-6A06-4DD6-AA74-01BE5F3149BD}"/>
              </a:ext>
            </a:extLst>
          </p:cNvPr>
          <p:cNvSpPr txBox="1">
            <a:spLocks/>
          </p:cNvSpPr>
          <p:nvPr/>
        </p:nvSpPr>
        <p:spPr>
          <a:xfrm>
            <a:off x="415345" y="197518"/>
            <a:ext cx="5934655" cy="382586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5F37"/>
                </a:solidFill>
                <a:latin typeface="+mn-lt"/>
                <a:ea typeface="ヒラギノ角ゴ Pro W3" charset="0"/>
                <a:cs typeface="ヒラギノ角ゴ Pro W3" charset="0"/>
                <a:sym typeface="Arial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ea typeface="ヒラギノ角ゴ Pro W3" charset="0"/>
                <a:sym typeface="Arial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ea typeface="ヒラギノ角ゴ Pro W3" charset="0"/>
                <a:sym typeface="Arial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ea typeface="ヒラギノ角ゴ Pro W3" charset="0"/>
                <a:sym typeface="Arial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ea typeface="ヒラギノ角ゴ Pro W3" charset="0"/>
                <a:sym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sym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sym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sym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sym typeface="Arial" charset="0"/>
              </a:defRPr>
            </a:lvl9pPr>
          </a:lstStyle>
          <a:p>
            <a:pPr defTabSz="914400"/>
            <a:r>
              <a:rPr lang="pt-BR" kern="0"/>
              <a:t>Especificação e Análise de requisitos</a:t>
            </a:r>
            <a:endParaRPr lang="pt-BR" kern="0" dirty="0"/>
          </a:p>
        </p:txBody>
      </p:sp>
      <p:pic>
        <p:nvPicPr>
          <p:cNvPr id="2" name="Imagem 9">
            <a:extLst>
              <a:ext uri="{FF2B5EF4-FFF2-40B4-BE49-F238E27FC236}">
                <a16:creationId xmlns:a16="http://schemas.microsoft.com/office/drawing/2014/main" id="{AE6758B9-3A27-6F24-101A-D64685C1D9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9443"/>
            <a:ext cx="12269972" cy="11972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Imagem 6" descr="Ícone&#10;&#10;Descrição gerada automaticamente">
            <a:extLst>
              <a:ext uri="{FF2B5EF4-FFF2-40B4-BE49-F238E27FC236}">
                <a16:creationId xmlns:a16="http://schemas.microsoft.com/office/drawing/2014/main" id="{43E0F454-2124-9E14-0AF5-E65E6DCD2E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069" y="268753"/>
            <a:ext cx="708037" cy="620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Espaço Reservado para Texto 2">
            <a:extLst>
              <a:ext uri="{FF2B5EF4-FFF2-40B4-BE49-F238E27FC236}">
                <a16:creationId xmlns:a16="http://schemas.microsoft.com/office/drawing/2014/main" id="{ECBBF539-5022-AD87-9356-7FE2B7A917A1}"/>
              </a:ext>
            </a:extLst>
          </p:cNvPr>
          <p:cNvSpPr txBox="1">
            <a:spLocks/>
          </p:cNvSpPr>
          <p:nvPr/>
        </p:nvSpPr>
        <p:spPr>
          <a:xfrm>
            <a:off x="1645718" y="323845"/>
            <a:ext cx="5754542" cy="27157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5F37"/>
                </a:solidFill>
                <a:latin typeface="+mn-lt"/>
                <a:ea typeface="ヒラギノ角ゴ Pro W3" charset="0"/>
                <a:cs typeface="ヒラギノ角ゴ Pro W3" charset="0"/>
                <a:sym typeface="Arial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ea typeface="ヒラギノ角ゴ Pro W3" charset="0"/>
                <a:sym typeface="Arial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ea typeface="ヒラギノ角ゴ Pro W3" charset="0"/>
                <a:sym typeface="Arial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ea typeface="ヒラギノ角ゴ Pro W3" charset="0"/>
                <a:sym typeface="Arial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ea typeface="ヒラギノ角ゴ Pro W3" charset="0"/>
                <a:sym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sym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sym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sym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sym typeface="Arial" charset="0"/>
              </a:defRPr>
            </a:lvl9pPr>
          </a:lstStyle>
          <a:p>
            <a:pPr defTabSz="914400"/>
            <a:r>
              <a:rPr lang="pt-BR" kern="0">
                <a:solidFill>
                  <a:schemeClr val="bg1"/>
                </a:solidFill>
              </a:rPr>
              <a:t>Especificação e Análise de requisitos</a:t>
            </a:r>
            <a:endParaRPr lang="pt-BR" kern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">
            <a:extLst>
              <a:ext uri="{FF2B5EF4-FFF2-40B4-BE49-F238E27FC236}">
                <a16:creationId xmlns:a16="http://schemas.microsoft.com/office/drawing/2014/main" id="{B3DA8930-740F-4A7C-8A10-A9E672E588C6}"/>
              </a:ext>
            </a:extLst>
          </p:cNvPr>
          <p:cNvSpPr>
            <a:spLocks/>
          </p:cNvSpPr>
          <p:nvPr/>
        </p:nvSpPr>
        <p:spPr bwMode="auto">
          <a:xfrm>
            <a:off x="1497012" y="-7938"/>
            <a:ext cx="9197976" cy="790576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rgbClr val="005F37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434343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434343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434343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434343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pt-BR" altLang="pt-BR">
              <a:solidFill>
                <a:srgbClr val="000000"/>
              </a:solidFill>
              <a:latin typeface="Gill Sans" charset="0"/>
              <a:sym typeface="Gill Sans" charset="0"/>
            </a:endParaRPr>
          </a:p>
        </p:txBody>
      </p:sp>
      <p:pic>
        <p:nvPicPr>
          <p:cNvPr id="16387" name="Picture 2">
            <a:extLst>
              <a:ext uri="{FF2B5EF4-FFF2-40B4-BE49-F238E27FC236}">
                <a16:creationId xmlns:a16="http://schemas.microsoft.com/office/drawing/2014/main" id="{EC4F660E-5551-429E-8570-379C334207A5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3788" y="195264"/>
            <a:ext cx="1700212" cy="382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9" name="Imagem 5">
            <a:extLst>
              <a:ext uri="{FF2B5EF4-FFF2-40B4-BE49-F238E27FC236}">
                <a16:creationId xmlns:a16="http://schemas.microsoft.com/office/drawing/2014/main" id="{E3620D8E-9419-42C8-97CA-8F898876A7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048" y="1381018"/>
            <a:ext cx="8143875" cy="499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53D25C72-7164-4B49-BCF8-C75BDA235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 </a:t>
            </a:r>
          </a:p>
        </p:txBody>
      </p:sp>
      <p:sp>
        <p:nvSpPr>
          <p:cNvPr id="8" name="Espaço Reservado para Texto 2">
            <a:extLst>
              <a:ext uri="{FF2B5EF4-FFF2-40B4-BE49-F238E27FC236}">
                <a16:creationId xmlns:a16="http://schemas.microsoft.com/office/drawing/2014/main" id="{8A9735EA-B993-46B8-9D96-72A86297D45F}"/>
              </a:ext>
            </a:extLst>
          </p:cNvPr>
          <p:cNvSpPr txBox="1">
            <a:spLocks/>
          </p:cNvSpPr>
          <p:nvPr/>
        </p:nvSpPr>
        <p:spPr>
          <a:xfrm>
            <a:off x="415345" y="197518"/>
            <a:ext cx="5934655" cy="382586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5F37"/>
                </a:solidFill>
                <a:latin typeface="+mn-lt"/>
                <a:ea typeface="ヒラギノ角ゴ Pro W3" charset="0"/>
                <a:cs typeface="ヒラギノ角ゴ Pro W3" charset="0"/>
                <a:sym typeface="Arial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ea typeface="ヒラギノ角ゴ Pro W3" charset="0"/>
                <a:sym typeface="Arial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ea typeface="ヒラギノ角ゴ Pro W3" charset="0"/>
                <a:sym typeface="Arial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ea typeface="ヒラギノ角ゴ Pro W3" charset="0"/>
                <a:sym typeface="Arial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ea typeface="ヒラギノ角ゴ Pro W3" charset="0"/>
                <a:sym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sym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sym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sym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sym typeface="Arial" charset="0"/>
              </a:defRPr>
            </a:lvl9pPr>
          </a:lstStyle>
          <a:p>
            <a:pPr defTabSz="914400"/>
            <a:r>
              <a:rPr lang="pt-BR" kern="0"/>
              <a:t>Especificação e Análise de requisitos</a:t>
            </a:r>
            <a:endParaRPr lang="pt-BR" kern="0" dirty="0"/>
          </a:p>
        </p:txBody>
      </p:sp>
      <p:pic>
        <p:nvPicPr>
          <p:cNvPr id="2" name="Imagem 9">
            <a:extLst>
              <a:ext uri="{FF2B5EF4-FFF2-40B4-BE49-F238E27FC236}">
                <a16:creationId xmlns:a16="http://schemas.microsoft.com/office/drawing/2014/main" id="{E993EFBC-A409-67E9-40CC-A0CA95678E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9443"/>
            <a:ext cx="12269972" cy="11972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Imagem 6" descr="Ícone&#10;&#10;Descrição gerada automaticamente">
            <a:extLst>
              <a:ext uri="{FF2B5EF4-FFF2-40B4-BE49-F238E27FC236}">
                <a16:creationId xmlns:a16="http://schemas.microsoft.com/office/drawing/2014/main" id="{B97F7ACC-D72C-A758-88D8-7D851061ED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069" y="268753"/>
            <a:ext cx="708037" cy="620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Espaço Reservado para Texto 2">
            <a:extLst>
              <a:ext uri="{FF2B5EF4-FFF2-40B4-BE49-F238E27FC236}">
                <a16:creationId xmlns:a16="http://schemas.microsoft.com/office/drawing/2014/main" id="{EB6916B0-320B-8864-6454-873A45B282FC}"/>
              </a:ext>
            </a:extLst>
          </p:cNvPr>
          <p:cNvSpPr txBox="1">
            <a:spLocks/>
          </p:cNvSpPr>
          <p:nvPr/>
        </p:nvSpPr>
        <p:spPr>
          <a:xfrm>
            <a:off x="1645718" y="323845"/>
            <a:ext cx="5754542" cy="27157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5F37"/>
                </a:solidFill>
                <a:latin typeface="+mn-lt"/>
                <a:ea typeface="ヒラギノ角ゴ Pro W3" charset="0"/>
                <a:cs typeface="ヒラギノ角ゴ Pro W3" charset="0"/>
                <a:sym typeface="Arial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ea typeface="ヒラギノ角ゴ Pro W3" charset="0"/>
                <a:sym typeface="Arial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ea typeface="ヒラギノ角ゴ Pro W3" charset="0"/>
                <a:sym typeface="Arial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ea typeface="ヒラギノ角ゴ Pro W3" charset="0"/>
                <a:sym typeface="Arial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ea typeface="ヒラギノ角ゴ Pro W3" charset="0"/>
                <a:sym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sym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sym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sym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sym typeface="Arial" charset="0"/>
              </a:defRPr>
            </a:lvl9pPr>
          </a:lstStyle>
          <a:p>
            <a:pPr defTabSz="914400"/>
            <a:r>
              <a:rPr lang="pt-BR" kern="0">
                <a:solidFill>
                  <a:schemeClr val="bg1"/>
                </a:solidFill>
              </a:rPr>
              <a:t>Especificação e Análise de requisitos</a:t>
            </a:r>
            <a:endParaRPr lang="pt-BR" kern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1" name="Picture 2">
            <a:extLst>
              <a:ext uri="{FF2B5EF4-FFF2-40B4-BE49-F238E27FC236}">
                <a16:creationId xmlns:a16="http://schemas.microsoft.com/office/drawing/2014/main" id="{163E10C9-08ED-46BB-A080-99F9B9F84B16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3788" y="195264"/>
            <a:ext cx="1700212" cy="382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3" name="Imagem 5">
            <a:extLst>
              <a:ext uri="{FF2B5EF4-FFF2-40B4-BE49-F238E27FC236}">
                <a16:creationId xmlns:a16="http://schemas.microsoft.com/office/drawing/2014/main" id="{424488FC-949A-461A-9514-EB4B0A1779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6439" y="1481138"/>
            <a:ext cx="8239125" cy="497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49087800-D1DC-439F-922B-CC12848DD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 </a:t>
            </a:r>
          </a:p>
        </p:txBody>
      </p:sp>
      <p:sp>
        <p:nvSpPr>
          <p:cNvPr id="8" name="Espaço Reservado para Texto 2">
            <a:extLst>
              <a:ext uri="{FF2B5EF4-FFF2-40B4-BE49-F238E27FC236}">
                <a16:creationId xmlns:a16="http://schemas.microsoft.com/office/drawing/2014/main" id="{1C961EC4-2FD7-4A4E-9B63-CDC87EF51583}"/>
              </a:ext>
            </a:extLst>
          </p:cNvPr>
          <p:cNvSpPr txBox="1">
            <a:spLocks/>
          </p:cNvSpPr>
          <p:nvPr/>
        </p:nvSpPr>
        <p:spPr>
          <a:xfrm>
            <a:off x="415345" y="197518"/>
            <a:ext cx="5934655" cy="382586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5F37"/>
                </a:solidFill>
                <a:latin typeface="+mn-lt"/>
                <a:ea typeface="ヒラギノ角ゴ Pro W3" charset="0"/>
                <a:cs typeface="ヒラギノ角ゴ Pro W3" charset="0"/>
                <a:sym typeface="Arial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ea typeface="ヒラギノ角ゴ Pro W3" charset="0"/>
                <a:sym typeface="Arial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ea typeface="ヒラギノ角ゴ Pro W3" charset="0"/>
                <a:sym typeface="Arial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ea typeface="ヒラギノ角ゴ Pro W3" charset="0"/>
                <a:sym typeface="Arial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ea typeface="ヒラギノ角ゴ Pro W3" charset="0"/>
                <a:sym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sym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sym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sym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sym typeface="Arial" charset="0"/>
              </a:defRPr>
            </a:lvl9pPr>
          </a:lstStyle>
          <a:p>
            <a:pPr defTabSz="914400"/>
            <a:r>
              <a:rPr lang="pt-BR" kern="0"/>
              <a:t>Especificação e Análise de requisitos</a:t>
            </a:r>
            <a:endParaRPr lang="pt-BR" kern="0" dirty="0"/>
          </a:p>
        </p:txBody>
      </p:sp>
      <p:pic>
        <p:nvPicPr>
          <p:cNvPr id="2" name="Imagem 9">
            <a:extLst>
              <a:ext uri="{FF2B5EF4-FFF2-40B4-BE49-F238E27FC236}">
                <a16:creationId xmlns:a16="http://schemas.microsoft.com/office/drawing/2014/main" id="{58C9E4E2-2707-9640-5925-FF727938E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9443"/>
            <a:ext cx="12269972" cy="11972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Imagem 6" descr="Ícone&#10;&#10;Descrição gerada automaticamente">
            <a:extLst>
              <a:ext uri="{FF2B5EF4-FFF2-40B4-BE49-F238E27FC236}">
                <a16:creationId xmlns:a16="http://schemas.microsoft.com/office/drawing/2014/main" id="{70C9B8C8-79C6-1F75-581C-33EC59677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069" y="268753"/>
            <a:ext cx="708037" cy="620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Espaço Reservado para Texto 2">
            <a:extLst>
              <a:ext uri="{FF2B5EF4-FFF2-40B4-BE49-F238E27FC236}">
                <a16:creationId xmlns:a16="http://schemas.microsoft.com/office/drawing/2014/main" id="{9FAF5F7B-F9E6-3A64-141C-D6C2DAE5B18D}"/>
              </a:ext>
            </a:extLst>
          </p:cNvPr>
          <p:cNvSpPr txBox="1">
            <a:spLocks/>
          </p:cNvSpPr>
          <p:nvPr/>
        </p:nvSpPr>
        <p:spPr>
          <a:xfrm>
            <a:off x="1645718" y="323845"/>
            <a:ext cx="5754542" cy="27157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5F37"/>
                </a:solidFill>
                <a:latin typeface="+mn-lt"/>
                <a:ea typeface="ヒラギノ角ゴ Pro W3" charset="0"/>
                <a:cs typeface="ヒラギノ角ゴ Pro W3" charset="0"/>
                <a:sym typeface="Arial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ea typeface="ヒラギノ角ゴ Pro W3" charset="0"/>
                <a:sym typeface="Arial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ea typeface="ヒラギノ角ゴ Pro W3" charset="0"/>
                <a:sym typeface="Arial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ea typeface="ヒラギノ角ゴ Pro W3" charset="0"/>
                <a:sym typeface="Arial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ea typeface="ヒラギノ角ゴ Pro W3" charset="0"/>
                <a:sym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sym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sym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sym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sym typeface="Arial" charset="0"/>
              </a:defRPr>
            </a:lvl9pPr>
          </a:lstStyle>
          <a:p>
            <a:pPr defTabSz="914400"/>
            <a:r>
              <a:rPr lang="pt-BR" kern="0">
                <a:solidFill>
                  <a:schemeClr val="bg1"/>
                </a:solidFill>
              </a:rPr>
              <a:t>Especificação e Análise de requisitos</a:t>
            </a:r>
            <a:endParaRPr lang="pt-BR" kern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5" name="Picture 2">
            <a:extLst>
              <a:ext uri="{FF2B5EF4-FFF2-40B4-BE49-F238E27FC236}">
                <a16:creationId xmlns:a16="http://schemas.microsoft.com/office/drawing/2014/main" id="{A6036DA3-759E-4D35-96DE-EE3DCF3187EE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3788" y="195264"/>
            <a:ext cx="1700212" cy="382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7" name="Imagem 5">
            <a:extLst>
              <a:ext uri="{FF2B5EF4-FFF2-40B4-BE49-F238E27FC236}">
                <a16:creationId xmlns:a16="http://schemas.microsoft.com/office/drawing/2014/main" id="{F53A31F5-C4D5-4D34-AD29-1869351049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4603" y="1392523"/>
            <a:ext cx="8048625" cy="501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7D177830-8BA4-4B85-BD2D-6ED74522E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 </a:t>
            </a:r>
          </a:p>
        </p:txBody>
      </p:sp>
      <p:sp>
        <p:nvSpPr>
          <p:cNvPr id="8" name="Espaço Reservado para Texto 2">
            <a:extLst>
              <a:ext uri="{FF2B5EF4-FFF2-40B4-BE49-F238E27FC236}">
                <a16:creationId xmlns:a16="http://schemas.microsoft.com/office/drawing/2014/main" id="{18C2CAA8-5C4E-4682-8CA0-47A0397E61E6}"/>
              </a:ext>
            </a:extLst>
          </p:cNvPr>
          <p:cNvSpPr txBox="1">
            <a:spLocks/>
          </p:cNvSpPr>
          <p:nvPr/>
        </p:nvSpPr>
        <p:spPr>
          <a:xfrm>
            <a:off x="415345" y="197518"/>
            <a:ext cx="5934655" cy="382586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5F37"/>
                </a:solidFill>
                <a:latin typeface="+mn-lt"/>
                <a:ea typeface="ヒラギノ角ゴ Pro W3" charset="0"/>
                <a:cs typeface="ヒラギノ角ゴ Pro W3" charset="0"/>
                <a:sym typeface="Arial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ea typeface="ヒラギノ角ゴ Pro W3" charset="0"/>
                <a:sym typeface="Arial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ea typeface="ヒラギノ角ゴ Pro W3" charset="0"/>
                <a:sym typeface="Arial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ea typeface="ヒラギノ角ゴ Pro W3" charset="0"/>
                <a:sym typeface="Arial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ea typeface="ヒラギノ角ゴ Pro W3" charset="0"/>
                <a:sym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sym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sym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sym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sym typeface="Arial" charset="0"/>
              </a:defRPr>
            </a:lvl9pPr>
          </a:lstStyle>
          <a:p>
            <a:pPr defTabSz="914400"/>
            <a:r>
              <a:rPr lang="pt-BR" kern="0"/>
              <a:t>Especificação e Análise de requisitos</a:t>
            </a:r>
            <a:endParaRPr lang="pt-BR" kern="0" dirty="0"/>
          </a:p>
        </p:txBody>
      </p:sp>
      <p:pic>
        <p:nvPicPr>
          <p:cNvPr id="2" name="Imagem 9">
            <a:extLst>
              <a:ext uri="{FF2B5EF4-FFF2-40B4-BE49-F238E27FC236}">
                <a16:creationId xmlns:a16="http://schemas.microsoft.com/office/drawing/2014/main" id="{7E88BF66-CF76-8DF2-5B8D-5596D6756B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9443"/>
            <a:ext cx="12269972" cy="11972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Imagem 6" descr="Ícone&#10;&#10;Descrição gerada automaticamente">
            <a:extLst>
              <a:ext uri="{FF2B5EF4-FFF2-40B4-BE49-F238E27FC236}">
                <a16:creationId xmlns:a16="http://schemas.microsoft.com/office/drawing/2014/main" id="{5E037599-7098-B711-056B-5BA6DCED9A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069" y="268753"/>
            <a:ext cx="708037" cy="620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Espaço Reservado para Texto 2">
            <a:extLst>
              <a:ext uri="{FF2B5EF4-FFF2-40B4-BE49-F238E27FC236}">
                <a16:creationId xmlns:a16="http://schemas.microsoft.com/office/drawing/2014/main" id="{3E830D72-A690-98B6-82DE-EAA3BC6835BB}"/>
              </a:ext>
            </a:extLst>
          </p:cNvPr>
          <p:cNvSpPr txBox="1">
            <a:spLocks/>
          </p:cNvSpPr>
          <p:nvPr/>
        </p:nvSpPr>
        <p:spPr>
          <a:xfrm>
            <a:off x="1645718" y="323845"/>
            <a:ext cx="5754542" cy="27157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5F37"/>
                </a:solidFill>
                <a:latin typeface="+mn-lt"/>
                <a:ea typeface="ヒラギノ角ゴ Pro W3" charset="0"/>
                <a:cs typeface="ヒラギノ角ゴ Pro W3" charset="0"/>
                <a:sym typeface="Arial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ea typeface="ヒラギノ角ゴ Pro W3" charset="0"/>
                <a:sym typeface="Arial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ea typeface="ヒラギノ角ゴ Pro W3" charset="0"/>
                <a:sym typeface="Arial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ea typeface="ヒラギノ角ゴ Pro W3" charset="0"/>
                <a:sym typeface="Arial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ea typeface="ヒラギノ角ゴ Pro W3" charset="0"/>
                <a:sym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sym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sym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sym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sym typeface="Arial" charset="0"/>
              </a:defRPr>
            </a:lvl9pPr>
          </a:lstStyle>
          <a:p>
            <a:pPr defTabSz="914400"/>
            <a:r>
              <a:rPr lang="pt-BR" kern="0">
                <a:solidFill>
                  <a:schemeClr val="bg1"/>
                </a:solidFill>
              </a:rPr>
              <a:t>Especificação e Análise de requisitos</a:t>
            </a:r>
            <a:endParaRPr lang="pt-BR" kern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9" name="Picture 2">
            <a:extLst>
              <a:ext uri="{FF2B5EF4-FFF2-40B4-BE49-F238E27FC236}">
                <a16:creationId xmlns:a16="http://schemas.microsoft.com/office/drawing/2014/main" id="{1475EA01-CBA2-4A47-85D6-4EE44C39993C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3788" y="195264"/>
            <a:ext cx="1700212" cy="382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1" name="Imagem 2">
            <a:extLst>
              <a:ext uri="{FF2B5EF4-FFF2-40B4-BE49-F238E27FC236}">
                <a16:creationId xmlns:a16="http://schemas.microsoft.com/office/drawing/2014/main" id="{23D710E5-F14A-40A5-9053-E652540D89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4371" y="1392523"/>
            <a:ext cx="8741229" cy="5147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A4EFADC4-8B5D-484B-AF53-FC3559BB5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 </a:t>
            </a:r>
          </a:p>
        </p:txBody>
      </p:sp>
      <p:sp>
        <p:nvSpPr>
          <p:cNvPr id="8" name="Espaço Reservado para Texto 2">
            <a:extLst>
              <a:ext uri="{FF2B5EF4-FFF2-40B4-BE49-F238E27FC236}">
                <a16:creationId xmlns:a16="http://schemas.microsoft.com/office/drawing/2014/main" id="{53F9765E-096E-4F1B-AC91-E7A41246CBA0}"/>
              </a:ext>
            </a:extLst>
          </p:cNvPr>
          <p:cNvSpPr txBox="1">
            <a:spLocks/>
          </p:cNvSpPr>
          <p:nvPr/>
        </p:nvSpPr>
        <p:spPr>
          <a:xfrm>
            <a:off x="415345" y="197518"/>
            <a:ext cx="5934655" cy="382586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5F37"/>
                </a:solidFill>
                <a:latin typeface="+mn-lt"/>
                <a:ea typeface="ヒラギノ角ゴ Pro W3" charset="0"/>
                <a:cs typeface="ヒラギノ角ゴ Pro W3" charset="0"/>
                <a:sym typeface="Arial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ea typeface="ヒラギノ角ゴ Pro W3" charset="0"/>
                <a:sym typeface="Arial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ea typeface="ヒラギノ角ゴ Pro W3" charset="0"/>
                <a:sym typeface="Arial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ea typeface="ヒラギノ角ゴ Pro W3" charset="0"/>
                <a:sym typeface="Arial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ea typeface="ヒラギノ角ゴ Pro W3" charset="0"/>
                <a:sym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sym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sym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sym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sym typeface="Arial" charset="0"/>
              </a:defRPr>
            </a:lvl9pPr>
          </a:lstStyle>
          <a:p>
            <a:pPr defTabSz="914400"/>
            <a:r>
              <a:rPr lang="pt-BR" kern="0"/>
              <a:t>Especificação e Análise de requisitos</a:t>
            </a:r>
            <a:endParaRPr lang="pt-BR" kern="0" dirty="0"/>
          </a:p>
        </p:txBody>
      </p:sp>
      <p:pic>
        <p:nvPicPr>
          <p:cNvPr id="2" name="Imagem 9">
            <a:extLst>
              <a:ext uri="{FF2B5EF4-FFF2-40B4-BE49-F238E27FC236}">
                <a16:creationId xmlns:a16="http://schemas.microsoft.com/office/drawing/2014/main" id="{1D9AC851-D453-B3FA-BAC5-2FA50DAC63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9443"/>
            <a:ext cx="12269972" cy="11972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Imagem 6" descr="Ícone&#10;&#10;Descrição gerada automaticamente">
            <a:extLst>
              <a:ext uri="{FF2B5EF4-FFF2-40B4-BE49-F238E27FC236}">
                <a16:creationId xmlns:a16="http://schemas.microsoft.com/office/drawing/2014/main" id="{84830104-AE39-A677-5303-37B6611AC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069" y="268753"/>
            <a:ext cx="708037" cy="620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Espaço Reservado para Texto 2">
            <a:extLst>
              <a:ext uri="{FF2B5EF4-FFF2-40B4-BE49-F238E27FC236}">
                <a16:creationId xmlns:a16="http://schemas.microsoft.com/office/drawing/2014/main" id="{56FA1C8E-AD82-D0CF-D1F7-D55916E396D4}"/>
              </a:ext>
            </a:extLst>
          </p:cNvPr>
          <p:cNvSpPr txBox="1">
            <a:spLocks/>
          </p:cNvSpPr>
          <p:nvPr/>
        </p:nvSpPr>
        <p:spPr>
          <a:xfrm>
            <a:off x="1645718" y="323845"/>
            <a:ext cx="5754542" cy="27157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5F37"/>
                </a:solidFill>
                <a:latin typeface="+mn-lt"/>
                <a:ea typeface="ヒラギノ角ゴ Pro W3" charset="0"/>
                <a:cs typeface="ヒラギノ角ゴ Pro W3" charset="0"/>
                <a:sym typeface="Arial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ea typeface="ヒラギノ角ゴ Pro W3" charset="0"/>
                <a:sym typeface="Arial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ea typeface="ヒラギノ角ゴ Pro W3" charset="0"/>
                <a:sym typeface="Arial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ea typeface="ヒラギノ角ゴ Pro W3" charset="0"/>
                <a:sym typeface="Arial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ea typeface="ヒラギノ角ゴ Pro W3" charset="0"/>
                <a:sym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sym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sym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sym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sym typeface="Arial" charset="0"/>
              </a:defRPr>
            </a:lvl9pPr>
          </a:lstStyle>
          <a:p>
            <a:pPr defTabSz="914400"/>
            <a:r>
              <a:rPr lang="pt-BR" kern="0">
                <a:solidFill>
                  <a:schemeClr val="bg1"/>
                </a:solidFill>
              </a:rPr>
              <a:t>Especificação e Análise de requisitos</a:t>
            </a:r>
            <a:endParaRPr lang="pt-BR" kern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sz="quarter" idx="11"/>
          </p:nvPr>
        </p:nvSpPr>
        <p:spPr>
          <a:xfrm>
            <a:off x="415345" y="197518"/>
            <a:ext cx="5934655" cy="382586"/>
          </a:xfrm>
        </p:spPr>
        <p:txBody>
          <a:bodyPr/>
          <a:lstStyle/>
          <a:p>
            <a:r>
              <a:rPr lang="pt-BR" dirty="0"/>
              <a:t>Especificação e Análise de requisitos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quarter" idx="13"/>
          </p:nvPr>
        </p:nvSpPr>
        <p:spPr>
          <a:xfrm>
            <a:off x="1352552" y="2772166"/>
            <a:ext cx="10265833" cy="1908175"/>
          </a:xfrm>
        </p:spPr>
        <p:txBody>
          <a:bodyPr lIns="91440" tIns="45720" rIns="91440" bIns="45720" anchor="t"/>
          <a:lstStyle/>
          <a:p>
            <a:pPr marL="0" indent="0" algn="just"/>
            <a:r>
              <a:rPr lang="pt-BR" sz="1800" b="0" i="0" dirty="0">
                <a:effectLst/>
                <a:latin typeface="Book Antiqua"/>
              </a:rPr>
              <a:t>Com base nas informações fornecidas pela empresa, </a:t>
            </a:r>
            <a:r>
              <a:rPr lang="pt-BR" sz="1800" b="1" i="0" dirty="0">
                <a:effectLst/>
                <a:latin typeface="Book Antiqua"/>
              </a:rPr>
              <a:t>decida quais técnicas de </a:t>
            </a:r>
            <a:r>
              <a:rPr lang="pt-BR" sz="1800" b="1" dirty="0">
                <a:latin typeface="Book Antiqua"/>
              </a:rPr>
              <a:t>levantamento</a:t>
            </a:r>
            <a:r>
              <a:rPr lang="pt-BR" sz="1800" b="1" i="0" dirty="0">
                <a:effectLst/>
                <a:latin typeface="Book Antiqua"/>
              </a:rPr>
              <a:t> de requisitos você irá adotar</a:t>
            </a:r>
            <a:r>
              <a:rPr lang="pt-BR" sz="1800" b="0" i="0" dirty="0">
                <a:effectLst/>
                <a:latin typeface="Book Antiqua"/>
              </a:rPr>
              <a:t>, levando em consideração as características do contexto e os problemas apontados.</a:t>
            </a:r>
          </a:p>
          <a:p>
            <a:pPr marL="0" indent="0" algn="just"/>
            <a:endParaRPr lang="pt-BR" sz="1800" dirty="0">
              <a:latin typeface="Book Antiqua" panose="02040602050305030304" pitchFamily="18" charset="0"/>
            </a:endParaRPr>
          </a:p>
          <a:p>
            <a:pPr marL="0" indent="0" algn="just"/>
            <a:r>
              <a:rPr lang="pt-BR" sz="1800" dirty="0">
                <a:latin typeface="Book Antiqua" panose="02040602050305030304" pitchFamily="18" charset="0"/>
              </a:rPr>
              <a:t>Considere a combinação de várias técnicas (no mínimo 3), para entendimento dos requisitos. </a:t>
            </a:r>
            <a:r>
              <a:rPr lang="pt-BR" sz="1800" u="sng" dirty="0">
                <a:latin typeface="Book Antiqua" panose="02040602050305030304" pitchFamily="18" charset="0"/>
              </a:rPr>
              <a:t>Justifique</a:t>
            </a:r>
            <a:r>
              <a:rPr lang="pt-BR" sz="1800" dirty="0">
                <a:latin typeface="Book Antiqua" panose="02040602050305030304" pitchFamily="18" charset="0"/>
              </a:rPr>
              <a:t> cada escolha.</a:t>
            </a:r>
          </a:p>
          <a:p>
            <a:pPr marL="0" indent="0" algn="just"/>
            <a:endParaRPr lang="pt-BR" sz="1800" dirty="0">
              <a:latin typeface="Book Antiqua" panose="0204060205030503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800" dirty="0">
                <a:effectLst/>
                <a:latin typeface="Book Antiqua"/>
                <a:ea typeface="Calibri"/>
                <a:cs typeface="Times New Roman"/>
              </a:rPr>
              <a:t>Entrevista, Questionário, Etnografia (observação), Cenários, Brainstorming, JAD (</a:t>
            </a:r>
            <a:r>
              <a:rPr lang="pt-BR" sz="1800" i="1" dirty="0">
                <a:effectLst/>
                <a:latin typeface="Book Antiqua"/>
                <a:ea typeface="Calibri"/>
                <a:cs typeface="Times New Roman"/>
              </a:rPr>
              <a:t>Joint </a:t>
            </a:r>
            <a:r>
              <a:rPr lang="pt-BR" sz="1800" i="1" dirty="0" err="1">
                <a:effectLst/>
                <a:latin typeface="Book Antiqua"/>
                <a:ea typeface="Calibri"/>
                <a:cs typeface="Times New Roman"/>
              </a:rPr>
              <a:t>Application</a:t>
            </a:r>
            <a:r>
              <a:rPr lang="pt-BR" sz="1800" i="1" dirty="0">
                <a:effectLst/>
                <a:latin typeface="Book Antiqua"/>
                <a:ea typeface="Calibri"/>
                <a:cs typeface="Times New Roman"/>
              </a:rPr>
              <a:t> </a:t>
            </a:r>
            <a:r>
              <a:rPr lang="pt-BR" sz="1800" i="1" dirty="0" err="1">
                <a:effectLst/>
                <a:latin typeface="Book Antiqua"/>
                <a:ea typeface="Calibri"/>
                <a:cs typeface="Times New Roman"/>
              </a:rPr>
              <a:t>Development</a:t>
            </a:r>
            <a:r>
              <a:rPr lang="pt-BR" sz="1800" dirty="0">
                <a:latin typeface="Book Antiqua"/>
                <a:ea typeface="Calibri"/>
                <a:cs typeface="Times New Roman"/>
              </a:rPr>
              <a:t>), entre outras...</a:t>
            </a:r>
            <a:endParaRPr lang="pt-BR" sz="1800" dirty="0">
              <a:effectLst/>
              <a:latin typeface="Book Antiqua" panose="0204060205030503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pt-BR" sz="1800" dirty="0">
              <a:latin typeface="Book Antiqua" panose="0204060205030503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800" dirty="0">
                <a:effectLst/>
                <a:latin typeface="Book Antiqua" panose="020406020503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Não é necessário entregar.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pt-BR" sz="1800" dirty="0">
              <a:effectLst/>
              <a:latin typeface="Book Antiqua" panose="0204060205030503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/>
            <a:endParaRPr lang="pt-BR" sz="2800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pt-BR" dirty="0"/>
              <a:t>Elicitação de requisitos</a:t>
            </a:r>
          </a:p>
        </p:txBody>
      </p:sp>
      <p:pic>
        <p:nvPicPr>
          <p:cNvPr id="2" name="Imagem 9">
            <a:extLst>
              <a:ext uri="{FF2B5EF4-FFF2-40B4-BE49-F238E27FC236}">
                <a16:creationId xmlns:a16="http://schemas.microsoft.com/office/drawing/2014/main" id="{184B17A7-6701-26C0-8578-9E93E0BEA0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9443"/>
            <a:ext cx="12269972" cy="11972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m 6" descr="Ícone&#10;&#10;Descrição gerada automaticamente">
            <a:extLst>
              <a:ext uri="{FF2B5EF4-FFF2-40B4-BE49-F238E27FC236}">
                <a16:creationId xmlns:a16="http://schemas.microsoft.com/office/drawing/2014/main" id="{95E76C4D-4400-7774-3BC2-01E49D2363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069" y="268753"/>
            <a:ext cx="708037" cy="620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Espaço Reservado para Texto 2">
            <a:extLst>
              <a:ext uri="{FF2B5EF4-FFF2-40B4-BE49-F238E27FC236}">
                <a16:creationId xmlns:a16="http://schemas.microsoft.com/office/drawing/2014/main" id="{1B8F7388-2FE8-8043-F111-4875DA1A70A9}"/>
              </a:ext>
            </a:extLst>
          </p:cNvPr>
          <p:cNvSpPr txBox="1">
            <a:spLocks/>
          </p:cNvSpPr>
          <p:nvPr/>
        </p:nvSpPr>
        <p:spPr>
          <a:xfrm>
            <a:off x="1645718" y="323845"/>
            <a:ext cx="5754542" cy="27157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0"/>
              </a:spcAft>
              <a:defRPr b="1" i="0">
                <a:solidFill>
                  <a:srgbClr val="005F37"/>
                </a:solidFill>
                <a:latin typeface="Proxima Nova Semibold" charset="0"/>
                <a:ea typeface="Proxima Nova Semibold" charset="0"/>
                <a:cs typeface="Proxima Nova Semibold" charset="0"/>
                <a:sym typeface="Arial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ea typeface="ヒラギノ角ゴ Pro W3" charset="0"/>
                <a:sym typeface="Arial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ea typeface="ヒラギノ角ゴ Pro W3" charset="0"/>
                <a:sym typeface="Arial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ea typeface="ヒラギノ角ゴ Pro W3" charset="0"/>
                <a:sym typeface="Arial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ea typeface="ヒラギノ角ゴ Pro W3" charset="0"/>
                <a:sym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sym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sym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sym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rgbClr val="434343"/>
                </a:solidFill>
                <a:latin typeface="+mn-lt"/>
                <a:sym typeface="Arial" charset="0"/>
              </a:defRPr>
            </a:lvl9pPr>
          </a:lstStyle>
          <a:p>
            <a:pPr defTabSz="914400"/>
            <a:r>
              <a:rPr lang="pt-BR" kern="0">
                <a:solidFill>
                  <a:schemeClr val="bg1"/>
                </a:solidFill>
              </a:rPr>
              <a:t>Especificação e Análise de requisitos</a:t>
            </a:r>
            <a:endParaRPr lang="pt-BR" kern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6651834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8276">
            <a:extLst>
              <a:ext uri="{FF2B5EF4-FFF2-40B4-BE49-F238E27FC236}">
                <a16:creationId xmlns:a16="http://schemas.microsoft.com/office/drawing/2014/main" id="{26702BC7-FF04-E9A9-ADDE-D997F50BAD4A}"/>
              </a:ext>
            </a:extLst>
          </p:cNvPr>
          <p:cNvSpPr/>
          <p:nvPr/>
        </p:nvSpPr>
        <p:spPr>
          <a:xfrm>
            <a:off x="0" y="1"/>
            <a:ext cx="12191999" cy="6858001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lIns="39337" tIns="19664" rIns="39337" bIns="19664" anchor="ctr"/>
          <a:lstStyle/>
          <a:p>
            <a:pPr algn="r">
              <a:defRPr/>
            </a:pPr>
            <a:endParaRPr sz="10758" dirty="0">
              <a:solidFill>
                <a:schemeClr val="accent6">
                  <a:lumMod val="20000"/>
                  <a:lumOff val="80000"/>
                </a:schemeClr>
              </a:solidFill>
              <a:latin typeface="Gabriola" panose="04040605051002020D02" pitchFamily="82" charset="0"/>
              <a:ea typeface="Calibri"/>
              <a:cs typeface="Calibri"/>
              <a:sym typeface="Calibri"/>
            </a:endParaRPr>
          </a:p>
        </p:txBody>
      </p:sp>
      <p:pic>
        <p:nvPicPr>
          <p:cNvPr id="40963" name="Imagem 6" descr="Uma imagem contendo Esquemático&#10;&#10;Descrição gerada automaticamente">
            <a:extLst>
              <a:ext uri="{FF2B5EF4-FFF2-40B4-BE49-F238E27FC236}">
                <a16:creationId xmlns:a16="http://schemas.microsoft.com/office/drawing/2014/main" id="{CE1BC91D-A9F7-1C5F-7F48-EEC9E943B2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46299"/>
            <a:ext cx="4600465" cy="47694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4" name="Imagem 4" descr="Logotipo&#10;&#10;Descrição gerada automaticamente">
            <a:extLst>
              <a:ext uri="{FF2B5EF4-FFF2-40B4-BE49-F238E27FC236}">
                <a16:creationId xmlns:a16="http://schemas.microsoft.com/office/drawing/2014/main" id="{185F2211-78C5-5DCA-A0CD-24168E01A9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2774" y="5295760"/>
            <a:ext cx="1193702" cy="107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B6455A2-C931-086D-E604-C21BE7FEC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9715" y="3115340"/>
            <a:ext cx="4600465" cy="1403291"/>
          </a:xfrm>
        </p:spPr>
        <p:txBody>
          <a:bodyPr>
            <a:noAutofit/>
          </a:bodyPr>
          <a:lstStyle/>
          <a:p>
            <a:pPr defTabSz="914422" fontAlgn="auto">
              <a:spcAft>
                <a:spcPts val="0"/>
              </a:spcAft>
              <a:defRPr/>
            </a:pPr>
            <a:r>
              <a:rPr lang="pt-BR" sz="7396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Gabriola" panose="04040605051002020D02" pitchFamily="82" charset="0"/>
              </a:rPr>
              <a:t>Dúvidas ???</a:t>
            </a:r>
            <a:br>
              <a:rPr lang="pt-BR" sz="7396" dirty="0">
                <a:solidFill>
                  <a:schemeClr val="accent6">
                    <a:lumMod val="20000"/>
                    <a:lumOff val="80000"/>
                  </a:schemeClr>
                </a:solidFill>
                <a:latin typeface="Gabriola" panose="04040605051002020D02" pitchFamily="82" charset="0"/>
                <a:ea typeface="Calibri"/>
                <a:cs typeface="Calibri"/>
                <a:sym typeface="Calibri"/>
              </a:rPr>
            </a:br>
            <a:endParaRPr lang="pt-BR" sz="7396" dirty="0"/>
          </a:p>
        </p:txBody>
      </p:sp>
    </p:spTree>
    <p:extLst>
      <p:ext uri="{BB962C8B-B14F-4D97-AF65-F5344CB8AC3E}">
        <p14:creationId xmlns:p14="http://schemas.microsoft.com/office/powerpoint/2010/main" val="746303720"/>
      </p:ext>
    </p:extLst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1- Cap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82C55B"/>
      </a:accent1>
      <a:accent2>
        <a:srgbClr val="333399"/>
      </a:accent2>
      <a:accent3>
        <a:srgbClr val="FFFFFF"/>
      </a:accent3>
      <a:accent4>
        <a:srgbClr val="000000"/>
      </a:accent4>
      <a:accent5>
        <a:srgbClr val="C1DFB5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- Capa">
      <a:majorFont>
        <a:latin typeface="Arial"/>
        <a:ea typeface=""/>
        <a:cs typeface=""/>
      </a:majorFont>
      <a:minorFont>
        <a:latin typeface="Arial Italic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sym typeface="Gill Sans" charset="0"/>
          </a:defRPr>
        </a:defPPr>
      </a:lstStyle>
    </a:lnDef>
  </a:objectDefaults>
  <a:extraClrSchemeLst>
    <a:extraClrScheme>
      <a:clrScheme name="Default - Cap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- Textos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82C55B"/>
      </a:accent1>
      <a:accent2>
        <a:srgbClr val="333399"/>
      </a:accent2>
      <a:accent3>
        <a:srgbClr val="FFFFFF"/>
      </a:accent3>
      <a:accent4>
        <a:srgbClr val="000000"/>
      </a:accent4>
      <a:accent5>
        <a:srgbClr val="C1DFB5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- Texto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sym typeface="Gill Sans" charset="0"/>
          </a:defRPr>
        </a:defPPr>
      </a:lstStyle>
    </a:lnDef>
  </a:objectDefaults>
  <a:extraClrSchemeLst>
    <a:extraClrScheme>
      <a:clrScheme name="Default - Texto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- Final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82C55B"/>
      </a:accent1>
      <a:accent2>
        <a:srgbClr val="333399"/>
      </a:accent2>
      <a:accent3>
        <a:srgbClr val="FFFFFF"/>
      </a:accent3>
      <a:accent4>
        <a:srgbClr val="000000"/>
      </a:accent4>
      <a:accent5>
        <a:srgbClr val="C1DFB5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- Contracap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sym typeface="Gill Sans" charset="0"/>
          </a:defRPr>
        </a:defPPr>
      </a:lstStyle>
    </a:lnDef>
  </a:objectDefaults>
  <a:extraClrSchemeLst>
    <a:extraClrScheme>
      <a:clrScheme name="Default - Contracap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a33dd0b0-a9be-4e97-a0c3-b0e677403699}" enabled="1" method="Privileged" siteId="{57fe0ac9-f7f7-4580-8b30-5aa7f0ac8e3b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1768</TotalTime>
  <Words>277</Words>
  <Application>Microsoft Office PowerPoint</Application>
  <PresentationFormat>Widescreen</PresentationFormat>
  <Paragraphs>43</Paragraphs>
  <Slides>10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11</vt:i4>
      </vt:variant>
      <vt:variant>
        <vt:lpstr>Tema</vt:lpstr>
      </vt:variant>
      <vt:variant>
        <vt:i4>3</vt:i4>
      </vt:variant>
      <vt:variant>
        <vt:lpstr>Títulos de slides</vt:lpstr>
      </vt:variant>
      <vt:variant>
        <vt:i4>10</vt:i4>
      </vt:variant>
    </vt:vector>
  </HeadingPairs>
  <TitlesOfParts>
    <vt:vector size="24" baseType="lpstr">
      <vt:lpstr>Arial</vt:lpstr>
      <vt:lpstr>Book Antiqua</vt:lpstr>
      <vt:lpstr>Calibri</vt:lpstr>
      <vt:lpstr>Calibri Light</vt:lpstr>
      <vt:lpstr>Gabriola</vt:lpstr>
      <vt:lpstr>Gill Sans</vt:lpstr>
      <vt:lpstr>Lato</vt:lpstr>
      <vt:lpstr>Proxima Nova</vt:lpstr>
      <vt:lpstr>Proxima Nova Extrabold</vt:lpstr>
      <vt:lpstr>Proxima Nova Semibold</vt:lpstr>
      <vt:lpstr>Wingdings</vt:lpstr>
      <vt:lpstr>1- Capa</vt:lpstr>
      <vt:lpstr>2- Textos</vt:lpstr>
      <vt:lpstr>3- Final</vt:lpstr>
      <vt:lpstr>Apresentação do PowerPoint</vt:lpstr>
      <vt:lpstr>Apresentação do PowerPoint</vt:lpstr>
      <vt:lpstr>Apresentação do PowerPoint</vt:lpstr>
      <vt:lpstr> </vt:lpstr>
      <vt:lpstr> </vt:lpstr>
      <vt:lpstr> </vt:lpstr>
      <vt:lpstr> </vt:lpstr>
      <vt:lpstr> </vt:lpstr>
      <vt:lpstr>Apresentação do PowerPoint</vt:lpstr>
      <vt:lpstr>Dúvidas ???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Roy Schulenburg</dc:creator>
  <cp:keywords/>
  <dc:description/>
  <cp:lastModifiedBy>CHAIENE MERCEDES DA SILVA MINELLA</cp:lastModifiedBy>
  <cp:revision>36</cp:revision>
  <dcterms:created xsi:type="dcterms:W3CDTF">2015-06-29T11:45:52Z</dcterms:created>
  <dcterms:modified xsi:type="dcterms:W3CDTF">2025-09-12T13:21:29Z</dcterms:modified>
  <cp:category/>
</cp:coreProperties>
</file>