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4"/>
  </p:sldMasterIdLst>
  <p:notesMasterIdLst>
    <p:notesMasterId r:id="rId14"/>
  </p:notesMasterIdLst>
  <p:sldIdLst>
    <p:sldId id="615" r:id="rId5"/>
    <p:sldId id="257" r:id="rId6"/>
    <p:sldId id="616" r:id="rId7"/>
    <p:sldId id="617" r:id="rId8"/>
    <p:sldId id="618" r:id="rId9"/>
    <p:sldId id="622" r:id="rId10"/>
    <p:sldId id="623" r:id="rId11"/>
    <p:sldId id="620" r:id="rId12"/>
    <p:sldId id="621" r:id="rId13"/>
  </p:sldIdLst>
  <p:sldSz cx="24377650" cy="13716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CC32F"/>
    <a:srgbClr val="A54A95"/>
    <a:srgbClr val="8ABE4B"/>
    <a:srgbClr val="4B9EA6"/>
    <a:srgbClr val="333333"/>
    <a:srgbClr val="223B11"/>
    <a:srgbClr val="92D050"/>
    <a:srgbClr val="86C664"/>
    <a:srgbClr val="FFC3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0C1B5E-13D6-41E8-AD1E-E5F882CC304C}" v="48" dt="2026-07-27T14:35:38.2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0" d="100"/>
          <a:sy n="30" d="100"/>
        </p:scale>
        <p:origin x="88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ENE MERCEDES DA SILVA MINELLA" userId="03c40756-137a-4d89-92ad-627326a1a7b4" providerId="ADAL" clId="{B70A75BF-988A-4E24-A962-02E599989989}"/>
    <pc:docChg chg="custSel addSld delSld modSld">
      <pc:chgData name="CHAIENE MERCEDES DA SILVA MINELLA" userId="03c40756-137a-4d89-92ad-627326a1a7b4" providerId="ADAL" clId="{B70A75BF-988A-4E24-A962-02E599989989}" dt="2026-07-27T14:36:22.618" v="124" actId="20577"/>
      <pc:docMkLst>
        <pc:docMk/>
      </pc:docMkLst>
      <pc:sldChg chg="addSp delSp modSp mod delAnim modAnim">
        <pc:chgData name="CHAIENE MERCEDES DA SILVA MINELLA" userId="03c40756-137a-4d89-92ad-627326a1a7b4" providerId="ADAL" clId="{B70A75BF-988A-4E24-A962-02E599989989}" dt="2026-07-27T14:35:38.246" v="93" actId="20577"/>
        <pc:sldMkLst>
          <pc:docMk/>
          <pc:sldMk cId="3623803157" sldId="618"/>
        </pc:sldMkLst>
        <pc:spChg chg="add mod">
          <ac:chgData name="CHAIENE MERCEDES DA SILVA MINELLA" userId="03c40756-137a-4d89-92ad-627326a1a7b4" providerId="ADAL" clId="{B70A75BF-988A-4E24-A962-02E599989989}" dt="2026-07-27T14:35:38.246" v="93" actId="20577"/>
          <ac:spMkLst>
            <pc:docMk/>
            <pc:sldMk cId="3623803157" sldId="618"/>
            <ac:spMk id="6" creationId="{3EA9897B-59E7-1DE0-5443-E3A0AC8669F3}"/>
          </ac:spMkLst>
        </pc:spChg>
      </pc:sldChg>
      <pc:sldChg chg="modSp mod">
        <pc:chgData name="CHAIENE MERCEDES DA SILVA MINELLA" userId="03c40756-137a-4d89-92ad-627326a1a7b4" providerId="ADAL" clId="{B70A75BF-988A-4E24-A962-02E599989989}" dt="2026-07-27T14:36:22.618" v="124" actId="20577"/>
        <pc:sldMkLst>
          <pc:docMk/>
          <pc:sldMk cId="0" sldId="622"/>
        </pc:sldMkLst>
        <pc:spChg chg="mod">
          <ac:chgData name="CHAIENE MERCEDES DA SILVA MINELLA" userId="03c40756-137a-4d89-92ad-627326a1a7b4" providerId="ADAL" clId="{B70A75BF-988A-4E24-A962-02E599989989}" dt="2026-07-27T14:36:22.618" v="124" actId="20577"/>
          <ac:spMkLst>
            <pc:docMk/>
            <pc:sldMk cId="0" sldId="622"/>
            <ac:spMk id="7" creationId="{4AD7E3F0-A7D1-6286-B092-8F62A5ECFFAD}"/>
          </ac:spMkLst>
        </pc:spChg>
        <pc:picChg chg="mod">
          <ac:chgData name="CHAIENE MERCEDES DA SILVA MINELLA" userId="03c40756-137a-4d89-92ad-627326a1a7b4" providerId="ADAL" clId="{B70A75BF-988A-4E24-A962-02E599989989}" dt="2026-07-27T14:36:18.909" v="120" actId="1038"/>
          <ac:picMkLst>
            <pc:docMk/>
            <pc:sldMk cId="0" sldId="622"/>
            <ac:picMk id="4" creationId="{D076C0E1-5D65-2F02-6029-F2422D503E8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399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035" marR="0" lvl="1" indent="-1233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068" marR="0" lvl="2" indent="-11968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742103" marR="0" lvl="3" indent="-11602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656137" marR="0" lvl="4" indent="-11236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0172" marR="0" lvl="5" indent="-10871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484207" marR="0" lvl="6" indent="-10507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398240" marR="0" lvl="7" indent="-1014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312275" marR="0" lvl="8" indent="-977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597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7DF6F-5944-8D7B-3C55-5B6D91101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7206" y="2244726"/>
            <a:ext cx="18283238" cy="4775200"/>
          </a:xfrm>
        </p:spPr>
        <p:txBody>
          <a:bodyPr anchor="b"/>
          <a:lstStyle>
            <a:lvl1pPr algn="ctr">
              <a:defRPr sz="11997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811677-044B-3A77-6142-B8A8CEFE0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7206" y="7204076"/>
            <a:ext cx="18283238" cy="3311524"/>
          </a:xfrm>
        </p:spPr>
        <p:txBody>
          <a:bodyPr/>
          <a:lstStyle>
            <a:lvl1pPr marL="0" indent="0" algn="ctr">
              <a:buNone/>
              <a:defRPr sz="4799"/>
            </a:lvl1pPr>
            <a:lvl2pPr marL="914171" indent="0" algn="ctr">
              <a:buNone/>
              <a:defRPr sz="3999"/>
            </a:lvl2pPr>
            <a:lvl3pPr marL="1828343" indent="0" algn="ctr">
              <a:buNone/>
              <a:defRPr sz="3599"/>
            </a:lvl3pPr>
            <a:lvl4pPr marL="2742514" indent="0" algn="ctr">
              <a:buNone/>
              <a:defRPr sz="3199"/>
            </a:lvl4pPr>
            <a:lvl5pPr marL="3656686" indent="0" algn="ctr">
              <a:buNone/>
              <a:defRPr sz="3199"/>
            </a:lvl5pPr>
            <a:lvl6pPr marL="4570857" indent="0" algn="ctr">
              <a:buNone/>
              <a:defRPr sz="3199"/>
            </a:lvl6pPr>
            <a:lvl7pPr marL="5485028" indent="0" algn="ctr">
              <a:buNone/>
              <a:defRPr sz="3199"/>
            </a:lvl7pPr>
            <a:lvl8pPr marL="6399200" indent="0" algn="ctr">
              <a:buNone/>
              <a:defRPr sz="3199"/>
            </a:lvl8pPr>
            <a:lvl9pPr marL="7313371" indent="0" algn="ctr">
              <a:buNone/>
              <a:defRPr sz="3199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C7A876-3A2F-78B1-C8EA-B1366882B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1F595-BC70-4949-ABEF-F6B46B5BB80C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83F866-77BB-00F0-44D1-73F1D341B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874029-378F-9E04-6864-5B4FA374A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B375-196F-4B42-9DD2-2D39F62CB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57641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30772B-84C2-56E7-786C-FBA434644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979E3D-9D9E-C4FA-CAB7-64F14568A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EB264A-BA8A-F4B8-518C-BD59EB506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1F595-BC70-4949-ABEF-F6B46B5BB80C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602618-BAA5-A9C0-978B-1AD0973D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B0A62E-2A13-EF6A-1C4E-F33F78519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B375-196F-4B42-9DD2-2D39F62CB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3268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31031-711A-4AF2-4DFD-724246105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267" y="3419477"/>
            <a:ext cx="21025723" cy="5705474"/>
          </a:xfrm>
        </p:spPr>
        <p:txBody>
          <a:bodyPr anchor="b"/>
          <a:lstStyle>
            <a:lvl1pPr>
              <a:defRPr sz="11997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433ABF-E4DB-CC30-E504-51269F1D8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267" y="9178927"/>
            <a:ext cx="21025723" cy="3000374"/>
          </a:xfrm>
        </p:spPr>
        <p:txBody>
          <a:bodyPr/>
          <a:lstStyle>
            <a:lvl1pPr marL="0" indent="0">
              <a:buNone/>
              <a:defRPr sz="4799">
                <a:solidFill>
                  <a:schemeClr val="tx1">
                    <a:tint val="75000"/>
                  </a:schemeClr>
                </a:solidFill>
              </a:defRPr>
            </a:lvl1pPr>
            <a:lvl2pPr marL="914171" indent="0">
              <a:buNone/>
              <a:defRPr sz="3999">
                <a:solidFill>
                  <a:schemeClr val="tx1">
                    <a:tint val="75000"/>
                  </a:schemeClr>
                </a:solidFill>
              </a:defRPr>
            </a:lvl2pPr>
            <a:lvl3pPr marL="1828343" indent="0">
              <a:buNone/>
              <a:defRPr sz="3599">
                <a:solidFill>
                  <a:schemeClr val="tx1">
                    <a:tint val="75000"/>
                  </a:schemeClr>
                </a:solidFill>
              </a:defRPr>
            </a:lvl3pPr>
            <a:lvl4pPr marL="2742514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4pPr>
            <a:lvl5pPr marL="3656686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5pPr>
            <a:lvl6pPr marL="4570857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6pPr>
            <a:lvl7pPr marL="5485028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7pPr>
            <a:lvl8pPr marL="6399200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8pPr>
            <a:lvl9pPr marL="7313371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5D213F-A064-7860-BE3F-58F4979E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1F595-BC70-4949-ABEF-F6B46B5BB80C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568A92-DB01-C39E-EF6D-D0E07E2F7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AD4D23-6D62-F075-0592-96ADADB7A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B375-196F-4B42-9DD2-2D39F62CB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0278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C62DE-B738-62BC-280D-366705B1E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15CDE3-CC34-F2E9-1B57-0B7072E9E5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5964" y="3651250"/>
            <a:ext cx="10360501" cy="87026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F2E7B6-1A24-8418-9567-14013AA0A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1185" y="3651250"/>
            <a:ext cx="10360501" cy="87026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E12A3A-1D29-4235-3E43-B1E139453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1F595-BC70-4949-ABEF-F6B46B5BB80C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B2C1A8-A9DC-AD65-FA45-0A39374B0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202C44-30AC-F658-E24C-20BF8EBC9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B375-196F-4B42-9DD2-2D39F62CB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7211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001DF-5623-53D8-0FB4-3DAB7EC80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139" y="730251"/>
            <a:ext cx="21025723" cy="2651126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0650D16-BF8A-88A8-EC35-1B756E42F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139" y="3362326"/>
            <a:ext cx="10312888" cy="1647824"/>
          </a:xfrm>
        </p:spPr>
        <p:txBody>
          <a:bodyPr anchor="b"/>
          <a:lstStyle>
            <a:lvl1pPr marL="0" indent="0">
              <a:buNone/>
              <a:defRPr sz="4799" b="1"/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84A41A-FDD6-32F0-66A8-B4DB1A141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139" y="5010150"/>
            <a:ext cx="10312888" cy="73691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6A74F30-7098-64B0-376A-7A4EF9BFE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1186" y="3362326"/>
            <a:ext cx="10363676" cy="1647824"/>
          </a:xfrm>
        </p:spPr>
        <p:txBody>
          <a:bodyPr anchor="b"/>
          <a:lstStyle>
            <a:lvl1pPr marL="0" indent="0">
              <a:buNone/>
              <a:defRPr sz="4799" b="1"/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BCF900D-32EF-EC58-409A-2851ABF07A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1186" y="5010150"/>
            <a:ext cx="10363676" cy="73691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A5CDBFC-2B9B-D7E9-BBF6-0597BFC7D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1F595-BC70-4949-ABEF-F6B46B5BB80C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C4E7BC5-30D0-EC84-DB94-545DABEA3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14197E6-D390-E889-CDE5-74602C619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B375-196F-4B42-9DD2-2D39F62CB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454282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AB380-F166-8DA1-8772-C13F75FCD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3B6F1C3-D6BF-E072-C858-6A0C280D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1F595-BC70-4949-ABEF-F6B46B5BB80C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3EAE2AA-828F-DCCA-63CD-A4B1AF810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5BB0E7B-D1E8-7ABF-496D-0FA67D22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B375-196F-4B42-9DD2-2D39F62CB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2911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CA77F49-043A-66C8-A4A8-6C8E34CFF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1F595-BC70-4949-ABEF-F6B46B5BB80C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E538D15-6271-5AB2-7B5A-C4A8BD359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C829DA-38E7-0783-600C-7025ECFF5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B375-196F-4B42-9DD2-2D39F62CB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17289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545E1-6488-1880-28B7-7CF632165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140" y="914400"/>
            <a:ext cx="7862426" cy="3200400"/>
          </a:xfrm>
        </p:spPr>
        <p:txBody>
          <a:bodyPr anchor="b"/>
          <a:lstStyle>
            <a:lvl1pPr>
              <a:defRPr sz="6398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07AA67-7863-6576-7346-502BFCE23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677" y="1974851"/>
            <a:ext cx="12341185" cy="9747250"/>
          </a:xfrm>
        </p:spPr>
        <p:txBody>
          <a:bodyPr/>
          <a:lstStyle>
            <a:lvl1pPr>
              <a:defRPr sz="6398"/>
            </a:lvl1pPr>
            <a:lvl2pPr>
              <a:defRPr sz="5599"/>
            </a:lvl2pPr>
            <a:lvl3pPr>
              <a:defRPr sz="4799"/>
            </a:lvl3pPr>
            <a:lvl4pPr>
              <a:defRPr sz="3999"/>
            </a:lvl4pPr>
            <a:lvl5pPr>
              <a:defRPr sz="3999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BE79A4-E4BE-34DD-34F6-5D920ACD8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140" y="4114800"/>
            <a:ext cx="7862426" cy="7623176"/>
          </a:xfrm>
        </p:spPr>
        <p:txBody>
          <a:bodyPr/>
          <a:lstStyle>
            <a:lvl1pPr marL="0" indent="0">
              <a:buNone/>
              <a:defRPr sz="31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79C332-E72A-5BE1-32EE-AD227FA56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1F595-BC70-4949-ABEF-F6B46B5BB80C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C80BEE-777A-B406-4D2F-E7601606E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282250-6BC7-ED37-B726-AF9854559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B375-196F-4B42-9DD2-2D39F62CB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6570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C97BB-303E-6E1E-AD63-ED94A108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140" y="914400"/>
            <a:ext cx="7862426" cy="3200400"/>
          </a:xfrm>
        </p:spPr>
        <p:txBody>
          <a:bodyPr anchor="b"/>
          <a:lstStyle>
            <a:lvl1pPr>
              <a:defRPr sz="6398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C0C9EB6-742B-D033-6A75-7B25350A34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3677" y="1974851"/>
            <a:ext cx="12341185" cy="9747250"/>
          </a:xfrm>
        </p:spPr>
        <p:txBody>
          <a:bodyPr/>
          <a:lstStyle>
            <a:lvl1pPr marL="0" indent="0">
              <a:buNone/>
              <a:defRPr sz="6398"/>
            </a:lvl1pPr>
            <a:lvl2pPr marL="914171" indent="0">
              <a:buNone/>
              <a:defRPr sz="5599"/>
            </a:lvl2pPr>
            <a:lvl3pPr marL="1828343" indent="0">
              <a:buNone/>
              <a:defRPr sz="4799"/>
            </a:lvl3pPr>
            <a:lvl4pPr marL="2742514" indent="0">
              <a:buNone/>
              <a:defRPr sz="3999"/>
            </a:lvl4pPr>
            <a:lvl5pPr marL="3656686" indent="0">
              <a:buNone/>
              <a:defRPr sz="3999"/>
            </a:lvl5pPr>
            <a:lvl6pPr marL="4570857" indent="0">
              <a:buNone/>
              <a:defRPr sz="3999"/>
            </a:lvl6pPr>
            <a:lvl7pPr marL="5485028" indent="0">
              <a:buNone/>
              <a:defRPr sz="3999"/>
            </a:lvl7pPr>
            <a:lvl8pPr marL="6399200" indent="0">
              <a:buNone/>
              <a:defRPr sz="3999"/>
            </a:lvl8pPr>
            <a:lvl9pPr marL="7313371" indent="0">
              <a:buNone/>
              <a:defRPr sz="3999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9D812C-E40E-18B5-2646-7CF90B291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140" y="4114800"/>
            <a:ext cx="7862426" cy="7623176"/>
          </a:xfrm>
        </p:spPr>
        <p:txBody>
          <a:bodyPr/>
          <a:lstStyle>
            <a:lvl1pPr marL="0" indent="0">
              <a:buNone/>
              <a:defRPr sz="31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DF2516-A290-2A8C-90D0-4A090D217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1F595-BC70-4949-ABEF-F6B46B5BB80C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9F45FF-F4EF-3592-8727-36CD646BE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EB9113-32E7-EA3A-E130-0C81CBB95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B375-196F-4B42-9DD2-2D39F62CB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3124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A8AE0-67C6-E35F-550B-D69DFB85B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520B76-41B8-B979-DE56-B927E0E11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455AB0-058A-8FDA-ACCB-B9CD4FC60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1F595-BC70-4949-ABEF-F6B46B5BB80C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610225-A05B-2EB0-D010-F22C45751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F83A8F-4584-C29E-6D40-BAF15CEB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B375-196F-4B42-9DD2-2D39F62CB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4211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5F1C41-6EC6-08F4-D112-B288C265A6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5256" y="730250"/>
            <a:ext cx="5256431" cy="1162367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98F227-CEE9-7FBD-56BA-E68956E1A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5963" y="730250"/>
            <a:ext cx="15464572" cy="1162367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EC350E-7391-7641-0C03-A5E4D350F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1F595-BC70-4949-ABEF-F6B46B5BB80C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D4E110-3FE4-E502-3389-D921DA22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B1FA12-F651-7562-482D-2EC1486E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B375-196F-4B42-9DD2-2D39F62CB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2009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5F6C12D-D2EF-56FE-D09C-A7A4642EC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50A72D-B4D0-FFE9-BF3B-592EF5B76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58ED4A-28D9-0AEB-1E41-DC3917E8D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5964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1F595-BC70-4949-ABEF-F6B46B5BB80C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56E7F0-57F4-EFAA-FAB1-660DE48C0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5097" y="12712701"/>
            <a:ext cx="822745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0C20FC-A924-C837-8F1B-B8809EFC1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16715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AB375-196F-4B42-9DD2-2D39F62CB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494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sldNum="0"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86" indent="-457086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13712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2285429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3199600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4113771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961887" y="-118050"/>
            <a:ext cx="11420876" cy="13868745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994724" y="9561703"/>
            <a:ext cx="5815401" cy="2481843"/>
            <a:chOff x="0" y="0"/>
            <a:chExt cx="5816916" cy="24824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10384" y="4313022"/>
            <a:ext cx="2413370" cy="2273394"/>
          </a:xfrm>
          <a:custGeom>
            <a:avLst/>
            <a:gdLst/>
            <a:ahLst/>
            <a:cxnLst/>
            <a:rect l="l" t="t" r="r" b="b"/>
            <a:pathLst>
              <a:path w="1810499" h="1705490">
                <a:moveTo>
                  <a:pt x="0" y="0"/>
                </a:moveTo>
                <a:lnTo>
                  <a:pt x="1810500" y="0"/>
                </a:lnTo>
                <a:lnTo>
                  <a:pt x="1810500" y="1705491"/>
                </a:lnTo>
                <a:lnTo>
                  <a:pt x="0" y="1705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1809907" y="1716965"/>
            <a:ext cx="12734254" cy="57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99"/>
              </a:lnSpc>
            </a:pPr>
            <a:r>
              <a:rPr lang="pt-BR" sz="3999" noProof="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Universidade da Região de Joinville – Univille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23755" y="3876309"/>
            <a:ext cx="12734254" cy="122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57"/>
              </a:lnSpc>
            </a:pPr>
            <a:r>
              <a:rPr lang="pt-BR" sz="7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 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23755" y="5280204"/>
            <a:ext cx="1273425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pt-BR" sz="4799" noProof="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Engenharia de Software</a:t>
            </a:r>
          </a:p>
          <a:p>
            <a:pPr>
              <a:lnSpc>
                <a:spcPts val="3838"/>
              </a:lnSpc>
            </a:pPr>
            <a:r>
              <a:rPr lang="pt-BR" sz="3199" noProof="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Profª Mª Chaiene M. da Silva Minella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11380914"/>
            <a:ext cx="5503089" cy="2333298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/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91885" y="2638373"/>
            <a:ext cx="17719054" cy="57781"/>
            <a:chOff x="0" y="0"/>
            <a:chExt cx="21445640" cy="6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751564" y="1566566"/>
            <a:ext cx="12734254" cy="927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Professora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9833338" y="12028779"/>
            <a:ext cx="3075515" cy="1311497"/>
            <a:chOff x="0" y="0"/>
            <a:chExt cx="3076316" cy="13118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979C65C7-2C0B-F028-1F53-1F5D2865AC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3976" y="1606326"/>
            <a:ext cx="930247" cy="84193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5F3D16C8-B0D7-AD17-9812-7499EDD2037A}"/>
              </a:ext>
            </a:extLst>
          </p:cNvPr>
          <p:cNvSpPr txBox="1"/>
          <p:nvPr/>
        </p:nvSpPr>
        <p:spPr>
          <a:xfrm>
            <a:off x="1493975" y="4210493"/>
            <a:ext cx="2123843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400" noProof="0" dirty="0">
                <a:latin typeface="Book Antiqua" panose="02040602050305030304" pitchFamily="18" charset="0"/>
              </a:rPr>
              <a:t>Graduada em </a:t>
            </a:r>
            <a:r>
              <a:rPr lang="pt-BR" sz="4400" b="1" noProof="0" dirty="0">
                <a:latin typeface="Book Antiqua" panose="02040602050305030304" pitchFamily="18" charset="0"/>
              </a:rPr>
              <a:t>Ciência da Computação </a:t>
            </a:r>
            <a:r>
              <a:rPr lang="pt-BR" sz="4400" noProof="0" dirty="0">
                <a:latin typeface="Book Antiqua" panose="02040602050305030304" pitchFamily="18" charset="0"/>
              </a:rPr>
              <a:t>pela FURB</a:t>
            </a:r>
          </a:p>
          <a:p>
            <a:pPr algn="just"/>
            <a:r>
              <a:rPr lang="pt-BR" sz="4400" noProof="0" dirty="0">
                <a:latin typeface="Book Antiqua" panose="02040602050305030304" pitchFamily="18" charset="0"/>
              </a:rPr>
              <a:t>Especialista em </a:t>
            </a:r>
            <a:r>
              <a:rPr lang="pt-BR" sz="4400" b="1" noProof="0" dirty="0">
                <a:latin typeface="Book Antiqua" panose="02040602050305030304" pitchFamily="18" charset="0"/>
              </a:rPr>
              <a:t>Gestão em Desenvolvimento de Software </a:t>
            </a:r>
            <a:r>
              <a:rPr lang="pt-BR" sz="4400" noProof="0" dirty="0">
                <a:latin typeface="Book Antiqua" panose="02040602050305030304" pitchFamily="18" charset="0"/>
              </a:rPr>
              <a:t>pelo ICPG</a:t>
            </a:r>
          </a:p>
          <a:p>
            <a:pPr algn="just"/>
            <a:r>
              <a:rPr lang="pt-BR" sz="4400" noProof="0" dirty="0">
                <a:latin typeface="Book Antiqua" panose="02040602050305030304" pitchFamily="18" charset="0"/>
              </a:rPr>
              <a:t>Mestre em </a:t>
            </a:r>
            <a:r>
              <a:rPr lang="pt-BR" sz="4400" b="1" noProof="0" dirty="0">
                <a:latin typeface="Book Antiqua" panose="02040602050305030304" pitchFamily="18" charset="0"/>
              </a:rPr>
              <a:t>Computação Aplicada* </a:t>
            </a:r>
            <a:r>
              <a:rPr lang="pt-BR" sz="4400" noProof="0" dirty="0">
                <a:latin typeface="Book Antiqua" panose="02040602050305030304" pitchFamily="18" charset="0"/>
              </a:rPr>
              <a:t>pela UNIVALI</a:t>
            </a:r>
          </a:p>
          <a:p>
            <a:pPr algn="just"/>
            <a:r>
              <a:rPr lang="pt-BR" sz="4400" noProof="0" dirty="0">
                <a:latin typeface="Book Antiqua" panose="02040602050305030304" pitchFamily="18" charset="0"/>
              </a:rPr>
              <a:t>*linhas de pesquisa: </a:t>
            </a:r>
            <a:r>
              <a:rPr lang="pt-BR" sz="4400" b="1" noProof="0" dirty="0">
                <a:latin typeface="Book Antiqua" panose="02040602050305030304" pitchFamily="18" charset="0"/>
              </a:rPr>
              <a:t>Engenharia de Software </a:t>
            </a:r>
            <a:r>
              <a:rPr lang="pt-BR" sz="4400" noProof="0" dirty="0">
                <a:latin typeface="Book Antiqua" panose="02040602050305030304" pitchFamily="18" charset="0"/>
              </a:rPr>
              <a:t>e </a:t>
            </a:r>
            <a:r>
              <a:rPr lang="pt-BR" sz="4400" b="1" noProof="0" dirty="0">
                <a:latin typeface="Book Antiqua" panose="02040602050305030304" pitchFamily="18" charset="0"/>
              </a:rPr>
              <a:t>Inteligência Artificial</a:t>
            </a:r>
          </a:p>
          <a:p>
            <a:pPr algn="just"/>
            <a:endParaRPr lang="pt-BR" sz="4400" noProof="0" dirty="0">
              <a:latin typeface="Book Antiqua" panose="02040602050305030304" pitchFamily="18" charset="0"/>
            </a:endParaRPr>
          </a:p>
          <a:p>
            <a:pPr algn="just"/>
            <a:r>
              <a:rPr lang="pt-BR" sz="4400" noProof="0" dirty="0">
                <a:latin typeface="Book Antiqua" panose="02040602050305030304" pitchFamily="18" charset="0"/>
              </a:rPr>
              <a:t>Experiência profissional de mais de 10 anos nas áreas de desenvolvimento, envolvendo programação, análise de testes, implantação e treinamento.</a:t>
            </a:r>
          </a:p>
          <a:p>
            <a:pPr algn="just"/>
            <a:endParaRPr lang="pt-BR" sz="4400" noProof="0" dirty="0">
              <a:latin typeface="Book Antiqua" panose="02040602050305030304" pitchFamily="18" charset="0"/>
            </a:endParaRPr>
          </a:p>
          <a:p>
            <a:pPr algn="just"/>
            <a:r>
              <a:rPr lang="pt-BR" sz="4400" noProof="0" dirty="0">
                <a:latin typeface="Book Antiqua" panose="02040602050305030304" pitchFamily="18" charset="0"/>
              </a:rPr>
              <a:t>Professora desde 2015.</a:t>
            </a:r>
          </a:p>
        </p:txBody>
      </p:sp>
      <p:sp>
        <p:nvSpPr>
          <p:cNvPr id="16" name="Freeform 19">
            <a:extLst>
              <a:ext uri="{FF2B5EF4-FFF2-40B4-BE49-F238E27FC236}">
                <a16:creationId xmlns:a16="http://schemas.microsoft.com/office/drawing/2014/main" id="{290F055E-B9F9-17AD-F2ED-73A717D88377}"/>
              </a:ext>
            </a:extLst>
          </p:cNvPr>
          <p:cNvSpPr/>
          <p:nvPr/>
        </p:nvSpPr>
        <p:spPr>
          <a:xfrm>
            <a:off x="20251791" y="705563"/>
            <a:ext cx="2984364" cy="3485389"/>
          </a:xfrm>
          <a:custGeom>
            <a:avLst/>
            <a:gdLst/>
            <a:ahLst/>
            <a:cxnLst/>
            <a:rect l="l" t="t" r="r" b="b"/>
            <a:pathLst>
              <a:path w="2984364" h="3485389">
                <a:moveTo>
                  <a:pt x="0" y="0"/>
                </a:moveTo>
                <a:lnTo>
                  <a:pt x="2984364" y="0"/>
                </a:lnTo>
                <a:lnTo>
                  <a:pt x="2984364" y="3485389"/>
                </a:lnTo>
                <a:lnTo>
                  <a:pt x="0" y="34853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32412-32E4-C653-2796-97A48C2C2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D326766A-56E7-EFC1-3CB7-7431A88A5C5F}"/>
              </a:ext>
            </a:extLst>
          </p:cNvPr>
          <p:cNvGrpSpPr>
            <a:grpSpLocks noChangeAspect="1"/>
          </p:cNvGrpSpPr>
          <p:nvPr/>
        </p:nvGrpSpPr>
        <p:grpSpPr>
          <a:xfrm>
            <a:off x="1702714" y="2632306"/>
            <a:ext cx="21440055" cy="69915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E61E147-8359-C537-FA6E-4D6C88FBEF04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925A89B2-D4C2-37FE-B694-7A1B4C0AF589}"/>
              </a:ext>
            </a:extLst>
          </p:cNvPr>
          <p:cNvSpPr txBox="1"/>
          <p:nvPr/>
        </p:nvSpPr>
        <p:spPr>
          <a:xfrm>
            <a:off x="2751564" y="1566566"/>
            <a:ext cx="12734254" cy="927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Objetivos da disciplina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AF62E5F-F1EF-1C48-6F24-FBE8E09F41B4}"/>
              </a:ext>
            </a:extLst>
          </p:cNvPr>
          <p:cNvGrpSpPr>
            <a:grpSpLocks noChangeAspect="1"/>
          </p:cNvGrpSpPr>
          <p:nvPr/>
        </p:nvGrpSpPr>
        <p:grpSpPr>
          <a:xfrm>
            <a:off x="19833338" y="12028779"/>
            <a:ext cx="3075515" cy="1311497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9D324C9-A0F6-03C6-A851-5823718F999B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A5CC76D2-D422-75F8-65B5-2BC088FF3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976" y="1606326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F3D16C8-B0D7-AD17-9812-7499EDD2037A}"/>
              </a:ext>
            </a:extLst>
          </p:cNvPr>
          <p:cNvSpPr txBox="1"/>
          <p:nvPr/>
        </p:nvSpPr>
        <p:spPr>
          <a:xfrm>
            <a:off x="1637412" y="2934593"/>
            <a:ext cx="21371442" cy="11110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400" noProof="0" dirty="0">
                <a:latin typeface="Book Antiqua" panose="02040602050305030304" pitchFamily="18" charset="0"/>
              </a:rPr>
              <a:t>O estudante deverá ser capaz de conhecer e aplicar técnicas e métodos para a análise de requisitos de sistemas tais como:</a:t>
            </a:r>
            <a:endParaRPr lang="pt-BR" sz="4400" dirty="0">
              <a:latin typeface="Book Antiqua" panose="02040602050305030304" pitchFamily="18" charset="0"/>
            </a:endParaRPr>
          </a:p>
          <a:p>
            <a:pPr algn="just"/>
            <a:endParaRPr lang="pt-BR" sz="4400" noProof="0" dirty="0">
              <a:latin typeface="Book Antiqua" panose="0204060205030503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noProof="0" dirty="0">
                <a:latin typeface="Book Antiqua" panose="02040602050305030304" pitchFamily="18" charset="0"/>
              </a:rPr>
              <a:t>Conceituar requisitos de software e relacioná-los a qualidade de software;</a:t>
            </a: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noProof="0" dirty="0">
                <a:latin typeface="Book Antiqua" panose="02040602050305030304" pitchFamily="18" charset="0"/>
              </a:rPr>
              <a:t>Caracterizar diferentes tipos de requisitos de software;</a:t>
            </a: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noProof="0" dirty="0">
                <a:latin typeface="Book Antiqua" panose="02040602050305030304" pitchFamily="18" charset="0"/>
              </a:rPr>
              <a:t>Conceituar engenharia de requisitos e caracterizá-la em termos de seus objetivos e processos;</a:t>
            </a: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noProof="0" dirty="0">
                <a:latin typeface="Book Antiqua" panose="02040602050305030304" pitchFamily="18" charset="0"/>
              </a:rPr>
              <a:t>Aplicar métodos, técnicas e ferramentas de levantamento, análise, especificação e validação de requisitos de software;</a:t>
            </a: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noProof="0" dirty="0">
                <a:latin typeface="Book Antiqua" panose="02040602050305030304" pitchFamily="18" charset="0"/>
              </a:rPr>
              <a:t>Conceituar gestão de requisitos de software em relação com o processo de desenvolvimento;</a:t>
            </a: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noProof="0" dirty="0">
                <a:latin typeface="Book Antiqua" panose="02040602050305030304" pitchFamily="18" charset="0"/>
              </a:rPr>
              <a:t>Documentação.</a:t>
            </a:r>
          </a:p>
          <a:p>
            <a:pPr algn="just"/>
            <a:endParaRPr lang="pt-BR" sz="4400" noProof="0" dirty="0">
              <a:latin typeface="Book Antiqua" panose="0204060205030503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7BF0E8-D1C0-B317-CA48-BF5920B70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2446" y="704273"/>
            <a:ext cx="4359963" cy="1743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158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01371-62D6-12ED-F584-84795DA5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C19F5CD5-69DA-B692-0A1B-4C4410548FF5}"/>
              </a:ext>
            </a:extLst>
          </p:cNvPr>
          <p:cNvGrpSpPr>
            <a:grpSpLocks noChangeAspect="1"/>
          </p:cNvGrpSpPr>
          <p:nvPr/>
        </p:nvGrpSpPr>
        <p:grpSpPr>
          <a:xfrm>
            <a:off x="1702714" y="2632306"/>
            <a:ext cx="21440055" cy="69915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D9731E7-C59F-D39F-1B8A-708452D550E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065F052B-13A7-E035-0B8F-E20F0D7A540A}"/>
              </a:ext>
            </a:extLst>
          </p:cNvPr>
          <p:cNvSpPr txBox="1"/>
          <p:nvPr/>
        </p:nvSpPr>
        <p:spPr>
          <a:xfrm>
            <a:off x="2751564" y="1566566"/>
            <a:ext cx="12734254" cy="927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Referências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EBE4F17B-5278-5340-77D0-A414EAA9DE56}"/>
              </a:ext>
            </a:extLst>
          </p:cNvPr>
          <p:cNvGrpSpPr>
            <a:grpSpLocks noChangeAspect="1"/>
          </p:cNvGrpSpPr>
          <p:nvPr/>
        </p:nvGrpSpPr>
        <p:grpSpPr>
          <a:xfrm>
            <a:off x="19833338" y="12028779"/>
            <a:ext cx="3075515" cy="1311497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0FFFC56-8F0A-C34E-B691-E5436623BE44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A938C4EC-14FE-D5C0-7DA7-9095EE615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976" y="1606326"/>
            <a:ext cx="930247" cy="841932"/>
          </a:xfrm>
          <a:prstGeom prst="rect">
            <a:avLst/>
          </a:prstGeom>
        </p:spPr>
      </p:pic>
      <p:pic>
        <p:nvPicPr>
          <p:cNvPr id="2050" name="Picture 2" descr="Referências bibliográficas ABNT: exemplos e formatação automática">
            <a:extLst>
              <a:ext uri="{FF2B5EF4-FFF2-40B4-BE49-F238E27FC236}">
                <a16:creationId xmlns:a16="http://schemas.microsoft.com/office/drawing/2014/main" id="{E5AE81A2-3B17-9920-4116-6B13604AB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5230" y="893864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4A3BB97-37FB-8F8F-6B2C-118F50A8DB3C}"/>
              </a:ext>
            </a:extLst>
          </p:cNvPr>
          <p:cNvSpPr txBox="1"/>
          <p:nvPr/>
        </p:nvSpPr>
        <p:spPr>
          <a:xfrm>
            <a:off x="15485818" y="4835523"/>
            <a:ext cx="7423041" cy="4053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400" noProof="0" dirty="0">
                <a:latin typeface="Book Antiqua" panose="02040602050305030304" pitchFamily="18" charset="0"/>
              </a:rPr>
              <a:t>Artigos;</a:t>
            </a: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400" dirty="0">
                <a:latin typeface="Book Antiqua" panose="02040602050305030304" pitchFamily="18" charset="0"/>
              </a:rPr>
              <a:t>Materiais disponibilizados pela professora no disco virtual.</a:t>
            </a:r>
            <a:endParaRPr lang="pt-BR" sz="4400" dirty="0"/>
          </a:p>
        </p:txBody>
      </p: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D7185DC7-2240-6138-6747-505830110A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2714" y="3132323"/>
            <a:ext cx="13724051" cy="937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73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C6A59-7724-8340-6479-B878CDA11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4312F97C-2986-5401-2563-1D807B618FE4}"/>
              </a:ext>
            </a:extLst>
          </p:cNvPr>
          <p:cNvGrpSpPr>
            <a:grpSpLocks noChangeAspect="1"/>
          </p:cNvGrpSpPr>
          <p:nvPr/>
        </p:nvGrpSpPr>
        <p:grpSpPr>
          <a:xfrm>
            <a:off x="1702714" y="2632306"/>
            <a:ext cx="21440055" cy="69915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9FC430A-00FB-BBD4-4A64-4538E871F53B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1F8629B-BFC3-7DEF-D7D4-E4CF649F2ABF}"/>
              </a:ext>
            </a:extLst>
          </p:cNvPr>
          <p:cNvSpPr txBox="1"/>
          <p:nvPr/>
        </p:nvSpPr>
        <p:spPr>
          <a:xfrm>
            <a:off x="2751564" y="1566566"/>
            <a:ext cx="12734254" cy="927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Assuntos Gerais</a:t>
            </a:r>
            <a:endParaRPr lang="pt-BR" sz="6398" b="1" noProof="0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11A9602D-CF47-8563-994B-15C31696EF84}"/>
              </a:ext>
            </a:extLst>
          </p:cNvPr>
          <p:cNvGrpSpPr>
            <a:grpSpLocks noChangeAspect="1"/>
          </p:cNvGrpSpPr>
          <p:nvPr/>
        </p:nvGrpSpPr>
        <p:grpSpPr>
          <a:xfrm>
            <a:off x="19833338" y="12028779"/>
            <a:ext cx="3075515" cy="1311497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DEFE502-3FAA-7C41-DC74-426D3F944C91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9059C339-7D7C-73C9-7DB8-1322C62E8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976" y="1606326"/>
            <a:ext cx="930247" cy="841932"/>
          </a:xfrm>
          <a:prstGeom prst="rect">
            <a:avLst/>
          </a:prstGeom>
        </p:spPr>
      </p:pic>
      <p:pic>
        <p:nvPicPr>
          <p:cNvPr id="3074" name="Picture 2" descr="Conhecimentos Gerais! | Isabelle Campos | Quizur">
            <a:extLst>
              <a:ext uri="{FF2B5EF4-FFF2-40B4-BE49-F238E27FC236}">
                <a16:creationId xmlns:a16="http://schemas.microsoft.com/office/drawing/2014/main" id="{587DA6E9-1AF7-C64B-8137-66A0A6D75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5755" y="600408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EA9897B-59E7-1DE0-5443-E3A0AC8669F3}"/>
              </a:ext>
            </a:extLst>
          </p:cNvPr>
          <p:cNvSpPr txBox="1"/>
          <p:nvPr/>
        </p:nvSpPr>
        <p:spPr>
          <a:xfrm>
            <a:off x="1493976" y="3227789"/>
            <a:ext cx="20919457" cy="923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17" indent="-34291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dirty="0"/>
              <a:t>Quando houver, atividades/trabalhos deverão ser entregues no </a:t>
            </a:r>
            <a:r>
              <a:rPr lang="pt-BR" sz="4000" u="sng" dirty="0"/>
              <a:t>prazo</a:t>
            </a:r>
            <a:r>
              <a:rPr lang="pt-BR" sz="4000" dirty="0"/>
              <a:t>;</a:t>
            </a:r>
          </a:p>
          <a:p>
            <a:pPr marL="342917" indent="-34291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dirty="0"/>
              <a:t>Casos as atividades não sejam entregues dentro do prazo. Haverá desconto de 50% na nota.</a:t>
            </a:r>
          </a:p>
          <a:p>
            <a:pPr marL="342917" indent="-34291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dirty="0"/>
              <a:t>Durante as avaliações, a partir da primeira entrega de prova, o aluno que chegar após, </a:t>
            </a:r>
            <a:r>
              <a:rPr lang="pt-BR" sz="4000" u="sng" dirty="0"/>
              <a:t>não poderá mais realizar a avaliação</a:t>
            </a:r>
            <a:r>
              <a:rPr lang="pt-BR" sz="4000" dirty="0"/>
              <a:t>. Portanto, </a:t>
            </a:r>
            <a:r>
              <a:rPr lang="pt-BR" sz="4000" b="1" dirty="0"/>
              <a:t>chegar no horário é imprescindível</a:t>
            </a:r>
            <a:r>
              <a:rPr lang="pt-BR" sz="4000" dirty="0"/>
              <a:t>.</a:t>
            </a:r>
          </a:p>
          <a:p>
            <a:pPr marL="342917" indent="-34291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dirty="0"/>
              <a:t>Avaliações são presenciais e realizadas manualmente, portanto </a:t>
            </a:r>
            <a:r>
              <a:rPr lang="pt-BR" sz="4000" u="sng" dirty="0"/>
              <a:t>tragam lápis, borracha e caneta.</a:t>
            </a:r>
          </a:p>
          <a:p>
            <a:pPr marL="342917" indent="-34291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dirty="0"/>
              <a:t>A aulas são </a:t>
            </a:r>
            <a:r>
              <a:rPr lang="pt-BR" sz="4000" b="1" dirty="0"/>
              <a:t>presenciais</a:t>
            </a:r>
            <a:r>
              <a:rPr lang="pt-BR" sz="4000" dirty="0"/>
              <a:t>, portanto, em </a:t>
            </a:r>
            <a:r>
              <a:rPr lang="pt-BR" sz="4000" b="1" dirty="0"/>
              <a:t>caso de falta justificada, </a:t>
            </a:r>
            <a:r>
              <a:rPr lang="pt-BR" sz="4000" dirty="0"/>
              <a:t>se houver alguma atividade realizada no dia da ausência deverá ser entregue assim que o aluno retornar, caso haja necessidade de entrega.</a:t>
            </a:r>
          </a:p>
          <a:p>
            <a:pPr marL="342917" indent="-34291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b="1" dirty="0"/>
              <a:t>Exercícios são corrigidos ao final da aula</a:t>
            </a:r>
            <a:r>
              <a:rPr lang="pt-BR" sz="4000" dirty="0"/>
              <a:t>. Alunos poderão se candidatar para apresentar para a turma seus resultados e assim juntamente com a professora analisar a correção. </a:t>
            </a:r>
          </a:p>
        </p:txBody>
      </p:sp>
    </p:spTree>
    <p:extLst>
      <p:ext uri="{BB962C8B-B14F-4D97-AF65-F5344CB8AC3E}">
        <p14:creationId xmlns:p14="http://schemas.microsoft.com/office/powerpoint/2010/main" val="3623803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4">
            <a:extLst>
              <a:ext uri="{FF2B5EF4-FFF2-40B4-BE49-F238E27FC236}">
                <a16:creationId xmlns:a16="http://schemas.microsoft.com/office/drawing/2014/main" id="{10C3BDCA-AD12-0DE3-2979-98B599BD0EB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04533" y="2633177"/>
            <a:ext cx="21435190" cy="69832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F58E1BB-085D-99AB-2BAD-0BC0ABEF3A88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pPr>
                <a:defRPr/>
              </a:pPr>
              <a:endParaRPr lang="pt-BR" sz="3199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FBFE7423-08C6-859F-2382-3D2DE47814F4}"/>
              </a:ext>
            </a:extLst>
          </p:cNvPr>
          <p:cNvSpPr txBox="1"/>
          <p:nvPr/>
        </p:nvSpPr>
        <p:spPr>
          <a:xfrm>
            <a:off x="2755184" y="1566655"/>
            <a:ext cx="12728434" cy="92730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lnSpc>
                <a:spcPts val="7676"/>
              </a:lnSpc>
              <a:defRPr/>
            </a:pPr>
            <a:r>
              <a:rPr lang="pt-BR" sz="6396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Composição da nota</a:t>
            </a:r>
          </a:p>
        </p:txBody>
      </p:sp>
      <p:grpSp>
        <p:nvGrpSpPr>
          <p:cNvPr id="6148" name="Group 9">
            <a:extLst>
              <a:ext uri="{FF2B5EF4-FFF2-40B4-BE49-F238E27FC236}">
                <a16:creationId xmlns:a16="http://schemas.microsoft.com/office/drawing/2014/main" id="{07523429-77D2-FE39-9706-9A3C08AA0B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832234" y="12028730"/>
            <a:ext cx="3072600" cy="1310933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E207703-ECF6-3DCA-A945-BCB41CBFF035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pPr>
                <a:defRPr/>
              </a:pPr>
              <a:endParaRPr lang="pt-BR" sz="3199" dirty="0"/>
            </a:p>
          </p:txBody>
        </p:sp>
      </p:grpSp>
      <p:pic>
        <p:nvPicPr>
          <p:cNvPr id="6149" name="Imagem 11">
            <a:extLst>
              <a:ext uri="{FF2B5EF4-FFF2-40B4-BE49-F238E27FC236}">
                <a16:creationId xmlns:a16="http://schemas.microsoft.com/office/drawing/2014/main" id="{2AE2B710-48FB-666F-9A99-BC5CB0F39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210" y="1607918"/>
            <a:ext cx="930034" cy="841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AD7E3F0-A7D1-6286-B092-8F62A5ECFFAD}"/>
              </a:ext>
            </a:extLst>
          </p:cNvPr>
          <p:cNvSpPr txBox="1"/>
          <p:nvPr/>
        </p:nvSpPr>
        <p:spPr>
          <a:xfrm>
            <a:off x="1446431" y="2937173"/>
            <a:ext cx="21365359" cy="1037014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371257" indent="-1371257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4799" dirty="0"/>
              <a:t>Duas avaliações valendo 50% cada.</a:t>
            </a:r>
          </a:p>
          <a:p>
            <a:pPr marL="1371257" indent="-1371257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4799" dirty="0"/>
              <a:t>A média final será composta pela média do 1º bimestre + a média do 2º bimestre dividido por 2.</a:t>
            </a:r>
          </a:p>
          <a:p>
            <a:pPr marL="1371257" indent="-1371257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4799" dirty="0"/>
              <a:t>Média para aprovação: 6,0</a:t>
            </a:r>
          </a:p>
          <a:p>
            <a:pPr marL="1371257" indent="-1371257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endParaRPr lang="pt-BR" sz="4799" dirty="0"/>
          </a:p>
          <a:p>
            <a:pPr>
              <a:lnSpc>
                <a:spcPct val="150000"/>
              </a:lnSpc>
              <a:defRPr/>
            </a:pPr>
            <a:r>
              <a:rPr lang="pt-BR" sz="4799" dirty="0"/>
              <a:t>	</a:t>
            </a:r>
          </a:p>
          <a:p>
            <a:pPr>
              <a:lnSpc>
                <a:spcPct val="150000"/>
              </a:lnSpc>
              <a:defRPr/>
            </a:pPr>
            <a:endParaRPr lang="pt-BR" sz="479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  <a:defRPr/>
            </a:pPr>
            <a:r>
              <a:rPr lang="pt-BR" sz="7998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Não há exame !!!</a:t>
            </a:r>
          </a:p>
          <a:p>
            <a:pPr algn="just">
              <a:defRPr/>
            </a:pPr>
            <a:endParaRPr lang="pt-BR" sz="4399" dirty="0">
              <a:latin typeface="Book Antiqua" panose="02040602050305030304" pitchFamily="18" charset="0"/>
            </a:endParaRPr>
          </a:p>
        </p:txBody>
      </p:sp>
      <p:pic>
        <p:nvPicPr>
          <p:cNvPr id="6151" name="Picture 2" descr="Conhecimentos Gerais! | Isabelle Campos | Quizur">
            <a:extLst>
              <a:ext uri="{FF2B5EF4-FFF2-40B4-BE49-F238E27FC236}">
                <a16:creationId xmlns:a16="http://schemas.microsoft.com/office/drawing/2014/main" id="{9796A242-F17A-1DC8-48CA-3F356E729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1482" y="725497"/>
            <a:ext cx="2428241" cy="18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3" descr="Forma&#10;&#10;O conteúdo gerado por IA pode estar incorreto.">
            <a:extLst>
              <a:ext uri="{FF2B5EF4-FFF2-40B4-BE49-F238E27FC236}">
                <a16:creationId xmlns:a16="http://schemas.microsoft.com/office/drawing/2014/main" id="{D076C0E1-5D65-2F02-6029-F2422D503E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1" y="8441764"/>
            <a:ext cx="5161925" cy="17904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B91C1-CBAF-4A75-956F-D7117D6F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38941129-EDC2-41D7-41AC-CAE28C6488E2}"/>
              </a:ext>
            </a:extLst>
          </p:cNvPr>
          <p:cNvGrpSpPr>
            <a:grpSpLocks noChangeAspect="1"/>
          </p:cNvGrpSpPr>
          <p:nvPr/>
        </p:nvGrpSpPr>
        <p:grpSpPr>
          <a:xfrm>
            <a:off x="1705447" y="2633409"/>
            <a:ext cx="21434471" cy="69896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53AB8FC-EC3D-8848-3DCD-7C026F2C7873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307ABD0F-2546-0FBA-5860-D5DF016F4B45}"/>
              </a:ext>
            </a:extLst>
          </p:cNvPr>
          <p:cNvSpPr txBox="1"/>
          <p:nvPr/>
        </p:nvSpPr>
        <p:spPr>
          <a:xfrm>
            <a:off x="2754024" y="1567947"/>
            <a:ext cx="12730938" cy="92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6"/>
              </a:lnSpc>
            </a:pPr>
            <a:r>
              <a:rPr lang="pt-BR" sz="6396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Recadinho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220E0727-4D7A-A99D-FDCF-352DEF6A1762}"/>
              </a:ext>
            </a:extLst>
          </p:cNvPr>
          <p:cNvGrpSpPr>
            <a:grpSpLocks noChangeAspect="1"/>
          </p:cNvGrpSpPr>
          <p:nvPr/>
        </p:nvGrpSpPr>
        <p:grpSpPr>
          <a:xfrm>
            <a:off x="19831349" y="12027435"/>
            <a:ext cx="3074713" cy="1311156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3A72028-6F19-38D5-12BC-36AD03257D0C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21A934A8-91BC-A8CE-2690-8688C3050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765" y="1607695"/>
            <a:ext cx="930004" cy="841713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741714" y="4992121"/>
            <a:ext cx="22755423" cy="6185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399" b="1" dirty="0"/>
              <a:t>Chegar no horário é imprescindível !!!</a:t>
            </a:r>
          </a:p>
          <a:p>
            <a:pPr algn="ctr"/>
            <a:endParaRPr lang="pt-BR" sz="4399" dirty="0"/>
          </a:p>
          <a:p>
            <a:pPr algn="ctr"/>
            <a:r>
              <a:rPr lang="pt-BR" sz="4399" dirty="0"/>
              <a:t>Mas se isso não for possível, </a:t>
            </a:r>
            <a:r>
              <a:rPr lang="pt-BR" sz="4399" b="1" dirty="0"/>
              <a:t>pela boa educação</a:t>
            </a:r>
            <a:r>
              <a:rPr lang="pt-BR" sz="4399" dirty="0"/>
              <a:t>, adentre a sala de aula em </a:t>
            </a:r>
            <a:r>
              <a:rPr lang="pt-BR" sz="4399" b="1" dirty="0"/>
              <a:t>silêncio</a:t>
            </a:r>
            <a:r>
              <a:rPr lang="pt-BR" sz="4399" dirty="0"/>
              <a:t> para que não atrapalhe o professor e os colegas que estão prestando atenção na aula.</a:t>
            </a:r>
          </a:p>
          <a:p>
            <a:pPr algn="ctr"/>
            <a:endParaRPr lang="pt-BR" sz="4399" dirty="0"/>
          </a:p>
          <a:p>
            <a:pPr algn="ctr"/>
            <a:r>
              <a:rPr lang="pt-BR" sz="4399" dirty="0"/>
              <a:t>Para aqueles que precisam sair mais cedo, basta sinalizar à professora e sair em silêncio.</a:t>
            </a:r>
          </a:p>
          <a:p>
            <a:pPr algn="ctr"/>
            <a:endParaRPr lang="pt-BR" sz="4399" dirty="0"/>
          </a:p>
          <a:p>
            <a:pPr algn="ctr"/>
            <a:r>
              <a:rPr lang="pt-BR" sz="4399" b="1" dirty="0"/>
              <a:t>O uso do celular atrapalha o seu aprendizado !!!</a:t>
            </a:r>
          </a:p>
          <a:p>
            <a:pPr algn="ctr"/>
            <a:endParaRPr lang="pt-BR" sz="4399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CF850DD-0FDE-1C97-7510-0D4D1A295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11446" y="377469"/>
            <a:ext cx="1028432" cy="286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73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7EF47-3459-F385-BEBF-1D35F5F63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8D477191-386F-E10F-AB18-695E653EB1D2}"/>
              </a:ext>
            </a:extLst>
          </p:cNvPr>
          <p:cNvGrpSpPr>
            <a:grpSpLocks noChangeAspect="1"/>
          </p:cNvGrpSpPr>
          <p:nvPr/>
        </p:nvGrpSpPr>
        <p:grpSpPr>
          <a:xfrm>
            <a:off x="1702714" y="2632306"/>
            <a:ext cx="21440055" cy="69915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66601A5-6974-B6F2-DDEA-6A20D4268C86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2F0507B-441A-767B-5D81-A2BD9A22868E}"/>
              </a:ext>
            </a:extLst>
          </p:cNvPr>
          <p:cNvGrpSpPr>
            <a:grpSpLocks noChangeAspect="1"/>
          </p:cNvGrpSpPr>
          <p:nvPr/>
        </p:nvGrpSpPr>
        <p:grpSpPr>
          <a:xfrm>
            <a:off x="19833338" y="12028779"/>
            <a:ext cx="3075515" cy="1311497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4E0A1FE-41AB-53DA-8F81-1F4580FF5484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A338493D-DB8E-A16A-57E0-CF9F807D6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976" y="1606326"/>
            <a:ext cx="930247" cy="84193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ABC6F24-3BB4-8F75-4B34-09C4C26C43F4}"/>
              </a:ext>
            </a:extLst>
          </p:cNvPr>
          <p:cNvSpPr txBox="1"/>
          <p:nvPr/>
        </p:nvSpPr>
        <p:spPr>
          <a:xfrm>
            <a:off x="2424223" y="1507338"/>
            <a:ext cx="12323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Desejo a todos um excelente semestre !!!</a:t>
            </a:r>
            <a:endParaRPr lang="pt-BR" sz="54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Imagem 1" descr="Texto, Quadro de comunicações&#10;&#10;O conteúdo gerado por IA pode estar incorreto.">
            <a:extLst>
              <a:ext uri="{FF2B5EF4-FFF2-40B4-BE49-F238E27FC236}">
                <a16:creationId xmlns:a16="http://schemas.microsoft.com/office/drawing/2014/main" id="{E2794BF1-24AD-65A5-8F3D-8F018DFF4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1074" y="3982168"/>
            <a:ext cx="10990656" cy="825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23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8A43D-594A-61DE-DEB1-0706FFDB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DFFE2E33-0CCB-6111-670C-DF5373937610}"/>
              </a:ext>
            </a:extLst>
          </p:cNvPr>
          <p:cNvGrpSpPr>
            <a:grpSpLocks noChangeAspect="1"/>
          </p:cNvGrpSpPr>
          <p:nvPr/>
        </p:nvGrpSpPr>
        <p:grpSpPr>
          <a:xfrm>
            <a:off x="1702714" y="2632306"/>
            <a:ext cx="21440055" cy="69915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9033774-740A-9C42-436D-F8A99495642A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181475B-D5C6-4C6A-2038-0442440F5199}"/>
              </a:ext>
            </a:extLst>
          </p:cNvPr>
          <p:cNvGrpSpPr>
            <a:grpSpLocks noChangeAspect="1"/>
          </p:cNvGrpSpPr>
          <p:nvPr/>
        </p:nvGrpSpPr>
        <p:grpSpPr>
          <a:xfrm>
            <a:off x="19833338" y="12028779"/>
            <a:ext cx="3075515" cy="1311497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2288D09-BAE3-0DC7-4388-5A46E7298FB6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9A3123F8-8C96-60EA-0E2F-6FDF5D70F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976" y="1606326"/>
            <a:ext cx="930247" cy="841932"/>
          </a:xfrm>
          <a:prstGeom prst="rect">
            <a:avLst/>
          </a:prstGeom>
        </p:spPr>
      </p:pic>
      <p:pic>
        <p:nvPicPr>
          <p:cNvPr id="1026" name="Picture 2" descr="Obrigada pelas boas vindas! - Cup of Things">
            <a:extLst>
              <a:ext uri="{FF2B5EF4-FFF2-40B4-BE49-F238E27FC236}">
                <a16:creationId xmlns:a16="http://schemas.microsoft.com/office/drawing/2014/main" id="{724590E4-CF13-4760-A7B6-1F3AAD12E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639" y="4249707"/>
            <a:ext cx="9512784" cy="666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24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4842f8-7ef1-496c-81d4-96339beddf31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  <TaxCatchAll xmlns="c449436b-c177-4fc4-b4b5-7bced3aa433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9B7C91391FBB4790D15430585BD576" ma:contentTypeVersion="18" ma:contentTypeDescription="Crie um novo documento." ma:contentTypeScope="" ma:versionID="dc57c6803945d94757fe35a4d74c8fb8">
  <xsd:schema xmlns:xsd="http://www.w3.org/2001/XMLSchema" xmlns:xs="http://www.w3.org/2001/XMLSchema" xmlns:p="http://schemas.microsoft.com/office/2006/metadata/properties" xmlns:ns1="http://schemas.microsoft.com/sharepoint/v3" xmlns:ns2="d24842f8-7ef1-496c-81d4-96339beddf31" xmlns:ns3="c449436b-c177-4fc4-b4b5-7bced3aa4339" targetNamespace="http://schemas.microsoft.com/office/2006/metadata/properties" ma:root="true" ma:fieldsID="7ea4fa947dd001e5ff297fbb62fb706d" ns1:_="" ns2:_="" ns3:_="">
    <xsd:import namespace="http://schemas.microsoft.com/sharepoint/v3"/>
    <xsd:import namespace="d24842f8-7ef1-496c-81d4-96339beddf31"/>
    <xsd:import namespace="c449436b-c177-4fc4-b4b5-7bced3aa43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4842f8-7ef1-496c-81d4-96339beddf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Marcações de imagem" ma:readOnly="false" ma:fieldId="{5cf76f15-5ced-4ddc-b409-7134ff3c332f}" ma:taxonomyMulti="true" ma:sspId="6abd3df3-db9b-46ca-b07f-13c267e856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49436b-c177-4fc4-b4b5-7bced3aa43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001397b2-60c4-4a6e-b399-fdccb5dd0c2d}" ma:internalName="TaxCatchAll" ma:showField="CatchAllData" ma:web="c449436b-c177-4fc4-b4b5-7bced3aa43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BF64D1-9F31-4B6D-BA8C-18B7A9D8FC8A}">
  <ds:schemaRefs>
    <ds:schemaRef ds:uri="http://purl.org/dc/terms/"/>
    <ds:schemaRef ds:uri="d24842f8-7ef1-496c-81d4-96339beddf31"/>
    <ds:schemaRef ds:uri="http://purl.org/dc/elements/1.1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c449436b-c177-4fc4-b4b5-7bced3aa4339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465F7FE-3341-4738-B2B0-3D679C55E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24842f8-7ef1-496c-81d4-96339beddf31"/>
    <ds:schemaRef ds:uri="c449436b-c177-4fc4-b4b5-7bced3aa43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740AC13-7C5F-4F0C-A09E-2583DCA233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2025</TotalTime>
  <Words>449</Words>
  <Application>Microsoft Office PowerPoint</Application>
  <PresentationFormat>Personalizar</PresentationFormat>
  <Paragraphs>50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7" baseType="lpstr">
      <vt:lpstr> Avenir Next Arabic</vt:lpstr>
      <vt:lpstr> Avenir Next Arabic Bold</vt:lpstr>
      <vt:lpstr>Arial</vt:lpstr>
      <vt:lpstr>Book Antiqua</vt:lpstr>
      <vt:lpstr>Calibri</vt:lpstr>
      <vt:lpstr>Calibri Light</vt:lpstr>
      <vt:lpstr>Courier New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RAIANA ECKER SAFRAIDER</dc:creator>
  <cp:lastModifiedBy>CHAIENE MERCEDES DA SILVA MINELLA</cp:lastModifiedBy>
  <cp:revision>89</cp:revision>
  <dcterms:modified xsi:type="dcterms:W3CDTF">2026-07-27T14:36:29Z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0x010100449B7C91391FBB4790D15430585BD576</vt:lpwstr>
  </property>
  <property fmtid="{D5CDD505-2E9C-101B-9397-08002B2CF9AE}" pid="3" name="MediaServiceImageTags">
    <vt:lpwstr/>
  </property>
</Properties>
</file>